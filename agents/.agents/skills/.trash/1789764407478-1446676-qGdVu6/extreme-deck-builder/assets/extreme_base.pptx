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896" r:id="rId4"/>
  </p:sldMasterIdLst>
  <p:notesMasterIdLst>
    <p:notesMasterId r:id="rId13"/>
  </p:notesMasterIdLst>
  <p:sldIdLst/>
  <p:sldSz cx="12192000" cy="6858000"/>
  <p:notesSz cx="6858000" cy="9144000"/>
  <p:embeddedFontLst>
    <p:embeddedFont>
      <p:font typeface="DM Sans" pitchFamily="2" charset="77"/>
      <p:regular r:id="rId14"/>
      <p:bold r:id="rId15"/>
      <p:italic r:id="rId16"/>
      <p:boldItalic r:id="rId17"/>
    </p:embeddedFont>
    <p:embeddedFont>
      <p:font typeface="DM Sans Medium" pitchFamily="2" charset="77"/>
      <p:regular r:id="rId18"/>
      <p:italic r:id="rId19"/>
    </p:embeddedFont>
    <p:embeddedFont>
      <p:font typeface="Montserrat" pitchFamily="2" charset="77"/>
      <p:regular r:id="rId20"/>
      <p:bold r:id="rId21"/>
      <p:italic r:id="rId22"/>
      <p:boldItalic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935D3DD-C4A0-6A4E-2AEB-3FF4A24E6985}" name="Gray Chapman" initials="GC" userId="S::gchapman@extremenetworks.com::c6c0bc28-0a79-4806-b075-6158e4e8617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0099"/>
    <a:srgbClr val="FE8D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470D55-425E-154E-963A-6797DF7F05F7}" v="1" dt="2026-06-08T15:00:31.7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210"/>
    <p:restoredTop sz="96240" autoAdjust="0"/>
  </p:normalViewPr>
  <p:slideViewPr>
    <p:cSldViewPr snapToGrid="0">
      <p:cViewPr varScale="1">
        <p:scale>
          <a:sx n="124" d="100"/>
          <a:sy n="124" d="100"/>
        </p:scale>
        <p:origin x="184" y="200"/>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font" Target="fonts/font8.fntdata"/><Relationship Id="rId17" Type="http://schemas.openxmlformats.org/officeDocument/2006/relationships/font" Target="fonts/font4.fntdata"/><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font" Target="fonts/font3.fntdata"/><Relationship Id="rId20" Type="http://schemas.openxmlformats.org/officeDocument/2006/relationships/font" Target="fonts/font7.fntdata"/><Relationship Id="rId29" Type="http://schemas.microsoft.com/office/2018/10/relationships/authors" Target="authors.xml"/><Relationship Id="rId1" Type="http://schemas.openxmlformats.org/officeDocument/2006/relationships/customXml" Target="../customXml/item1.xml"/><Relationship Id="rId24" Type="http://schemas.openxmlformats.org/officeDocument/2006/relationships/presProps" Target="presProps.xml"/><Relationship Id="rId15" Type="http://schemas.openxmlformats.org/officeDocument/2006/relationships/font" Target="fonts/font2.fntdata"/><Relationship Id="rId23" Type="http://schemas.openxmlformats.org/officeDocument/2006/relationships/font" Target="fonts/font10.fntdata"/><Relationship Id="rId28" Type="http://schemas.microsoft.com/office/2015/10/relationships/revisionInfo" Target="revisionInfo.xml"/><Relationship Id="rId19" Type="http://schemas.openxmlformats.org/officeDocument/2006/relationships/font" Target="fonts/font6.fntdata"/><Relationship Id="rId4" Type="http://schemas.openxmlformats.org/officeDocument/2006/relationships/slideMaster" Target="slideMasters/slideMaster1.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ableStyles" Target="tableStyle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600" b="1"/>
              <a:t>Prompt Tokens by Model (Billions)</a:t>
            </a:r>
          </a:p>
        </c:rich>
      </c:tx>
      <c:overlay val="0"/>
    </c:title>
    <c:autoTitleDeleted val="0"/>
    <c:plotArea>
      <c:layout/>
      <c:barChart>
        <c:barDir val="bar"/>
        <c:grouping val="clustered"/>
        <c:varyColors val="1"/>
        <c:ser>
          <c:idx val="0"/>
          <c:order val="0"/>
          <c:tx>
            <c:v>Prompt Tokens (B)</c:v>
          </c:tx>
          <c:invertIfNegative val="1"/>
          <c:dLbls>
            <c:spPr>
              <a:noFill/>
              <a:ln>
                <a:noFill/>
              </a:ln>
              <a:effectLst/>
            </c:spPr>
            <c:showLegendKey val="0"/>
            <c:showVal val="1"/>
            <c:showCatName val="0"/>
            <c:showSerName val="0"/>
            <c:showPercent val="0"/>
            <c:showBubbleSize val="1"/>
            <c:showLeaderLines val="0"/>
            <c:extLst>
              <c:ext xmlns:c15="http://schemas.microsoft.com/office/drawing/2012/chart" uri="{CE6537A1-D6FC-4f65-9D91-7224C49458BB}">
                <c15:showLeaderLines val="0"/>
              </c:ext>
            </c:extLst>
          </c:dLbls>
          <c:cat>
            <c:strLit>
              <c:ptCount val="5"/>
              <c:pt idx="0">
                <c:v>claude-sonnet-4</c:v>
              </c:pt>
              <c:pt idx="1">
                <c:v>claude-opus-4-7</c:v>
              </c:pt>
              <c:pt idx="2">
                <c:v>claude-opus-4-6</c:v>
              </c:pt>
              <c:pt idx="3">
                <c:v>claude-opus-4-8</c:v>
              </c:pt>
              <c:pt idx="4">
                <c:v>claude-haiku-4-5</c:v>
              </c:pt>
            </c:strLit>
          </c:cat>
          <c:val>
            <c:numLit>
              <c:formatCode>General</c:formatCode>
              <c:ptCount val="5"/>
              <c:pt idx="0">
                <c:v>15.4</c:v>
              </c:pt>
              <c:pt idx="1">
                <c:v>5.7</c:v>
              </c:pt>
              <c:pt idx="2">
                <c:v>2.4</c:v>
              </c:pt>
              <c:pt idx="3">
                <c:v>1.6</c:v>
              </c:pt>
              <c:pt idx="4">
                <c:v>0.8</c:v>
              </c:pt>
            </c:numLit>
          </c:val>
          <c:extLst>
            <c:ext xmlns:c16="http://schemas.microsoft.com/office/drawing/2014/chart" uri="{C3380CC4-5D6E-409C-BE32-E72D297353CC}">
              <c16:uniqueId val="{00000000-A956-7B44-83C4-E4F604532010}"/>
            </c:ext>
          </c:extLst>
        </c:ser>
        <c:dLbls>
          <c:showLegendKey val="0"/>
          <c:showVal val="0"/>
          <c:showCatName val="0"/>
          <c:showSerName val="0"/>
          <c:showPercent val="0"/>
          <c:showBubbleSize val="0"/>
        </c:dLbls>
        <c:gapWidth val="150"/>
        <c:axId val="1"/>
        <c:axId val="2"/>
      </c:barChart>
      <c:catAx>
        <c:axId val="1"/>
        <c:scaling>
          <c:orientation val="minMax"/>
        </c:scaling>
        <c:delete val="0"/>
        <c:axPos val="l"/>
        <c:numFmt formatCode="General" sourceLinked="1"/>
        <c:majorTickMark val="none"/>
        <c:minorTickMark val="none"/>
        <c:tickLblPos val="nextTo"/>
        <c:crossAx val="2"/>
        <c:crosses val="autoZero"/>
        <c:auto val="1"/>
        <c:lblAlgn val="ctr"/>
        <c:lblOffset val="100"/>
        <c:noMultiLvlLbl val="1"/>
      </c:catAx>
      <c:valAx>
        <c:axId val="2"/>
        <c:scaling>
          <c:orientation val="minMax"/>
        </c:scaling>
        <c:delete val="0"/>
        <c:axPos val="b"/>
        <c:numFmt formatCode="0.0" sourceLinked="0"/>
        <c:majorTickMark val="out"/>
        <c:minorTickMark val="none"/>
        <c:tickLblPos val="nextTo"/>
        <c:crossAx val="1"/>
        <c:crosses val="autoZero"/>
        <c:crossBetween val="between"/>
      </c:valAx>
    </c:plotArea>
    <c:legend>
      <c:legendPos val="t"/>
      <c:overlay val="0"/>
    </c:legend>
    <c:plotVisOnly val="1"/>
    <c:dispBlanksAs val="zero"/>
    <c:showDLblsOverMax val="1"/>
  </c:char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600" b="1"/>
              <a:t>API Requests by Model</a:t>
            </a:r>
          </a:p>
        </c:rich>
      </c:tx>
      <c:overlay val="0"/>
    </c:title>
    <c:autoTitleDeleted val="0"/>
    <c:plotArea>
      <c:layout/>
      <c:barChart>
        <c:barDir val="bar"/>
        <c:grouping val="clustered"/>
        <c:varyColors val="1"/>
        <c:ser>
          <c:idx val="0"/>
          <c:order val="0"/>
          <c:tx>
            <c:v>Requests</c:v>
          </c:tx>
          <c:invertIfNegative val="1"/>
          <c:dLbls>
            <c:spPr>
              <a:noFill/>
              <a:ln>
                <a:noFill/>
              </a:ln>
              <a:effectLst/>
            </c:spPr>
            <c:showLegendKey val="0"/>
            <c:showVal val="1"/>
            <c:showCatName val="0"/>
            <c:showSerName val="0"/>
            <c:showPercent val="0"/>
            <c:showBubbleSize val="1"/>
            <c:showLeaderLines val="0"/>
            <c:extLst>
              <c:ext xmlns:c15="http://schemas.microsoft.com/office/drawing/2012/chart" uri="{CE6537A1-D6FC-4f65-9D91-7224C49458BB}">
                <c15:showLeaderLines val="0"/>
              </c:ext>
            </c:extLst>
          </c:dLbls>
          <c:cat>
            <c:strLit>
              <c:ptCount val="6"/>
              <c:pt idx="0">
                <c:v>claude-sonnet-4</c:v>
              </c:pt>
              <c:pt idx="1">
                <c:v>claude-opus-4-7</c:v>
              </c:pt>
              <c:pt idx="2">
                <c:v>claude-opus-4-8</c:v>
              </c:pt>
              <c:pt idx="3">
                <c:v>claude-opus-4-6</c:v>
              </c:pt>
              <c:pt idx="4">
                <c:v>claude-haiku-4-5</c:v>
              </c:pt>
              <c:pt idx="5">
                <c:v>claude-sonnet-4-5</c:v>
              </c:pt>
            </c:strLit>
          </c:cat>
          <c:val>
            <c:numLit>
              <c:formatCode>General</c:formatCode>
              <c:ptCount val="6"/>
              <c:pt idx="0">
                <c:v>196224</c:v>
              </c:pt>
              <c:pt idx="1">
                <c:v>35383</c:v>
              </c:pt>
              <c:pt idx="2">
                <c:v>18934</c:v>
              </c:pt>
              <c:pt idx="3">
                <c:v>18558</c:v>
              </c:pt>
              <c:pt idx="4">
                <c:v>15457</c:v>
              </c:pt>
              <c:pt idx="5">
                <c:v>1952</c:v>
              </c:pt>
            </c:numLit>
          </c:val>
          <c:extLst>
            <c:ext xmlns:c16="http://schemas.microsoft.com/office/drawing/2014/chart" uri="{C3380CC4-5D6E-409C-BE32-E72D297353CC}">
              <c16:uniqueId val="{00000000-1A07-1A48-BDF6-951C44E9C999}"/>
            </c:ext>
          </c:extLst>
        </c:ser>
        <c:dLbls>
          <c:showLegendKey val="0"/>
          <c:showVal val="0"/>
          <c:showCatName val="0"/>
          <c:showSerName val="0"/>
          <c:showPercent val="0"/>
          <c:showBubbleSize val="0"/>
        </c:dLbls>
        <c:gapWidth val="150"/>
        <c:axId val="1"/>
        <c:axId val="2"/>
      </c:barChart>
      <c:catAx>
        <c:axId val="1"/>
        <c:scaling>
          <c:orientation val="minMax"/>
        </c:scaling>
        <c:delete val="0"/>
        <c:axPos val="l"/>
        <c:numFmt formatCode="General" sourceLinked="1"/>
        <c:majorTickMark val="none"/>
        <c:minorTickMark val="none"/>
        <c:tickLblPos val="nextTo"/>
        <c:crossAx val="2"/>
        <c:crosses val="autoZero"/>
        <c:auto val="1"/>
        <c:lblAlgn val="ctr"/>
        <c:lblOffset val="100"/>
        <c:noMultiLvlLbl val="1"/>
      </c:catAx>
      <c:valAx>
        <c:axId val="2"/>
        <c:scaling>
          <c:orientation val="minMax"/>
        </c:scaling>
        <c:delete val="0"/>
        <c:axPos val="b"/>
        <c:numFmt formatCode="#,##0" sourceLinked="0"/>
        <c:majorTickMark val="out"/>
        <c:minorTickMark val="none"/>
        <c:tickLblPos val="nextTo"/>
        <c:crossAx val="1"/>
        <c:crosses val="autoZero"/>
        <c:crossBetween val="between"/>
      </c:valAx>
    </c:plotArea>
    <c:legend>
      <c:legendPos val="t"/>
      <c:overlay val="0"/>
    </c:legend>
    <c:plotVisOnly val="1"/>
    <c:dispBlanksAs val="zero"/>
    <c:showDLblsOverMax val="1"/>
  </c:chart>
</c:chartSpace>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DM Sans" pitchFamily="2" charset="77"/>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DM Sans" pitchFamily="2" charset="77"/>
              </a:defRPr>
            </a:lvl1pPr>
          </a:lstStyle>
          <a:p>
            <a:fld id="{F49214EF-22DB-8242-BABF-7F98AFE4FC6D}" type="datetimeFigureOut">
              <a:rPr lang="en-US" smtClean="0"/>
              <a:pPr/>
              <a:t>6/9/26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DM Sans" pitchFamily="2" charset="77"/>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DM Sans" pitchFamily="2" charset="77"/>
              </a:defRPr>
            </a:lvl1pPr>
          </a:lstStyle>
          <a:p>
            <a:fld id="{D25C2D27-44EF-8941-89BA-59D53A5DE644}" type="slidenum">
              <a:rPr lang="en-US" smtClean="0"/>
              <a:pPr/>
              <a:t>‹#›</a:t>
            </a:fld>
            <a:endParaRPr lang="en-US"/>
          </a:p>
        </p:txBody>
      </p:sp>
    </p:spTree>
    <p:extLst>
      <p:ext uri="{BB962C8B-B14F-4D97-AF65-F5344CB8AC3E}">
        <p14:creationId xmlns:p14="http://schemas.microsoft.com/office/powerpoint/2010/main" val="2840661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DM Sans" pitchFamily="2" charset="77"/>
        <a:ea typeface="+mn-ea"/>
        <a:cs typeface="+mn-cs"/>
      </a:defRPr>
    </a:lvl1pPr>
    <a:lvl2pPr marL="457200" algn="l" defTabSz="914400" rtl="0" eaLnBrk="1" latinLnBrk="0" hangingPunct="1">
      <a:defRPr sz="1200" b="0" i="0" kern="1200">
        <a:solidFill>
          <a:schemeClr val="tx1"/>
        </a:solidFill>
        <a:latin typeface="DM Sans" pitchFamily="2" charset="77"/>
        <a:ea typeface="+mn-ea"/>
        <a:cs typeface="+mn-cs"/>
      </a:defRPr>
    </a:lvl2pPr>
    <a:lvl3pPr marL="914400" algn="l" defTabSz="914400" rtl="0" eaLnBrk="1" latinLnBrk="0" hangingPunct="1">
      <a:defRPr sz="1200" b="0" i="0" kern="1200">
        <a:solidFill>
          <a:schemeClr val="tx1"/>
        </a:solidFill>
        <a:latin typeface="DM Sans" pitchFamily="2" charset="77"/>
        <a:ea typeface="+mn-ea"/>
        <a:cs typeface="+mn-cs"/>
      </a:defRPr>
    </a:lvl3pPr>
    <a:lvl4pPr marL="1371600" algn="l" defTabSz="914400" rtl="0" eaLnBrk="1" latinLnBrk="0" hangingPunct="1">
      <a:defRPr sz="1200" b="0" i="0" kern="1200">
        <a:solidFill>
          <a:schemeClr val="tx1"/>
        </a:solidFill>
        <a:latin typeface="DM Sans" pitchFamily="2" charset="77"/>
        <a:ea typeface="+mn-ea"/>
        <a:cs typeface="+mn-cs"/>
      </a:defRPr>
    </a:lvl4pPr>
    <a:lvl5pPr marL="1828800" algn="l" defTabSz="914400" rtl="0" eaLnBrk="1" latinLnBrk="0" hangingPunct="1">
      <a:defRPr sz="1200" b="0" i="0" kern="1200">
        <a:solidFill>
          <a:schemeClr val="tx1"/>
        </a:solidFill>
        <a:latin typeface="DM Sans" pitchFamily="2" charset="77"/>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4.xml.rels><?xml version="1.0" encoding="UTF-8"?><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5.xml.rels><?xml version="1.0" encoding="UTF-8"?><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6.xml.rels><?xml version="1.0" encoding="UTF-8"?><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1.xml"/></Relationships>
</file>

<file path=ppt/slideLayouts/_rels/slideLayout17.xml.rels><?xml version="1.0" encoding="UTF-8"?><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1.xml"/></Relationships>
</file>

<file path=ppt/slideLayouts/_rels/slideLayout18.xml.rels><?xml version="1.0" encoding="UTF-8"?><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1.xml"/></Relationships>
</file>

<file path=ppt/slideLayouts/_rels/slideLayout19.xml.rels><?xml version="1.0" encoding="UTF-8"?><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0.xml.rels><?xml version="1.0" encoding="UTF-8"?><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1.xml.rels><?xml version="1.0" encoding="UTF-8"?><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2.xml.rels><?xml version="1.0" encoding="UTF-8"?><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3.xml.rels><?xml version="1.0" encoding="UTF-8"?><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4.xml.rels><?xml version="1.0" encoding="UTF-8"?><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5.xml.rels><?xml version="1.0" encoding="UTF-8"?><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6.xml.rels><?xml version="1.0" encoding="UTF-8"?><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7.xml.rels><?xml version="1.0" encoding="UTF-8"?><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28.xml.rels><?xml version="1.0" encoding="UTF-8"?><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29.xml.rels><?xml version="1.0" encoding="UTF-8"?><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0.xml.rels><?xml version="1.0" encoding="UTF-8"?><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1.xml.rels><?xml version="1.0" encoding="UTF-8"?><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32.xml.rels><?xml version="1.0" encoding="UTF-8"?><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33.xml.rels><?xml version="1.0" encoding="UTF-8"?><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1.xml"/></Relationships>
</file>

<file path=ppt/slideLayouts/_rels/slideLayout34.xml.rels><?xml version="1.0" encoding="UTF-8"?><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1.xml"/></Relationships>
</file>

<file path=ppt/slideLayouts/_rels/slideLayout35.xml.rels><?xml version="1.0" encoding="UTF-8"?><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36.xml.rels><?xml version="1.0" encoding="UTF-8"?><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37.xml.rels><?xml version="1.0" encoding="UTF-8"?><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38.xml.rels><?xml version="1.0" encoding="UTF-8"?><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1.xml"/></Relationships>
</file>

<file path=ppt/slideLayouts/_rels/slideLayout39.xml.rels><?xml version="1.0" encoding="UTF-8"?><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1.xml"/></Relationships>
</file>

<file path=ppt/slideLayouts/_rels/slideLayout40.xml.rels><?xml version="1.0" encoding="UTF-8"?><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1.xml"/></Relationships>
</file>

<file path=ppt/slideLayouts/_rels/slideLayout41.xml.rels><?xml version="1.0" encoding="UTF-8"?><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1.xml"/></Relationships>
</file>

<file path=ppt/slideLayouts/_rels/slideLayout42.xml.rels><?xml version="1.0" encoding="UTF-8"?><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1.xml"/></Relationships>
</file>

<file path=ppt/slideLayouts/_rels/slideLayout43.xml.rels><?xml version="1.0" encoding="UTF-8"?><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1.xml"/></Relationships>
</file>

<file path=ppt/slideLayouts/_rels/slideLayout44.xml.rels><?xml version="1.0" encoding="UTF-8"?><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45.xml.rels><?xml version="1.0" encoding="UTF-8"?><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1.xml"/></Relationships>
</file>

<file path=ppt/slideLayouts/_rels/slideLayout46.xml.rels><?xml version="1.0" encoding="UTF-8"?><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1.xml"/></Relationships>
</file>

<file path=ppt/slideLayouts/_rels/slideLayout47.xml.rels><?xml version="1.0" encoding="UTF-8"?><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1.xml"/></Relationships>
</file>

<file path=ppt/slideLayouts/_rels/slideLayout48.xml.rels><?xml version="1.0" encoding="UTF-8"?><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6.svg"/></Relationships>
</file>

<file path=ppt/slideLayouts/_rels/slideLayout49.xml.rels><?xml version="1.0" encoding="UTF-8"?><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50.xml.rels><?xml version="1.0" encoding="UTF-8"?><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51.xml.rels><?xml version="1.0" encoding="UTF-8"?><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52.xml.rels><?xml version="1.0" encoding="UTF-8"?><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53.xml.rels><?xml version="1.0" encoding="UTF-8"?><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1.xml"/></Relationships>
</file>

<file path=ppt/slideLayouts/_rels/slideLayout54.xml.rels><?xml version="1.0" encoding="UTF-8"?><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55.xml.rels><?xml version="1.0" encoding="UTF-8"?><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1.xml"/></Relationships>
</file>

<file path=ppt/slideLayouts/_rels/slideLayout56.xml.rels><?xml version="1.0" encoding="UTF-8"?><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1.xml"/></Relationships>
</file>

<file path=ppt/slideLayouts/_rels/slideLayout57.xml.rels><?xml version="1.0" encoding="UTF-8"?><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1.xml"/></Relationships>
</file>

<file path=ppt/slideLayouts/_rels/slideLayout58.xml.rels><?xml version="1.0" encoding="UTF-8"?><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9.xml.rels><?xml version="1.0" encoding="UTF-8"?><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60.xml.rels><?xml version="1.0" encoding="UTF-8"?><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61.xml.rels><?xml version="1.0" encoding="UTF-8"?><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1">
    <p:bg>
      <p:bgRef idx="1001">
        <a:schemeClr val="bg1"/>
      </p:bgRef>
    </p:bg>
    <p:spTree>
      <p:nvGrpSpPr>
        <p:cNvPr id="1" name=""/>
        <p:cNvGrpSpPr/>
        <p:nvPr/>
      </p:nvGrpSpPr>
      <p:grpSpPr>
        <a:xfrm>
          <a:off x="0" y="0"/>
          <a:ext cx="0" cy="0"/>
          <a:chOff x="0" y="0"/>
          <a:chExt cx="0" cy="0"/>
        </a:xfrm>
      </p:grpSpPr>
      <p:pic>
        <p:nvPicPr>
          <p:cNvPr id="3" name="Picture 2" descr="A purple and black background  AI-generated content may be incorrect.">
            <a:extLst>
              <a:ext uri="{FF2B5EF4-FFF2-40B4-BE49-F238E27FC236}">
                <a16:creationId xmlns:a16="http://schemas.microsoft.com/office/drawing/2014/main" id="{131B33A6-D0A2-ECC7-C2F2-5DD827DAD708}"/>
              </a:ext>
            </a:extLst>
          </p:cNvPr>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17A57C70-AF72-059E-B341-B3673E314E41}"/>
              </a:ext>
            </a:extLst>
          </p:cNvPr>
          <p:cNvSpPr>
            <a:spLocks noGrp="1"/>
          </p:cNvSpPr>
          <p:nvPr>
            <p:ph type="title" hasCustomPrompt="1"/>
          </p:nvPr>
        </p:nvSpPr>
        <p:spPr>
          <a:xfrm>
            <a:off x="631645" y="2936993"/>
            <a:ext cx="8415131" cy="1696451"/>
          </a:xfrm>
        </p:spPr>
        <p:txBody>
          <a:bodyPr lIns="0" tIns="0" rIns="0" bIns="0" anchor="b">
            <a:noAutofit/>
          </a:bodyPr>
          <a:lstStyle>
            <a:lvl1pPr>
              <a:lnSpc>
                <a:spcPct val="90000"/>
              </a:lnSpc>
              <a:defRPr sz="5000" b="1" i="0">
                <a:latin typeface="+mj-lt"/>
              </a:defRPr>
            </a:lvl1pPr>
          </a:lstStyle>
          <a:p>
            <a:r>
              <a:rPr lang="en-US" dirty="0"/>
              <a:t>Cover lorem ipsum dolor sit </a:t>
            </a:r>
            <a:r>
              <a:rPr lang="en-US" dirty="0" err="1"/>
              <a:t>amet</a:t>
            </a:r>
            <a:r>
              <a:rPr lang="en-US" dirty="0"/>
              <a:t> </a:t>
            </a:r>
            <a:r>
              <a:rPr lang="en-US" dirty="0" err="1"/>
              <a:t>consectetur</a:t>
            </a:r>
            <a:endParaRPr lang="en-US" dirty="0"/>
          </a:p>
        </p:txBody>
      </p:sp>
      <p:sp>
        <p:nvSpPr>
          <p:cNvPr id="9" name="Text Placeholder 8">
            <a:extLst>
              <a:ext uri="{FF2B5EF4-FFF2-40B4-BE49-F238E27FC236}">
                <a16:creationId xmlns:a16="http://schemas.microsoft.com/office/drawing/2014/main" id="{68BAFD7B-A1E4-D888-7F5A-BC6451FF0448}"/>
              </a:ext>
            </a:extLst>
          </p:cNvPr>
          <p:cNvSpPr>
            <a:spLocks noGrp="1"/>
          </p:cNvSpPr>
          <p:nvPr>
            <p:ph type="body" sz="quarter" idx="13" hasCustomPrompt="1"/>
          </p:nvPr>
        </p:nvSpPr>
        <p:spPr>
          <a:xfrm>
            <a:off x="631645" y="4765448"/>
            <a:ext cx="8447087" cy="1103588"/>
          </a:xfrm>
        </p:spPr>
        <p:txBody>
          <a:bodyPr lIns="0" tIns="0" rIns="0" bIns="0">
            <a:noAutofit/>
          </a:bodyPr>
          <a:lstStyle>
            <a:lvl1pPr marL="0" indent="0">
              <a:lnSpc>
                <a:spcPct val="100000"/>
              </a:lnSpc>
              <a:spcBef>
                <a:spcPts val="0"/>
              </a:spcBef>
              <a:spcAft>
                <a:spcPts val="600"/>
              </a:spcAft>
              <a:buFont typeface="DM Sans" panose="020B0604020202020204" pitchFamily="34" charset="0"/>
              <a:buNone/>
              <a:defRPr sz="2400">
                <a:latin typeface="+mn-lt"/>
              </a:defRPr>
            </a:lvl1pPr>
          </a:lstStyle>
          <a:p>
            <a:pPr lvl="0"/>
            <a:r>
              <a:rPr lang="en-US" dirty="0"/>
              <a:t>Subhead lorem ipsum dolor sit </a:t>
            </a:r>
            <a:r>
              <a:rPr lang="en-US" dirty="0" err="1"/>
              <a:t>amet</a:t>
            </a:r>
            <a:r>
              <a:rPr lang="en-US" dirty="0"/>
              <a:t> </a:t>
            </a:r>
            <a:r>
              <a:rPr lang="en-US" dirty="0" err="1"/>
              <a:t>consectetur</a:t>
            </a:r>
            <a:endParaRPr lang="en-US" dirty="0"/>
          </a:p>
        </p:txBody>
      </p:sp>
      <p:pic>
        <p:nvPicPr>
          <p:cNvPr id="11" name="Graphic 10">
            <a:extLst>
              <a:ext uri="{FF2B5EF4-FFF2-40B4-BE49-F238E27FC236}">
                <a16:creationId xmlns:a16="http://schemas.microsoft.com/office/drawing/2014/main" id="{3A796EBE-B2D0-5C11-1F6A-ED0B98A8D0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30156" y="350611"/>
            <a:ext cx="1793495" cy="439914"/>
          </a:xfrm>
          <a:prstGeom prst="rect">
            <a:avLst/>
          </a:prstGeom>
        </p:spPr>
      </p:pic>
      <p:sp>
        <p:nvSpPr>
          <p:cNvPr id="15" name="Text Placeholder 8">
            <a:extLst>
              <a:ext uri="{FF2B5EF4-FFF2-40B4-BE49-F238E27FC236}">
                <a16:creationId xmlns:a16="http://schemas.microsoft.com/office/drawing/2014/main" id="{B383605A-2F92-E85B-D151-9661D31C13B1}"/>
              </a:ext>
            </a:extLst>
          </p:cNvPr>
          <p:cNvSpPr>
            <a:spLocks noGrp="1"/>
          </p:cNvSpPr>
          <p:nvPr>
            <p:ph type="body" sz="quarter" idx="14" hasCustomPrompt="1"/>
          </p:nvPr>
        </p:nvSpPr>
        <p:spPr>
          <a:xfrm>
            <a:off x="631646" y="5869036"/>
            <a:ext cx="3295970" cy="542820"/>
          </a:xfrm>
        </p:spPr>
        <p:txBody>
          <a:bodyPr lIns="0" tIns="0" rIns="0" bIns="0" anchor="b">
            <a:noAutofit/>
          </a:bodyPr>
          <a:lstStyle>
            <a:lvl1pPr marL="0" indent="0">
              <a:lnSpc>
                <a:spcPct val="100000"/>
              </a:lnSpc>
              <a:spcBef>
                <a:spcPts val="0"/>
              </a:spcBef>
              <a:spcAft>
                <a:spcPts val="600"/>
              </a:spcAft>
              <a:buFont typeface="DM Sans" panose="020B0604020202020204" pitchFamily="34" charset="0"/>
              <a:buNone/>
              <a:defRPr sz="1200">
                <a:latin typeface="+mn-lt"/>
              </a:defRPr>
            </a:lvl1pPr>
          </a:lstStyle>
          <a:p>
            <a:pPr lvl="0"/>
            <a:r>
              <a:rPr lang="en-US" dirty="0">
                <a:effectLst/>
              </a:rPr>
              <a:t>Author lorem ipsum</a:t>
            </a:r>
            <a:br>
              <a:rPr lang="en-US" dirty="0">
                <a:effectLst/>
              </a:rPr>
            </a:br>
            <a:r>
              <a:rPr lang="en-US" dirty="0">
                <a:effectLst/>
              </a:rPr>
              <a:t>Contact lorem ipsum</a:t>
            </a:r>
            <a:endParaRPr lang="en-US" dirty="0"/>
          </a:p>
        </p:txBody>
      </p:sp>
    </p:spTree>
    <p:extLst>
      <p:ext uri="{BB962C8B-B14F-4D97-AF65-F5344CB8AC3E}">
        <p14:creationId xmlns:p14="http://schemas.microsoft.com/office/powerpoint/2010/main" val="325392091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3">
    <p:bg>
      <p:bgRef idx="1001">
        <a:schemeClr val="bg1"/>
      </p:bgRef>
    </p:bg>
    <p:spTree>
      <p:nvGrpSpPr>
        <p:cNvPr id="1" name=""/>
        <p:cNvGrpSpPr/>
        <p:nvPr/>
      </p:nvGrpSpPr>
      <p:grpSpPr>
        <a:xfrm>
          <a:off x="0" y="0"/>
          <a:ext cx="0" cy="0"/>
          <a:chOff x="0" y="0"/>
          <a:chExt cx="0" cy="0"/>
        </a:xfrm>
      </p:grpSpPr>
      <p:pic>
        <p:nvPicPr>
          <p:cNvPr id="4" name="Picture 3" descr="A blue and purple circle  AI-generated content may be incorrect.">
            <a:extLst>
              <a:ext uri="{FF2B5EF4-FFF2-40B4-BE49-F238E27FC236}">
                <a16:creationId xmlns:a16="http://schemas.microsoft.com/office/drawing/2014/main" id="{74F1E887-CEF3-D41E-3D7C-09F6F1AE6CDA}"/>
              </a:ext>
            </a:extLst>
          </p:cNvPr>
          <p:cNvPicPr/>
          <p:nvPr userDrawn="1"/>
        </p:nvPicPr>
        <p:blipFill>
          <a:blip r:embed="rId2"/>
          <a:stretch>
            <a:fillRect/>
          </a:stretch>
        </p:blipFill>
        <p:spPr>
          <a:xfrm>
            <a:off x="0" y="0"/>
            <a:ext cx="11074401" cy="6858000"/>
          </a:xfrm>
          <a:prstGeom prst="rect">
            <a:avLst/>
          </a:prstGeom>
        </p:spPr>
      </p:pic>
      <p:pic>
        <p:nvPicPr>
          <p:cNvPr id="11" name="Graphic 10">
            <a:extLst>
              <a:ext uri="{FF2B5EF4-FFF2-40B4-BE49-F238E27FC236}">
                <a16:creationId xmlns:a16="http://schemas.microsoft.com/office/drawing/2014/main" id="{3A796EBE-B2D0-5C11-1F6A-ED0B98A8D0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30156" y="350611"/>
            <a:ext cx="1793495" cy="439914"/>
          </a:xfrm>
          <a:prstGeom prst="rect">
            <a:avLst/>
          </a:prstGeom>
        </p:spPr>
      </p:pic>
      <p:sp>
        <p:nvSpPr>
          <p:cNvPr id="15" name="Text Placeholder 8">
            <a:extLst>
              <a:ext uri="{FF2B5EF4-FFF2-40B4-BE49-F238E27FC236}">
                <a16:creationId xmlns:a16="http://schemas.microsoft.com/office/drawing/2014/main" id="{085CDAC9-7E26-D895-6E4A-A235ED5EDEAE}"/>
              </a:ext>
            </a:extLst>
          </p:cNvPr>
          <p:cNvSpPr>
            <a:spLocks noGrp="1"/>
          </p:cNvSpPr>
          <p:nvPr>
            <p:ph type="body" sz="quarter" idx="14" hasCustomPrompt="1"/>
          </p:nvPr>
        </p:nvSpPr>
        <p:spPr>
          <a:xfrm>
            <a:off x="631645" y="4765448"/>
            <a:ext cx="8447087" cy="1103588"/>
          </a:xfrm>
        </p:spPr>
        <p:txBody>
          <a:bodyPr lIns="0" tIns="0" rIns="0" bIns="0">
            <a:noAutofit/>
          </a:bodyPr>
          <a:lstStyle>
            <a:lvl1pPr marL="0" indent="0">
              <a:lnSpc>
                <a:spcPct val="100000"/>
              </a:lnSpc>
              <a:spcBef>
                <a:spcPts val="0"/>
              </a:spcBef>
              <a:spcAft>
                <a:spcPts val="600"/>
              </a:spcAft>
              <a:buFont typeface="DM Sans" panose="020B0604020202020204" pitchFamily="34" charset="0"/>
              <a:buNone/>
              <a:defRPr sz="2400">
                <a:latin typeface="+mn-lt"/>
              </a:defRPr>
            </a:lvl1pPr>
          </a:lstStyle>
          <a:p>
            <a:pPr lvl="0"/>
            <a:r>
              <a:rPr lang="en-US" dirty="0"/>
              <a:t>Subhead lorem ipsum dolor sit </a:t>
            </a:r>
            <a:r>
              <a:rPr lang="en-US" dirty="0" err="1"/>
              <a:t>amet</a:t>
            </a:r>
            <a:r>
              <a:rPr lang="en-US" dirty="0"/>
              <a:t> </a:t>
            </a:r>
            <a:r>
              <a:rPr lang="en-US" dirty="0" err="1"/>
              <a:t>consectetur</a:t>
            </a:r>
            <a:endParaRPr lang="en-US" dirty="0"/>
          </a:p>
        </p:txBody>
      </p:sp>
      <p:sp>
        <p:nvSpPr>
          <p:cNvPr id="16" name="Text Placeholder 8">
            <a:extLst>
              <a:ext uri="{FF2B5EF4-FFF2-40B4-BE49-F238E27FC236}">
                <a16:creationId xmlns:a16="http://schemas.microsoft.com/office/drawing/2014/main" id="{96C5CA84-1390-EEEE-ECAE-88CA826D8860}"/>
              </a:ext>
            </a:extLst>
          </p:cNvPr>
          <p:cNvSpPr>
            <a:spLocks noGrp="1"/>
          </p:cNvSpPr>
          <p:nvPr>
            <p:ph type="body" sz="quarter" idx="15" hasCustomPrompt="1"/>
          </p:nvPr>
        </p:nvSpPr>
        <p:spPr>
          <a:xfrm>
            <a:off x="631646" y="5869036"/>
            <a:ext cx="3295970" cy="542820"/>
          </a:xfrm>
        </p:spPr>
        <p:txBody>
          <a:bodyPr lIns="0" tIns="0" rIns="0" bIns="0" anchor="b">
            <a:noAutofit/>
          </a:bodyPr>
          <a:lstStyle>
            <a:lvl1pPr marL="0" indent="0">
              <a:lnSpc>
                <a:spcPct val="100000"/>
              </a:lnSpc>
              <a:spcBef>
                <a:spcPts val="0"/>
              </a:spcBef>
              <a:spcAft>
                <a:spcPts val="600"/>
              </a:spcAft>
              <a:buFont typeface="DM Sans" panose="020B0604020202020204" pitchFamily="34" charset="0"/>
              <a:buNone/>
              <a:defRPr sz="1200">
                <a:latin typeface="+mn-lt"/>
              </a:defRPr>
            </a:lvl1pPr>
          </a:lstStyle>
          <a:p>
            <a:pPr lvl="0"/>
            <a:r>
              <a:rPr lang="en-US">
                <a:effectLst/>
              </a:rPr>
              <a:t>Author lorem ipsum</a:t>
            </a:r>
            <a:br>
              <a:rPr lang="en-US">
                <a:effectLst/>
              </a:rPr>
            </a:br>
            <a:r>
              <a:rPr lang="en-US">
                <a:effectLst/>
              </a:rPr>
              <a:t>Contact lorem ipsum</a:t>
            </a:r>
            <a:endParaRPr lang="en-US"/>
          </a:p>
        </p:txBody>
      </p:sp>
      <p:sp>
        <p:nvSpPr>
          <p:cNvPr id="2" name="Title 1">
            <a:extLst>
              <a:ext uri="{FF2B5EF4-FFF2-40B4-BE49-F238E27FC236}">
                <a16:creationId xmlns:a16="http://schemas.microsoft.com/office/drawing/2014/main" id="{41D2F251-4CAE-AD40-614E-DF91CBBC0803}"/>
              </a:ext>
            </a:extLst>
          </p:cNvPr>
          <p:cNvSpPr>
            <a:spLocks noGrp="1"/>
          </p:cNvSpPr>
          <p:nvPr>
            <p:ph type="title" hasCustomPrompt="1"/>
          </p:nvPr>
        </p:nvSpPr>
        <p:spPr>
          <a:xfrm>
            <a:off x="631645" y="2936993"/>
            <a:ext cx="8415131" cy="1696451"/>
          </a:xfrm>
        </p:spPr>
        <p:txBody>
          <a:bodyPr lIns="0" tIns="0" rIns="0" bIns="0" anchor="b">
            <a:noAutofit/>
          </a:bodyPr>
          <a:lstStyle>
            <a:lvl1pPr>
              <a:lnSpc>
                <a:spcPct val="90000"/>
              </a:lnSpc>
              <a:defRPr sz="5000" b="1" i="0">
                <a:latin typeface="+mj-lt"/>
              </a:defRPr>
            </a:lvl1pPr>
          </a:lstStyle>
          <a:p>
            <a:r>
              <a:rPr lang="en-US" dirty="0"/>
              <a:t>Cover lorem ipsum dolor sit </a:t>
            </a:r>
            <a:r>
              <a:rPr lang="en-US" dirty="0" err="1"/>
              <a:t>amet</a:t>
            </a:r>
            <a:r>
              <a:rPr lang="en-US" dirty="0"/>
              <a:t> </a:t>
            </a:r>
            <a:r>
              <a:rPr lang="en-US" dirty="0" err="1"/>
              <a:t>consectetur</a:t>
            </a:r>
            <a:endParaRPr lang="en-US" dirty="0"/>
          </a:p>
        </p:txBody>
      </p:sp>
    </p:spTree>
    <p:extLst>
      <p:ext uri="{BB962C8B-B14F-4D97-AF65-F5344CB8AC3E}">
        <p14:creationId xmlns:p14="http://schemas.microsoft.com/office/powerpoint/2010/main" val="823005582"/>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5">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1B09D79-3C88-F257-3958-B8400E1E1136}"/>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17A57C70-AF72-059E-B341-B3673E314E41}"/>
              </a:ext>
            </a:extLst>
          </p:cNvPr>
          <p:cNvSpPr>
            <a:spLocks noGrp="1"/>
          </p:cNvSpPr>
          <p:nvPr>
            <p:ph type="title" hasCustomPrompt="1"/>
          </p:nvPr>
        </p:nvSpPr>
        <p:spPr>
          <a:xfrm>
            <a:off x="408125" y="1632440"/>
            <a:ext cx="5687875" cy="2357530"/>
          </a:xfrm>
        </p:spPr>
        <p:txBody>
          <a:bodyPr lIns="0" tIns="0" rIns="0" bIns="0" anchor="b">
            <a:noAutofit/>
          </a:bodyPr>
          <a:lstStyle>
            <a:lvl1pPr>
              <a:lnSpc>
                <a:spcPct val="90000"/>
              </a:lnSpc>
              <a:defRPr sz="5000" b="1" i="0">
                <a:latin typeface="+mj-lt"/>
              </a:defRPr>
            </a:lvl1pPr>
          </a:lstStyle>
          <a:p>
            <a:r>
              <a:rPr lang="en-US" dirty="0"/>
              <a:t>Cover lorem ipsum dolor sit </a:t>
            </a:r>
            <a:r>
              <a:rPr lang="en-US" dirty="0" err="1"/>
              <a:t>amet</a:t>
            </a:r>
            <a:r>
              <a:rPr lang="en-US" dirty="0"/>
              <a:t> </a:t>
            </a:r>
            <a:r>
              <a:rPr lang="en-US" dirty="0" err="1"/>
              <a:t>consectetur</a:t>
            </a:r>
            <a:endParaRPr lang="en-US" dirty="0"/>
          </a:p>
        </p:txBody>
      </p:sp>
      <p:sp>
        <p:nvSpPr>
          <p:cNvPr id="9" name="Text Placeholder 8">
            <a:extLst>
              <a:ext uri="{FF2B5EF4-FFF2-40B4-BE49-F238E27FC236}">
                <a16:creationId xmlns:a16="http://schemas.microsoft.com/office/drawing/2014/main" id="{68BAFD7B-A1E4-D888-7F5A-BC6451FF0448}"/>
              </a:ext>
            </a:extLst>
          </p:cNvPr>
          <p:cNvSpPr>
            <a:spLocks noGrp="1"/>
          </p:cNvSpPr>
          <p:nvPr>
            <p:ph type="body" sz="quarter" idx="13" hasCustomPrompt="1"/>
          </p:nvPr>
        </p:nvSpPr>
        <p:spPr>
          <a:xfrm>
            <a:off x="408126" y="4121973"/>
            <a:ext cx="5709474" cy="1103588"/>
          </a:xfrm>
        </p:spPr>
        <p:txBody>
          <a:bodyPr lIns="0" tIns="0" rIns="0" bIns="0">
            <a:noAutofit/>
          </a:bodyPr>
          <a:lstStyle>
            <a:lvl1pPr marL="0" indent="0">
              <a:lnSpc>
                <a:spcPct val="100000"/>
              </a:lnSpc>
              <a:spcBef>
                <a:spcPts val="0"/>
              </a:spcBef>
              <a:spcAft>
                <a:spcPts val="600"/>
              </a:spcAft>
              <a:buFont typeface="DM Sans" panose="020B0604020202020204" pitchFamily="34" charset="0"/>
              <a:buNone/>
              <a:defRPr sz="2400">
                <a:latin typeface="+mn-lt"/>
              </a:defRPr>
            </a:lvl1pPr>
          </a:lstStyle>
          <a:p>
            <a:pPr lvl="0"/>
            <a:r>
              <a:rPr lang="en-US" dirty="0"/>
              <a:t>Subhead lorem ipsum dolor sit </a:t>
            </a:r>
            <a:r>
              <a:rPr lang="en-US" dirty="0" err="1"/>
              <a:t>amet</a:t>
            </a:r>
            <a:r>
              <a:rPr lang="en-US" dirty="0"/>
              <a:t> </a:t>
            </a:r>
            <a:r>
              <a:rPr lang="en-US" dirty="0" err="1"/>
              <a:t>consectetur</a:t>
            </a:r>
            <a:endParaRPr lang="en-US" dirty="0"/>
          </a:p>
        </p:txBody>
      </p:sp>
      <p:pic>
        <p:nvPicPr>
          <p:cNvPr id="11" name="Graphic 10">
            <a:extLst>
              <a:ext uri="{FF2B5EF4-FFF2-40B4-BE49-F238E27FC236}">
                <a16:creationId xmlns:a16="http://schemas.microsoft.com/office/drawing/2014/main" id="{3A796EBE-B2D0-5C11-1F6A-ED0B98A8D0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30156" y="350611"/>
            <a:ext cx="1793495" cy="439914"/>
          </a:xfrm>
          <a:prstGeom prst="rect">
            <a:avLst/>
          </a:prstGeom>
        </p:spPr>
      </p:pic>
      <p:sp>
        <p:nvSpPr>
          <p:cNvPr id="12" name="Text Placeholder 8">
            <a:extLst>
              <a:ext uri="{FF2B5EF4-FFF2-40B4-BE49-F238E27FC236}">
                <a16:creationId xmlns:a16="http://schemas.microsoft.com/office/drawing/2014/main" id="{66972D54-B533-96DD-69B3-798259BEE26B}"/>
              </a:ext>
            </a:extLst>
          </p:cNvPr>
          <p:cNvSpPr>
            <a:spLocks noGrp="1"/>
          </p:cNvSpPr>
          <p:nvPr>
            <p:ph type="body" sz="quarter" idx="14" hasCustomPrompt="1"/>
          </p:nvPr>
        </p:nvSpPr>
        <p:spPr>
          <a:xfrm>
            <a:off x="408126" y="5889356"/>
            <a:ext cx="3295970" cy="542820"/>
          </a:xfrm>
        </p:spPr>
        <p:txBody>
          <a:bodyPr lIns="0" tIns="0" rIns="0" bIns="0" anchor="b">
            <a:noAutofit/>
          </a:bodyPr>
          <a:lstStyle>
            <a:lvl1pPr marL="0" indent="0">
              <a:lnSpc>
                <a:spcPct val="100000"/>
              </a:lnSpc>
              <a:spcBef>
                <a:spcPts val="0"/>
              </a:spcBef>
              <a:spcAft>
                <a:spcPts val="600"/>
              </a:spcAft>
              <a:buFont typeface="DM Sans" panose="020B0604020202020204" pitchFamily="34" charset="0"/>
              <a:buNone/>
              <a:defRPr sz="1200">
                <a:latin typeface="+mn-lt"/>
              </a:defRPr>
            </a:lvl1pPr>
          </a:lstStyle>
          <a:p>
            <a:pPr lvl="0"/>
            <a:r>
              <a:rPr lang="en-US" dirty="0">
                <a:effectLst/>
              </a:rPr>
              <a:t>Author lorem ipsum</a:t>
            </a:r>
            <a:br>
              <a:rPr lang="en-US" dirty="0">
                <a:effectLst/>
              </a:rPr>
            </a:br>
            <a:r>
              <a:rPr lang="en-US" dirty="0">
                <a:effectLst/>
              </a:rPr>
              <a:t>Contact lorem ipsum</a:t>
            </a:r>
            <a:endParaRPr lang="en-US" dirty="0"/>
          </a:p>
        </p:txBody>
      </p:sp>
    </p:spTree>
    <p:extLst>
      <p:ext uri="{BB962C8B-B14F-4D97-AF65-F5344CB8AC3E}">
        <p14:creationId xmlns:p14="http://schemas.microsoft.com/office/powerpoint/2010/main" val="128943357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6">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B40A01-70EE-4F97-9898-53DDED731D11}"/>
              </a:ext>
            </a:extLst>
          </p:cNvPr>
          <p:cNvPicPr>
            <a:picLocks noGrp="1" noRot="1" noMove="1" noResize="1" noEditPoints="1" noAdjustHandles="1" noChangeArrowheads="1" noChangeShapeType="1" noCrop="1"/>
          </p:cNvPicPr>
          <p:nvPr userDrawn="1"/>
        </p:nvPicPr>
        <p:blipFill>
          <a:blip r:embed="rId2"/>
          <a:stretch>
            <a:fillRect/>
          </a:stretch>
        </p:blipFill>
        <p:spPr>
          <a:xfrm>
            <a:off x="0" y="0"/>
            <a:ext cx="12192000" cy="6858000"/>
          </a:xfrm>
          <a:prstGeom prst="rect">
            <a:avLst/>
          </a:prstGeom>
        </p:spPr>
      </p:pic>
      <p:pic>
        <p:nvPicPr>
          <p:cNvPr id="11" name="Graphic 10">
            <a:extLst>
              <a:ext uri="{FF2B5EF4-FFF2-40B4-BE49-F238E27FC236}">
                <a16:creationId xmlns:a16="http://schemas.microsoft.com/office/drawing/2014/main" id="{3A796EBE-B2D0-5C11-1F6A-ED0B98A8D0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30156" y="350611"/>
            <a:ext cx="1793495" cy="439914"/>
          </a:xfrm>
          <a:prstGeom prst="rect">
            <a:avLst/>
          </a:prstGeom>
        </p:spPr>
      </p:pic>
      <p:sp>
        <p:nvSpPr>
          <p:cNvPr id="4" name="Title 1">
            <a:extLst>
              <a:ext uri="{FF2B5EF4-FFF2-40B4-BE49-F238E27FC236}">
                <a16:creationId xmlns:a16="http://schemas.microsoft.com/office/drawing/2014/main" id="{FDB98634-1466-2B7B-F1C0-593AE72FEFAB}"/>
              </a:ext>
            </a:extLst>
          </p:cNvPr>
          <p:cNvSpPr>
            <a:spLocks noGrp="1"/>
          </p:cNvSpPr>
          <p:nvPr>
            <p:ph type="title" hasCustomPrompt="1"/>
          </p:nvPr>
        </p:nvSpPr>
        <p:spPr>
          <a:xfrm>
            <a:off x="408125" y="1632440"/>
            <a:ext cx="5687875" cy="2357530"/>
          </a:xfrm>
        </p:spPr>
        <p:txBody>
          <a:bodyPr lIns="0" tIns="0" rIns="0" bIns="0" anchor="b">
            <a:noAutofit/>
          </a:bodyPr>
          <a:lstStyle>
            <a:lvl1pPr>
              <a:lnSpc>
                <a:spcPct val="90000"/>
              </a:lnSpc>
              <a:defRPr sz="5000" b="1" i="0">
                <a:latin typeface="+mj-lt"/>
              </a:defRPr>
            </a:lvl1pPr>
          </a:lstStyle>
          <a:p>
            <a:r>
              <a:rPr lang="en-US" dirty="0"/>
              <a:t>Cover lorem ipsum dolor sit </a:t>
            </a:r>
            <a:r>
              <a:rPr lang="en-US" dirty="0" err="1"/>
              <a:t>amet</a:t>
            </a:r>
            <a:r>
              <a:rPr lang="en-US" dirty="0"/>
              <a:t> </a:t>
            </a:r>
            <a:r>
              <a:rPr lang="en-US" dirty="0" err="1"/>
              <a:t>consectetur</a:t>
            </a:r>
            <a:endParaRPr lang="en-US" dirty="0"/>
          </a:p>
        </p:txBody>
      </p:sp>
      <p:sp>
        <p:nvSpPr>
          <p:cNvPr id="5" name="Text Placeholder 8">
            <a:extLst>
              <a:ext uri="{FF2B5EF4-FFF2-40B4-BE49-F238E27FC236}">
                <a16:creationId xmlns:a16="http://schemas.microsoft.com/office/drawing/2014/main" id="{7821BC7D-BE3A-AE29-73AE-B36E59D08AD6}"/>
              </a:ext>
            </a:extLst>
          </p:cNvPr>
          <p:cNvSpPr>
            <a:spLocks noGrp="1"/>
          </p:cNvSpPr>
          <p:nvPr>
            <p:ph type="body" sz="quarter" idx="13" hasCustomPrompt="1"/>
          </p:nvPr>
        </p:nvSpPr>
        <p:spPr>
          <a:xfrm>
            <a:off x="408126" y="4121973"/>
            <a:ext cx="5709474" cy="1103588"/>
          </a:xfrm>
        </p:spPr>
        <p:txBody>
          <a:bodyPr lIns="0" tIns="0" rIns="0" bIns="0">
            <a:noAutofit/>
          </a:bodyPr>
          <a:lstStyle>
            <a:lvl1pPr marL="0" indent="0">
              <a:lnSpc>
                <a:spcPct val="100000"/>
              </a:lnSpc>
              <a:spcBef>
                <a:spcPts val="0"/>
              </a:spcBef>
              <a:spcAft>
                <a:spcPts val="600"/>
              </a:spcAft>
              <a:buFont typeface="DM Sans" panose="020B0604020202020204" pitchFamily="34" charset="0"/>
              <a:buNone/>
              <a:defRPr sz="2400">
                <a:latin typeface="+mn-lt"/>
              </a:defRPr>
            </a:lvl1pPr>
          </a:lstStyle>
          <a:p>
            <a:pPr lvl="0"/>
            <a:r>
              <a:rPr lang="en-US" dirty="0"/>
              <a:t>Subhead lorem ipsum dolor sit </a:t>
            </a:r>
            <a:r>
              <a:rPr lang="en-US" dirty="0" err="1"/>
              <a:t>amet</a:t>
            </a:r>
            <a:r>
              <a:rPr lang="en-US" dirty="0"/>
              <a:t> </a:t>
            </a:r>
            <a:r>
              <a:rPr lang="en-US" dirty="0" err="1"/>
              <a:t>consectetur</a:t>
            </a:r>
            <a:endParaRPr lang="en-US" dirty="0"/>
          </a:p>
        </p:txBody>
      </p:sp>
      <p:sp>
        <p:nvSpPr>
          <p:cNvPr id="6" name="Text Placeholder 8">
            <a:extLst>
              <a:ext uri="{FF2B5EF4-FFF2-40B4-BE49-F238E27FC236}">
                <a16:creationId xmlns:a16="http://schemas.microsoft.com/office/drawing/2014/main" id="{ECE62152-D69A-F933-1B3B-9ADD3141D75C}"/>
              </a:ext>
            </a:extLst>
          </p:cNvPr>
          <p:cNvSpPr>
            <a:spLocks noGrp="1"/>
          </p:cNvSpPr>
          <p:nvPr>
            <p:ph type="body" sz="quarter" idx="14" hasCustomPrompt="1"/>
          </p:nvPr>
        </p:nvSpPr>
        <p:spPr>
          <a:xfrm>
            <a:off x="408126" y="5889356"/>
            <a:ext cx="3295970" cy="542820"/>
          </a:xfrm>
        </p:spPr>
        <p:txBody>
          <a:bodyPr lIns="0" tIns="0" rIns="0" bIns="0" anchor="b">
            <a:noAutofit/>
          </a:bodyPr>
          <a:lstStyle>
            <a:lvl1pPr marL="0" indent="0">
              <a:lnSpc>
                <a:spcPct val="100000"/>
              </a:lnSpc>
              <a:spcBef>
                <a:spcPts val="0"/>
              </a:spcBef>
              <a:spcAft>
                <a:spcPts val="600"/>
              </a:spcAft>
              <a:buFont typeface="DM Sans" panose="020B0604020202020204" pitchFamily="34" charset="0"/>
              <a:buNone/>
              <a:defRPr sz="1200">
                <a:latin typeface="+mn-lt"/>
              </a:defRPr>
            </a:lvl1pPr>
          </a:lstStyle>
          <a:p>
            <a:pPr lvl="0"/>
            <a:r>
              <a:rPr lang="en-US" dirty="0">
                <a:effectLst/>
              </a:rPr>
              <a:t>Author lorem ipsum</a:t>
            </a:r>
            <a:br>
              <a:rPr lang="en-US" dirty="0">
                <a:effectLst/>
              </a:rPr>
            </a:br>
            <a:r>
              <a:rPr lang="en-US" dirty="0">
                <a:effectLst/>
              </a:rPr>
              <a:t>Contact lorem ipsum</a:t>
            </a:r>
            <a:endParaRPr lang="en-US" dirty="0"/>
          </a:p>
        </p:txBody>
      </p:sp>
    </p:spTree>
    <p:extLst>
      <p:ext uri="{BB962C8B-B14F-4D97-AF65-F5344CB8AC3E}">
        <p14:creationId xmlns:p14="http://schemas.microsoft.com/office/powerpoint/2010/main" val="3583361671"/>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9">
    <p:bg>
      <p:bgRef idx="1001">
        <a:schemeClr val="bg1"/>
      </p:bgRef>
    </p:bg>
    <p:spTree>
      <p:nvGrpSpPr>
        <p:cNvPr id="1" name=""/>
        <p:cNvGrpSpPr/>
        <p:nvPr/>
      </p:nvGrpSpPr>
      <p:grpSpPr>
        <a:xfrm>
          <a:off x="0" y="0"/>
          <a:ext cx="0" cy="0"/>
          <a:chOff x="0" y="0"/>
          <a:chExt cx="0" cy="0"/>
        </a:xfrm>
      </p:grpSpPr>
      <p:pic>
        <p:nvPicPr>
          <p:cNvPr id="2" name="Picture 1" descr="A close-up of a skateboard  AI-generated content may be incorrect.">
            <a:extLst>
              <a:ext uri="{FF2B5EF4-FFF2-40B4-BE49-F238E27FC236}">
                <a16:creationId xmlns:a16="http://schemas.microsoft.com/office/drawing/2014/main" id="{1BEA69D6-A659-1C67-BD70-5FA51F35CAF4}"/>
              </a:ext>
            </a:extLst>
          </p:cNvPr>
          <p:cNvPicPr/>
          <p:nvPr userDrawn="1"/>
        </p:nvPicPr>
        <p:blipFill>
          <a:blip r:embed="rId2"/>
          <a:stretch>
            <a:fillRect/>
          </a:stretch>
        </p:blipFill>
        <p:spPr>
          <a:xfrm>
            <a:off x="0" y="0"/>
            <a:ext cx="12192000" cy="6858000"/>
          </a:xfrm>
          <a:prstGeom prst="rect">
            <a:avLst/>
          </a:prstGeom>
        </p:spPr>
      </p:pic>
      <p:pic>
        <p:nvPicPr>
          <p:cNvPr id="11" name="Graphic 10">
            <a:extLst>
              <a:ext uri="{FF2B5EF4-FFF2-40B4-BE49-F238E27FC236}">
                <a16:creationId xmlns:a16="http://schemas.microsoft.com/office/drawing/2014/main" id="{3A796EBE-B2D0-5C11-1F6A-ED0B98A8D06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030156" y="350611"/>
            <a:ext cx="1793495" cy="439914"/>
          </a:xfrm>
          <a:prstGeom prst="rect">
            <a:avLst/>
          </a:prstGeom>
        </p:spPr>
      </p:pic>
      <p:sp>
        <p:nvSpPr>
          <p:cNvPr id="3" name="Title 1">
            <a:extLst>
              <a:ext uri="{FF2B5EF4-FFF2-40B4-BE49-F238E27FC236}">
                <a16:creationId xmlns:a16="http://schemas.microsoft.com/office/drawing/2014/main" id="{C4413295-3FB9-DBFE-808A-55C95C6C026F}"/>
              </a:ext>
            </a:extLst>
          </p:cNvPr>
          <p:cNvSpPr>
            <a:spLocks noGrp="1"/>
          </p:cNvSpPr>
          <p:nvPr>
            <p:ph type="title" hasCustomPrompt="1"/>
          </p:nvPr>
        </p:nvSpPr>
        <p:spPr>
          <a:xfrm>
            <a:off x="408125" y="1632440"/>
            <a:ext cx="5687875" cy="2357530"/>
          </a:xfrm>
        </p:spPr>
        <p:txBody>
          <a:bodyPr lIns="0" tIns="0" rIns="0" bIns="0" anchor="b">
            <a:noAutofit/>
          </a:bodyPr>
          <a:lstStyle>
            <a:lvl1pPr>
              <a:lnSpc>
                <a:spcPct val="90000"/>
              </a:lnSpc>
              <a:defRPr sz="5000" b="1" i="0">
                <a:latin typeface="+mj-lt"/>
              </a:defRPr>
            </a:lvl1pPr>
          </a:lstStyle>
          <a:p>
            <a:r>
              <a:rPr lang="en-US" dirty="0"/>
              <a:t>Cover lorem ipsum dolor sit </a:t>
            </a:r>
            <a:r>
              <a:rPr lang="en-US" dirty="0" err="1"/>
              <a:t>amet</a:t>
            </a:r>
            <a:r>
              <a:rPr lang="en-US" dirty="0"/>
              <a:t> </a:t>
            </a:r>
            <a:r>
              <a:rPr lang="en-US" dirty="0" err="1"/>
              <a:t>consectetur</a:t>
            </a:r>
            <a:endParaRPr lang="en-US" dirty="0"/>
          </a:p>
        </p:txBody>
      </p:sp>
      <p:sp>
        <p:nvSpPr>
          <p:cNvPr id="5" name="Text Placeholder 8">
            <a:extLst>
              <a:ext uri="{FF2B5EF4-FFF2-40B4-BE49-F238E27FC236}">
                <a16:creationId xmlns:a16="http://schemas.microsoft.com/office/drawing/2014/main" id="{6372737C-33EF-90FC-FDCC-25ED1DA5027F}"/>
              </a:ext>
            </a:extLst>
          </p:cNvPr>
          <p:cNvSpPr>
            <a:spLocks noGrp="1"/>
          </p:cNvSpPr>
          <p:nvPr>
            <p:ph type="body" sz="quarter" idx="13" hasCustomPrompt="1"/>
          </p:nvPr>
        </p:nvSpPr>
        <p:spPr>
          <a:xfrm>
            <a:off x="408126" y="4121973"/>
            <a:ext cx="5709474" cy="1103588"/>
          </a:xfrm>
        </p:spPr>
        <p:txBody>
          <a:bodyPr lIns="0" tIns="0" rIns="0" bIns="0">
            <a:noAutofit/>
          </a:bodyPr>
          <a:lstStyle>
            <a:lvl1pPr marL="0" indent="0">
              <a:lnSpc>
                <a:spcPct val="100000"/>
              </a:lnSpc>
              <a:spcBef>
                <a:spcPts val="0"/>
              </a:spcBef>
              <a:spcAft>
                <a:spcPts val="600"/>
              </a:spcAft>
              <a:buFont typeface="DM Sans" panose="020B0604020202020204" pitchFamily="34" charset="0"/>
              <a:buNone/>
              <a:defRPr sz="2400">
                <a:latin typeface="+mn-lt"/>
              </a:defRPr>
            </a:lvl1pPr>
          </a:lstStyle>
          <a:p>
            <a:pPr lvl="0"/>
            <a:r>
              <a:rPr lang="en-US" dirty="0"/>
              <a:t>Subhead lorem ipsum dolor sit </a:t>
            </a:r>
            <a:r>
              <a:rPr lang="en-US" dirty="0" err="1"/>
              <a:t>amet</a:t>
            </a:r>
            <a:r>
              <a:rPr lang="en-US" dirty="0"/>
              <a:t> </a:t>
            </a:r>
            <a:r>
              <a:rPr lang="en-US" dirty="0" err="1"/>
              <a:t>consectetur</a:t>
            </a:r>
            <a:endParaRPr lang="en-US" dirty="0"/>
          </a:p>
        </p:txBody>
      </p:sp>
      <p:sp>
        <p:nvSpPr>
          <p:cNvPr id="6" name="Text Placeholder 8">
            <a:extLst>
              <a:ext uri="{FF2B5EF4-FFF2-40B4-BE49-F238E27FC236}">
                <a16:creationId xmlns:a16="http://schemas.microsoft.com/office/drawing/2014/main" id="{88E939ED-F20F-69BE-B5D3-4DD7057DEFF6}"/>
              </a:ext>
            </a:extLst>
          </p:cNvPr>
          <p:cNvSpPr>
            <a:spLocks noGrp="1"/>
          </p:cNvSpPr>
          <p:nvPr>
            <p:ph type="body" sz="quarter" idx="14" hasCustomPrompt="1"/>
          </p:nvPr>
        </p:nvSpPr>
        <p:spPr>
          <a:xfrm>
            <a:off x="408126" y="5889356"/>
            <a:ext cx="3295970" cy="542820"/>
          </a:xfrm>
        </p:spPr>
        <p:txBody>
          <a:bodyPr lIns="0" tIns="0" rIns="0" bIns="0" anchor="b">
            <a:noAutofit/>
          </a:bodyPr>
          <a:lstStyle>
            <a:lvl1pPr marL="0" indent="0">
              <a:lnSpc>
                <a:spcPct val="100000"/>
              </a:lnSpc>
              <a:spcBef>
                <a:spcPts val="0"/>
              </a:spcBef>
              <a:spcAft>
                <a:spcPts val="600"/>
              </a:spcAft>
              <a:buFont typeface="DM Sans" panose="020B0604020202020204" pitchFamily="34" charset="0"/>
              <a:buNone/>
              <a:defRPr sz="1200">
                <a:latin typeface="+mn-lt"/>
              </a:defRPr>
            </a:lvl1pPr>
          </a:lstStyle>
          <a:p>
            <a:pPr lvl="0"/>
            <a:r>
              <a:rPr lang="en-US" dirty="0">
                <a:effectLst/>
              </a:rPr>
              <a:t>Author lorem ipsum</a:t>
            </a:r>
            <a:br>
              <a:rPr lang="en-US" dirty="0">
                <a:effectLst/>
              </a:rPr>
            </a:br>
            <a:r>
              <a:rPr lang="en-US" dirty="0">
                <a:effectLst/>
              </a:rPr>
              <a:t>Contact lorem ipsum</a:t>
            </a:r>
            <a:endParaRPr lang="en-US" dirty="0"/>
          </a:p>
        </p:txBody>
      </p:sp>
    </p:spTree>
    <p:extLst>
      <p:ext uri="{BB962C8B-B14F-4D97-AF65-F5344CB8AC3E}">
        <p14:creationId xmlns:p14="http://schemas.microsoft.com/office/powerpoint/2010/main" val="2545805746"/>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ver-10">
    <p:bg>
      <p:bgRef idx="1001">
        <a:schemeClr val="bg1"/>
      </p:bgRef>
    </p:bg>
    <p:spTree>
      <p:nvGrpSpPr>
        <p:cNvPr id="1" name=""/>
        <p:cNvGrpSpPr/>
        <p:nvPr/>
      </p:nvGrpSpPr>
      <p:grpSpPr>
        <a:xfrm>
          <a:off x="0" y="0"/>
          <a:ext cx="0" cy="0"/>
          <a:chOff x="0" y="0"/>
          <a:chExt cx="0" cy="0"/>
        </a:xfrm>
      </p:grpSpPr>
      <p:pic>
        <p:nvPicPr>
          <p:cNvPr id="6" name="Picture 5" descr="Close-up of a computer server  AI-generated content may be incorrect.">
            <a:extLst>
              <a:ext uri="{FF2B5EF4-FFF2-40B4-BE49-F238E27FC236}">
                <a16:creationId xmlns:a16="http://schemas.microsoft.com/office/drawing/2014/main" id="{442E9698-F9E3-10EC-C4E2-94BF3027706C}"/>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12192000" cy="6858000"/>
          </a:xfrm>
          <a:prstGeom prst="rect">
            <a:avLst/>
          </a:prstGeom>
        </p:spPr>
      </p:pic>
      <p:pic>
        <p:nvPicPr>
          <p:cNvPr id="11" name="Graphic 10">
            <a:extLst>
              <a:ext uri="{FF2B5EF4-FFF2-40B4-BE49-F238E27FC236}">
                <a16:creationId xmlns:a16="http://schemas.microsoft.com/office/drawing/2014/main" id="{3A796EBE-B2D0-5C11-1F6A-ED0B98A8D06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030156" y="350611"/>
            <a:ext cx="1793495" cy="439914"/>
          </a:xfrm>
          <a:prstGeom prst="rect">
            <a:avLst/>
          </a:prstGeom>
        </p:spPr>
      </p:pic>
      <p:sp>
        <p:nvSpPr>
          <p:cNvPr id="3" name="Title 1">
            <a:extLst>
              <a:ext uri="{FF2B5EF4-FFF2-40B4-BE49-F238E27FC236}">
                <a16:creationId xmlns:a16="http://schemas.microsoft.com/office/drawing/2014/main" id="{AF8D28CA-8BF9-0D2A-6965-9CEBE406A752}"/>
              </a:ext>
            </a:extLst>
          </p:cNvPr>
          <p:cNvSpPr>
            <a:spLocks noGrp="1"/>
          </p:cNvSpPr>
          <p:nvPr>
            <p:ph type="title" hasCustomPrompt="1"/>
          </p:nvPr>
        </p:nvSpPr>
        <p:spPr>
          <a:xfrm>
            <a:off x="408125" y="1632440"/>
            <a:ext cx="5687875" cy="2357530"/>
          </a:xfrm>
        </p:spPr>
        <p:txBody>
          <a:bodyPr lIns="0" tIns="0" rIns="0" bIns="0" anchor="b">
            <a:noAutofit/>
          </a:bodyPr>
          <a:lstStyle>
            <a:lvl1pPr>
              <a:lnSpc>
                <a:spcPct val="90000"/>
              </a:lnSpc>
              <a:defRPr sz="5000" b="1" i="0">
                <a:latin typeface="+mj-lt"/>
              </a:defRPr>
            </a:lvl1pPr>
          </a:lstStyle>
          <a:p>
            <a:r>
              <a:rPr lang="en-US" dirty="0"/>
              <a:t>Cover lorem ipsum dolor sit </a:t>
            </a:r>
            <a:r>
              <a:rPr lang="en-US" dirty="0" err="1"/>
              <a:t>amet</a:t>
            </a:r>
            <a:r>
              <a:rPr lang="en-US" dirty="0"/>
              <a:t> </a:t>
            </a:r>
            <a:r>
              <a:rPr lang="en-US" dirty="0" err="1"/>
              <a:t>consectetur</a:t>
            </a:r>
            <a:endParaRPr lang="en-US" dirty="0"/>
          </a:p>
        </p:txBody>
      </p:sp>
      <p:sp>
        <p:nvSpPr>
          <p:cNvPr id="4" name="Text Placeholder 8">
            <a:extLst>
              <a:ext uri="{FF2B5EF4-FFF2-40B4-BE49-F238E27FC236}">
                <a16:creationId xmlns:a16="http://schemas.microsoft.com/office/drawing/2014/main" id="{C6ACF529-4805-06AF-ACB2-44FA6FB9B274}"/>
              </a:ext>
            </a:extLst>
          </p:cNvPr>
          <p:cNvSpPr>
            <a:spLocks noGrp="1"/>
          </p:cNvSpPr>
          <p:nvPr>
            <p:ph type="body" sz="quarter" idx="13" hasCustomPrompt="1"/>
          </p:nvPr>
        </p:nvSpPr>
        <p:spPr>
          <a:xfrm>
            <a:off x="408126" y="4121973"/>
            <a:ext cx="5709474" cy="1103588"/>
          </a:xfrm>
        </p:spPr>
        <p:txBody>
          <a:bodyPr lIns="0" tIns="0" rIns="0" bIns="0">
            <a:noAutofit/>
          </a:bodyPr>
          <a:lstStyle>
            <a:lvl1pPr marL="0" indent="0">
              <a:lnSpc>
                <a:spcPct val="100000"/>
              </a:lnSpc>
              <a:spcBef>
                <a:spcPts val="0"/>
              </a:spcBef>
              <a:spcAft>
                <a:spcPts val="600"/>
              </a:spcAft>
              <a:buFont typeface="DM Sans" panose="020B0604020202020204" pitchFamily="34" charset="0"/>
              <a:buNone/>
              <a:defRPr sz="2400">
                <a:latin typeface="+mn-lt"/>
              </a:defRPr>
            </a:lvl1pPr>
          </a:lstStyle>
          <a:p>
            <a:pPr lvl="0"/>
            <a:r>
              <a:rPr lang="en-US" dirty="0"/>
              <a:t>Subhead lorem ipsum dolor sit </a:t>
            </a:r>
            <a:r>
              <a:rPr lang="en-US" dirty="0" err="1"/>
              <a:t>amet</a:t>
            </a:r>
            <a:r>
              <a:rPr lang="en-US" dirty="0"/>
              <a:t> </a:t>
            </a:r>
            <a:r>
              <a:rPr lang="en-US" dirty="0" err="1"/>
              <a:t>consectetur</a:t>
            </a:r>
            <a:endParaRPr lang="en-US" dirty="0"/>
          </a:p>
        </p:txBody>
      </p:sp>
      <p:sp>
        <p:nvSpPr>
          <p:cNvPr id="5" name="Text Placeholder 8">
            <a:extLst>
              <a:ext uri="{FF2B5EF4-FFF2-40B4-BE49-F238E27FC236}">
                <a16:creationId xmlns:a16="http://schemas.microsoft.com/office/drawing/2014/main" id="{B772E814-6DF2-648A-7CEC-3C301448BEE4}"/>
              </a:ext>
            </a:extLst>
          </p:cNvPr>
          <p:cNvSpPr>
            <a:spLocks noGrp="1"/>
          </p:cNvSpPr>
          <p:nvPr>
            <p:ph type="body" sz="quarter" idx="14" hasCustomPrompt="1"/>
          </p:nvPr>
        </p:nvSpPr>
        <p:spPr>
          <a:xfrm>
            <a:off x="408126" y="5889356"/>
            <a:ext cx="3295970" cy="542820"/>
          </a:xfrm>
        </p:spPr>
        <p:txBody>
          <a:bodyPr lIns="0" tIns="0" rIns="0" bIns="0" anchor="b">
            <a:noAutofit/>
          </a:bodyPr>
          <a:lstStyle>
            <a:lvl1pPr marL="0" indent="0">
              <a:lnSpc>
                <a:spcPct val="100000"/>
              </a:lnSpc>
              <a:spcBef>
                <a:spcPts val="0"/>
              </a:spcBef>
              <a:spcAft>
                <a:spcPts val="600"/>
              </a:spcAft>
              <a:buFont typeface="DM Sans" panose="020B0604020202020204" pitchFamily="34" charset="0"/>
              <a:buNone/>
              <a:defRPr sz="1200">
                <a:latin typeface="+mn-lt"/>
              </a:defRPr>
            </a:lvl1pPr>
          </a:lstStyle>
          <a:p>
            <a:pPr lvl="0"/>
            <a:r>
              <a:rPr lang="en-US" dirty="0">
                <a:effectLst/>
              </a:rPr>
              <a:t>Author lorem ipsum</a:t>
            </a:r>
            <a:br>
              <a:rPr lang="en-US" dirty="0">
                <a:effectLst/>
              </a:rPr>
            </a:br>
            <a:r>
              <a:rPr lang="en-US" dirty="0">
                <a:effectLst/>
              </a:rPr>
              <a:t>Contact lorem ipsum</a:t>
            </a:r>
            <a:endParaRPr lang="en-US" dirty="0"/>
          </a:p>
        </p:txBody>
      </p:sp>
    </p:spTree>
    <p:extLst>
      <p:ext uri="{BB962C8B-B14F-4D97-AF65-F5344CB8AC3E}">
        <p14:creationId xmlns:p14="http://schemas.microsoft.com/office/powerpoint/2010/main" val="3328503517"/>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Slide">
    <p:spTree>
      <p:nvGrpSpPr>
        <p:cNvPr id="1" name=""/>
        <p:cNvGrpSpPr/>
        <p:nvPr/>
      </p:nvGrpSpPr>
      <p:grpSpPr>
        <a:xfrm>
          <a:off x="0" y="0"/>
          <a:ext cx="0" cy="0"/>
          <a:chOff x="0" y="0"/>
          <a:chExt cx="0" cy="0"/>
        </a:xfrm>
      </p:grpSpPr>
      <p:pic>
        <p:nvPicPr>
          <p:cNvPr id="2" name="Picture 1" descr="A blue and purple circle with a black background  AI-generated content may be incorrect.">
            <a:extLst>
              <a:ext uri="{FF2B5EF4-FFF2-40B4-BE49-F238E27FC236}">
                <a16:creationId xmlns:a16="http://schemas.microsoft.com/office/drawing/2014/main" id="{58C4246A-9928-3FE1-D566-5559B9FBD961}"/>
              </a:ext>
            </a:extLst>
          </p:cNvPr>
          <p:cNvPicPr>
            <a:picLocks/>
          </p:cNvPicPr>
          <p:nvPr userDrawn="1"/>
        </p:nvPicPr>
        <p:blipFill>
          <a:blip r:embed="rId2" cstate="screen">
            <a:extLst>
              <a:ext uri="{28A0092B-C50C-407E-A947-70E740481C1C}">
                <a14:useLocalDpi xmlns:a14="http://schemas.microsoft.com/office/drawing/2010/main"/>
              </a:ext>
            </a:extLst>
          </a:blip>
          <a:srcRect l="11258" r="-1022"/>
          <a:stretch/>
        </p:blipFill>
        <p:spPr>
          <a:xfrm>
            <a:off x="-1" y="0"/>
            <a:ext cx="12192001" cy="6857999"/>
          </a:xfrm>
          <a:prstGeom prst="rect">
            <a:avLst/>
          </a:prstGeom>
        </p:spPr>
      </p:pic>
      <p:sp>
        <p:nvSpPr>
          <p:cNvPr id="17" name="Content Placeholder 13">
            <a:extLst>
              <a:ext uri="{FF2B5EF4-FFF2-40B4-BE49-F238E27FC236}">
                <a16:creationId xmlns:a16="http://schemas.microsoft.com/office/drawing/2014/main" id="{AFFCE560-2FC9-7B48-A727-DF169CE05001}"/>
              </a:ext>
            </a:extLst>
          </p:cNvPr>
          <p:cNvSpPr>
            <a:spLocks noGrp="1"/>
          </p:cNvSpPr>
          <p:nvPr>
            <p:ph sz="quarter" idx="10" hasCustomPrompt="1"/>
          </p:nvPr>
        </p:nvSpPr>
        <p:spPr>
          <a:xfrm>
            <a:off x="5706113" y="1143000"/>
            <a:ext cx="3036251" cy="4953000"/>
          </a:xfrm>
          <a:prstGeom prst="rect">
            <a:avLst/>
          </a:prstGeom>
        </p:spPr>
        <p:txBody>
          <a:bodyPr lIns="0" rIns="0" anchor="ctr"/>
          <a:lstStyle>
            <a:lvl1pPr>
              <a:defRPr sz="1200" b="0" i="0">
                <a:latin typeface="+mn-lt"/>
              </a:defRPr>
            </a:lvl1pPr>
            <a:lvl2pPr marL="9525" indent="0">
              <a:buNone/>
              <a:tabLst/>
              <a:defRPr sz="1000" b="0" i="0">
                <a:latin typeface="+mn-lt"/>
              </a:defRPr>
            </a:lvl2pPr>
            <a:lvl3pPr>
              <a:defRPr sz="1800" b="0" i="0">
                <a:latin typeface="Montserrat" pitchFamily="2" charset="77"/>
              </a:defRPr>
            </a:lvl3pPr>
            <a:lvl4pPr>
              <a:defRPr sz="1800" b="0" i="0">
                <a:latin typeface="Montserrat" pitchFamily="2" charset="77"/>
              </a:defRPr>
            </a:lvl4pPr>
            <a:lvl5pPr>
              <a:defRPr sz="1800" b="0" i="0">
                <a:latin typeface="Montserrat" pitchFamily="2" charset="77"/>
              </a:defRPr>
            </a:lvl5pPr>
          </a:lstStyle>
          <a:p>
            <a:pPr lvl="0"/>
            <a:r>
              <a:rPr lang="en-US"/>
              <a:t>Section Title (B1*)</a:t>
            </a:r>
          </a:p>
          <a:p>
            <a:pPr lvl="1"/>
            <a:r>
              <a:rPr lang="en-US"/>
              <a:t>Body Style Copy (B2*)		&lt;#&gt;</a:t>
            </a:r>
          </a:p>
          <a:p>
            <a:pPr lvl="0"/>
            <a:r>
              <a:rPr lang="en-US"/>
              <a:t>Section Title</a:t>
            </a:r>
          </a:p>
          <a:p>
            <a:pPr lvl="1"/>
            <a:r>
              <a:rPr lang="en-US"/>
              <a:t>Body Style Copy		&lt;#&gt;</a:t>
            </a:r>
          </a:p>
          <a:p>
            <a:pPr lvl="0"/>
            <a:r>
              <a:rPr lang="en-US"/>
              <a:t>Section Title</a:t>
            </a:r>
          </a:p>
          <a:p>
            <a:pPr lvl="1"/>
            <a:r>
              <a:rPr lang="en-US"/>
              <a:t>Body Style Copy		&lt;#&gt;</a:t>
            </a:r>
          </a:p>
          <a:p>
            <a:pPr lvl="0"/>
            <a:r>
              <a:rPr lang="en-US"/>
              <a:t>Section Title</a:t>
            </a:r>
          </a:p>
          <a:p>
            <a:pPr lvl="1"/>
            <a:r>
              <a:rPr lang="en-US"/>
              <a:t>Body Style Copy		&lt;#&gt;</a:t>
            </a:r>
          </a:p>
          <a:p>
            <a:pPr lvl="0"/>
            <a:r>
              <a:rPr lang="en-US"/>
              <a:t>Section Title</a:t>
            </a:r>
          </a:p>
          <a:p>
            <a:pPr lvl="1"/>
            <a:r>
              <a:rPr lang="en-US"/>
              <a:t>Body Style Copy		&lt;#&gt;</a:t>
            </a:r>
          </a:p>
          <a:p>
            <a:pPr lvl="1"/>
            <a:endParaRPr lang="en-US"/>
          </a:p>
        </p:txBody>
      </p:sp>
      <p:sp>
        <p:nvSpPr>
          <p:cNvPr id="11" name="Text Placeholder 16">
            <a:extLst>
              <a:ext uri="{FF2B5EF4-FFF2-40B4-BE49-F238E27FC236}">
                <a16:creationId xmlns:a16="http://schemas.microsoft.com/office/drawing/2014/main" id="{8CD10419-843F-3B43-AF64-2AE63CEFF3CE}"/>
              </a:ext>
            </a:extLst>
          </p:cNvPr>
          <p:cNvSpPr>
            <a:spLocks noGrp="1"/>
          </p:cNvSpPr>
          <p:nvPr>
            <p:ph type="body" sz="quarter" idx="12" hasCustomPrompt="1"/>
          </p:nvPr>
        </p:nvSpPr>
        <p:spPr>
          <a:xfrm>
            <a:off x="795308" y="3274409"/>
            <a:ext cx="2760692" cy="400123"/>
          </a:xfrm>
          <a:prstGeom prst="rect">
            <a:avLst/>
          </a:prstGeom>
        </p:spPr>
        <p:txBody>
          <a:bodyPr anchor="ctr">
            <a:noAutofit/>
          </a:bodyPr>
          <a:lstStyle>
            <a:lvl1pPr marL="45720" indent="0">
              <a:buNone/>
              <a:defRPr sz="3600" b="1" i="0">
                <a:solidFill>
                  <a:schemeClr val="bg1"/>
                </a:solidFill>
                <a:latin typeface="+mj-lt"/>
              </a:defRPr>
            </a:lvl1pPr>
            <a:lvl2pPr>
              <a:defRPr sz="3400"/>
            </a:lvl2pPr>
            <a:lvl3pPr>
              <a:defRPr sz="3400"/>
            </a:lvl3pPr>
            <a:lvl4pPr>
              <a:defRPr sz="3400"/>
            </a:lvl4pPr>
            <a:lvl5pPr>
              <a:defRPr sz="3400"/>
            </a:lvl5pPr>
          </a:lstStyle>
          <a:p>
            <a:pPr lvl="0"/>
            <a:r>
              <a:rPr lang="en-US" dirty="0"/>
              <a:t>Agenda</a:t>
            </a:r>
          </a:p>
        </p:txBody>
      </p:sp>
      <p:sp>
        <p:nvSpPr>
          <p:cNvPr id="15" name="Content Placeholder 13">
            <a:extLst>
              <a:ext uri="{FF2B5EF4-FFF2-40B4-BE49-F238E27FC236}">
                <a16:creationId xmlns:a16="http://schemas.microsoft.com/office/drawing/2014/main" id="{8A3CC781-CBAF-AC48-8A0E-03076845F274}"/>
              </a:ext>
            </a:extLst>
          </p:cNvPr>
          <p:cNvSpPr>
            <a:spLocks noGrp="1"/>
          </p:cNvSpPr>
          <p:nvPr>
            <p:ph sz="quarter" idx="13" hasCustomPrompt="1"/>
          </p:nvPr>
        </p:nvSpPr>
        <p:spPr>
          <a:xfrm>
            <a:off x="8979928" y="1143000"/>
            <a:ext cx="3036251" cy="4953000"/>
          </a:xfrm>
          <a:prstGeom prst="rect">
            <a:avLst/>
          </a:prstGeom>
        </p:spPr>
        <p:txBody>
          <a:bodyPr lIns="0" rIns="0" anchor="ctr"/>
          <a:lstStyle>
            <a:lvl1pPr>
              <a:defRPr sz="1200" b="0" i="0">
                <a:latin typeface="+mn-lt"/>
              </a:defRPr>
            </a:lvl1pPr>
            <a:lvl2pPr marL="9525" indent="0">
              <a:buNone/>
              <a:tabLst/>
              <a:defRPr sz="1000" b="0" i="0">
                <a:latin typeface="+mn-lt"/>
              </a:defRPr>
            </a:lvl2pPr>
            <a:lvl3pPr>
              <a:defRPr sz="1800" b="0" i="0">
                <a:latin typeface="Montserrat" pitchFamily="2" charset="77"/>
              </a:defRPr>
            </a:lvl3pPr>
            <a:lvl4pPr>
              <a:defRPr sz="1800" b="0" i="0">
                <a:latin typeface="Montserrat" pitchFamily="2" charset="77"/>
              </a:defRPr>
            </a:lvl4pPr>
            <a:lvl5pPr>
              <a:defRPr sz="1800" b="0" i="0">
                <a:latin typeface="Montserrat" pitchFamily="2" charset="77"/>
              </a:defRPr>
            </a:lvl5pPr>
          </a:lstStyle>
          <a:p>
            <a:pPr lvl="0"/>
            <a:r>
              <a:rPr lang="en-US"/>
              <a:t>Section Title</a:t>
            </a:r>
          </a:p>
          <a:p>
            <a:pPr lvl="1"/>
            <a:r>
              <a:rPr lang="en-US"/>
              <a:t>Body Style Copy		&lt;#&gt;</a:t>
            </a:r>
          </a:p>
          <a:p>
            <a:pPr lvl="0"/>
            <a:r>
              <a:rPr lang="en-US"/>
              <a:t>Section Title</a:t>
            </a:r>
          </a:p>
          <a:p>
            <a:pPr lvl="1"/>
            <a:r>
              <a:rPr lang="en-US"/>
              <a:t>Body Style Copy		&lt;#&gt;</a:t>
            </a:r>
          </a:p>
          <a:p>
            <a:pPr lvl="0"/>
            <a:r>
              <a:rPr lang="en-US"/>
              <a:t>Section Title</a:t>
            </a:r>
          </a:p>
          <a:p>
            <a:pPr lvl="1"/>
            <a:r>
              <a:rPr lang="en-US"/>
              <a:t>Body Style Copy		&lt;#&gt;</a:t>
            </a:r>
          </a:p>
          <a:p>
            <a:pPr lvl="0"/>
            <a:r>
              <a:rPr lang="en-US"/>
              <a:t>Section Title</a:t>
            </a:r>
          </a:p>
          <a:p>
            <a:pPr lvl="1"/>
            <a:r>
              <a:rPr lang="en-US"/>
              <a:t>Body Style Copy		&lt;#&gt;</a:t>
            </a:r>
          </a:p>
          <a:p>
            <a:pPr lvl="0"/>
            <a:r>
              <a:rPr lang="en-US"/>
              <a:t>Section Title</a:t>
            </a:r>
          </a:p>
          <a:p>
            <a:pPr lvl="1"/>
            <a:r>
              <a:rPr lang="en-US"/>
              <a:t>Body Style Copy		&lt;#&gt;</a:t>
            </a:r>
          </a:p>
          <a:p>
            <a:pPr lvl="1"/>
            <a:endParaRPr lang="en-US"/>
          </a:p>
        </p:txBody>
      </p:sp>
      <p:pic>
        <p:nvPicPr>
          <p:cNvPr id="6" name="Graphic 5">
            <a:extLst>
              <a:ext uri="{FF2B5EF4-FFF2-40B4-BE49-F238E27FC236}">
                <a16:creationId xmlns:a16="http://schemas.microsoft.com/office/drawing/2014/main" id="{0A886329-8699-AFE7-6F22-144262CC2A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10607" y="222069"/>
            <a:ext cx="1318093" cy="323306"/>
          </a:xfrm>
          <a:prstGeom prst="rect">
            <a:avLst/>
          </a:prstGeom>
        </p:spPr>
      </p:pic>
      <p:sp>
        <p:nvSpPr>
          <p:cNvPr id="9" name="TextBox 8">
            <a:extLst>
              <a:ext uri="{FF2B5EF4-FFF2-40B4-BE49-F238E27FC236}">
                <a16:creationId xmlns:a16="http://schemas.microsoft.com/office/drawing/2014/main" id="{E39FE3DF-14B7-B197-DEAE-E4B12B5F38DC}"/>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
        <p:nvSpPr>
          <p:cNvPr id="10" name="TextBox 9">
            <a:extLst>
              <a:ext uri="{FF2B5EF4-FFF2-40B4-BE49-F238E27FC236}">
                <a16:creationId xmlns:a16="http://schemas.microsoft.com/office/drawing/2014/main" id="{F6EF886C-9738-6A28-18DB-27B7D54B4533}"/>
              </a:ext>
            </a:extLst>
          </p:cNvPr>
          <p:cNvSpPr txBox="1"/>
          <p:nvPr userDrawn="1"/>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tx1"/>
                </a:solidFill>
                <a:latin typeface="+mn-lt"/>
              </a:rPr>
              <a:t>‹#›</a:t>
            </a:fld>
            <a:endParaRPr lang="en-US" sz="800" b="1" i="0" dirty="0">
              <a:solidFill>
                <a:schemeClr val="tx1"/>
              </a:solidFill>
              <a:latin typeface="+mn-lt"/>
            </a:endParaRPr>
          </a:p>
        </p:txBody>
      </p:sp>
    </p:spTree>
    <p:extLst>
      <p:ext uri="{BB962C8B-B14F-4D97-AF65-F5344CB8AC3E}">
        <p14:creationId xmlns:p14="http://schemas.microsoft.com/office/powerpoint/2010/main" val="3844417561"/>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Agenda Slide">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31AB8F0-81BC-1B32-25C4-3612244B8D43}"/>
              </a:ext>
            </a:extLst>
          </p:cNvPr>
          <p:cNvPicPr/>
          <p:nvPr userDrawn="1"/>
        </p:nvPicPr>
        <p:blipFill>
          <a:blip r:embed="rId2" cstate="screen">
            <a:extLst>
              <a:ext uri="{28A0092B-C50C-407E-A947-70E740481C1C}">
                <a14:useLocalDpi xmlns:a14="http://schemas.microsoft.com/office/drawing/2010/main"/>
              </a:ext>
            </a:extLst>
          </a:blip>
          <a:srcRect/>
          <a:stretch>
            <a:fillRect/>
          </a:stretch>
        </p:blipFill>
        <p:spPr>
          <a:xfrm flipH="1">
            <a:off x="0" y="0"/>
            <a:ext cx="9652000" cy="6858000"/>
          </a:xfrm>
          <a:prstGeom prst="rect">
            <a:avLst/>
          </a:prstGeom>
        </p:spPr>
      </p:pic>
      <p:pic>
        <p:nvPicPr>
          <p:cNvPr id="6" name="Graphic 5">
            <a:extLst>
              <a:ext uri="{FF2B5EF4-FFF2-40B4-BE49-F238E27FC236}">
                <a16:creationId xmlns:a16="http://schemas.microsoft.com/office/drawing/2014/main" id="{0A886329-8699-AFE7-6F22-144262CC2A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10607" y="222069"/>
            <a:ext cx="1318093" cy="323306"/>
          </a:xfrm>
          <a:prstGeom prst="rect">
            <a:avLst/>
          </a:prstGeom>
        </p:spPr>
      </p:pic>
      <p:sp>
        <p:nvSpPr>
          <p:cNvPr id="4" name="TextBox 3">
            <a:extLst>
              <a:ext uri="{FF2B5EF4-FFF2-40B4-BE49-F238E27FC236}">
                <a16:creationId xmlns:a16="http://schemas.microsoft.com/office/drawing/2014/main" id="{0C4561BA-EFAE-934F-8ADD-9F8BBEC0454B}"/>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
        <p:nvSpPr>
          <p:cNvPr id="12" name="TextBox 11">
            <a:extLst>
              <a:ext uri="{FF2B5EF4-FFF2-40B4-BE49-F238E27FC236}">
                <a16:creationId xmlns:a16="http://schemas.microsoft.com/office/drawing/2014/main" id="{4DF0AE16-0490-897F-5CF8-78A5C90DB350}"/>
              </a:ext>
            </a:extLst>
          </p:cNvPr>
          <p:cNvSpPr txBox="1"/>
          <p:nvPr userDrawn="1"/>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tx1"/>
                </a:solidFill>
                <a:latin typeface="+mn-lt"/>
              </a:rPr>
              <a:t>‹#›</a:t>
            </a:fld>
            <a:endParaRPr lang="en-US" sz="800" b="1" i="0" dirty="0">
              <a:solidFill>
                <a:schemeClr val="tx1"/>
              </a:solidFill>
              <a:latin typeface="+mn-lt"/>
            </a:endParaRPr>
          </a:p>
        </p:txBody>
      </p:sp>
      <p:sp>
        <p:nvSpPr>
          <p:cNvPr id="3" name="Content Placeholder 13">
            <a:extLst>
              <a:ext uri="{FF2B5EF4-FFF2-40B4-BE49-F238E27FC236}">
                <a16:creationId xmlns:a16="http://schemas.microsoft.com/office/drawing/2014/main" id="{709FDE8A-81D9-9326-4AF5-C813D07FA393}"/>
              </a:ext>
            </a:extLst>
          </p:cNvPr>
          <p:cNvSpPr>
            <a:spLocks noGrp="1"/>
          </p:cNvSpPr>
          <p:nvPr>
            <p:ph sz="quarter" idx="10" hasCustomPrompt="1"/>
          </p:nvPr>
        </p:nvSpPr>
        <p:spPr>
          <a:xfrm>
            <a:off x="5706113" y="1143000"/>
            <a:ext cx="3036251" cy="4953000"/>
          </a:xfrm>
          <a:prstGeom prst="rect">
            <a:avLst/>
          </a:prstGeom>
        </p:spPr>
        <p:txBody>
          <a:bodyPr lIns="0" rIns="0" anchor="ctr"/>
          <a:lstStyle>
            <a:lvl1pPr>
              <a:defRPr sz="1200" b="0" i="0">
                <a:latin typeface="+mn-lt"/>
              </a:defRPr>
            </a:lvl1pPr>
            <a:lvl2pPr marL="9525" indent="0">
              <a:buNone/>
              <a:tabLst/>
              <a:defRPr sz="1000" b="0" i="0">
                <a:latin typeface="+mn-lt"/>
              </a:defRPr>
            </a:lvl2pPr>
            <a:lvl3pPr>
              <a:defRPr sz="1800" b="0" i="0">
                <a:latin typeface="Montserrat" pitchFamily="2" charset="77"/>
              </a:defRPr>
            </a:lvl3pPr>
            <a:lvl4pPr>
              <a:defRPr sz="1800" b="0" i="0">
                <a:latin typeface="Montserrat" pitchFamily="2" charset="77"/>
              </a:defRPr>
            </a:lvl4pPr>
            <a:lvl5pPr>
              <a:defRPr sz="1800" b="0" i="0">
                <a:latin typeface="Montserrat" pitchFamily="2" charset="77"/>
              </a:defRPr>
            </a:lvl5pPr>
          </a:lstStyle>
          <a:p>
            <a:pPr lvl="0"/>
            <a:r>
              <a:rPr lang="en-US"/>
              <a:t>Section Title (B1*)</a:t>
            </a:r>
          </a:p>
          <a:p>
            <a:pPr lvl="1"/>
            <a:r>
              <a:rPr lang="en-US"/>
              <a:t>Body Style Copy (B2*)		&lt;#&gt;</a:t>
            </a:r>
          </a:p>
          <a:p>
            <a:pPr lvl="0"/>
            <a:r>
              <a:rPr lang="en-US"/>
              <a:t>Section Title</a:t>
            </a:r>
          </a:p>
          <a:p>
            <a:pPr lvl="1"/>
            <a:r>
              <a:rPr lang="en-US"/>
              <a:t>Body Style Copy		&lt;#&gt;</a:t>
            </a:r>
          </a:p>
          <a:p>
            <a:pPr lvl="0"/>
            <a:r>
              <a:rPr lang="en-US"/>
              <a:t>Section Title</a:t>
            </a:r>
          </a:p>
          <a:p>
            <a:pPr lvl="1"/>
            <a:r>
              <a:rPr lang="en-US"/>
              <a:t>Body Style Copy		&lt;#&gt;</a:t>
            </a:r>
          </a:p>
          <a:p>
            <a:pPr lvl="0"/>
            <a:r>
              <a:rPr lang="en-US"/>
              <a:t>Section Title</a:t>
            </a:r>
          </a:p>
          <a:p>
            <a:pPr lvl="1"/>
            <a:r>
              <a:rPr lang="en-US"/>
              <a:t>Body Style Copy		&lt;#&gt;</a:t>
            </a:r>
          </a:p>
          <a:p>
            <a:pPr lvl="0"/>
            <a:r>
              <a:rPr lang="en-US"/>
              <a:t>Section Title</a:t>
            </a:r>
          </a:p>
          <a:p>
            <a:pPr lvl="1"/>
            <a:r>
              <a:rPr lang="en-US"/>
              <a:t>Body Style Copy		&lt;#&gt;</a:t>
            </a:r>
          </a:p>
          <a:p>
            <a:pPr lvl="1"/>
            <a:endParaRPr lang="en-US"/>
          </a:p>
        </p:txBody>
      </p:sp>
      <p:sp>
        <p:nvSpPr>
          <p:cNvPr id="7" name="Text Placeholder 16">
            <a:extLst>
              <a:ext uri="{FF2B5EF4-FFF2-40B4-BE49-F238E27FC236}">
                <a16:creationId xmlns:a16="http://schemas.microsoft.com/office/drawing/2014/main" id="{89F5AAE4-29AD-11BE-9E1D-0D130B4E0C57}"/>
              </a:ext>
            </a:extLst>
          </p:cNvPr>
          <p:cNvSpPr>
            <a:spLocks noGrp="1"/>
          </p:cNvSpPr>
          <p:nvPr>
            <p:ph type="body" sz="quarter" idx="12" hasCustomPrompt="1"/>
          </p:nvPr>
        </p:nvSpPr>
        <p:spPr>
          <a:xfrm>
            <a:off x="795308" y="3274409"/>
            <a:ext cx="2760692" cy="400123"/>
          </a:xfrm>
          <a:prstGeom prst="rect">
            <a:avLst/>
          </a:prstGeom>
        </p:spPr>
        <p:txBody>
          <a:bodyPr anchor="ctr">
            <a:noAutofit/>
          </a:bodyPr>
          <a:lstStyle>
            <a:lvl1pPr marL="45720" indent="0">
              <a:buNone/>
              <a:defRPr sz="3600" b="1" i="0">
                <a:solidFill>
                  <a:schemeClr val="tx1"/>
                </a:solidFill>
                <a:latin typeface="+mj-lt"/>
              </a:defRPr>
            </a:lvl1pPr>
            <a:lvl2pPr>
              <a:defRPr sz="3400"/>
            </a:lvl2pPr>
            <a:lvl3pPr>
              <a:defRPr sz="3400"/>
            </a:lvl3pPr>
            <a:lvl4pPr>
              <a:defRPr sz="3400"/>
            </a:lvl4pPr>
            <a:lvl5pPr>
              <a:defRPr sz="3400"/>
            </a:lvl5pPr>
          </a:lstStyle>
          <a:p>
            <a:pPr lvl="0"/>
            <a:r>
              <a:rPr lang="en-US" dirty="0"/>
              <a:t>Agenda</a:t>
            </a:r>
          </a:p>
        </p:txBody>
      </p:sp>
      <p:sp>
        <p:nvSpPr>
          <p:cNvPr id="8" name="Content Placeholder 13">
            <a:extLst>
              <a:ext uri="{FF2B5EF4-FFF2-40B4-BE49-F238E27FC236}">
                <a16:creationId xmlns:a16="http://schemas.microsoft.com/office/drawing/2014/main" id="{3C2BC074-4937-0AF6-8A62-F38BCB22BD1B}"/>
              </a:ext>
            </a:extLst>
          </p:cNvPr>
          <p:cNvSpPr>
            <a:spLocks noGrp="1"/>
          </p:cNvSpPr>
          <p:nvPr>
            <p:ph sz="quarter" idx="13" hasCustomPrompt="1"/>
          </p:nvPr>
        </p:nvSpPr>
        <p:spPr>
          <a:xfrm>
            <a:off x="8979928" y="1143000"/>
            <a:ext cx="3036251" cy="4953000"/>
          </a:xfrm>
          <a:prstGeom prst="rect">
            <a:avLst/>
          </a:prstGeom>
        </p:spPr>
        <p:txBody>
          <a:bodyPr lIns="0" rIns="0" anchor="ctr"/>
          <a:lstStyle>
            <a:lvl1pPr>
              <a:defRPr sz="1200" b="0" i="0">
                <a:latin typeface="+mn-lt"/>
              </a:defRPr>
            </a:lvl1pPr>
            <a:lvl2pPr marL="9525" indent="0">
              <a:buNone/>
              <a:tabLst/>
              <a:defRPr sz="1000" b="0" i="0">
                <a:latin typeface="+mn-lt"/>
              </a:defRPr>
            </a:lvl2pPr>
            <a:lvl3pPr>
              <a:defRPr sz="1800" b="0" i="0">
                <a:latin typeface="Montserrat" pitchFamily="2" charset="77"/>
              </a:defRPr>
            </a:lvl3pPr>
            <a:lvl4pPr>
              <a:defRPr sz="1800" b="0" i="0">
                <a:latin typeface="Montserrat" pitchFamily="2" charset="77"/>
              </a:defRPr>
            </a:lvl4pPr>
            <a:lvl5pPr>
              <a:defRPr sz="1800" b="0" i="0">
                <a:latin typeface="Montserrat" pitchFamily="2" charset="77"/>
              </a:defRPr>
            </a:lvl5pPr>
          </a:lstStyle>
          <a:p>
            <a:pPr lvl="0"/>
            <a:r>
              <a:rPr lang="en-US"/>
              <a:t>Section Title</a:t>
            </a:r>
          </a:p>
          <a:p>
            <a:pPr lvl="1"/>
            <a:r>
              <a:rPr lang="en-US"/>
              <a:t>Body Style Copy		&lt;#&gt;</a:t>
            </a:r>
          </a:p>
          <a:p>
            <a:pPr lvl="0"/>
            <a:r>
              <a:rPr lang="en-US"/>
              <a:t>Section Title</a:t>
            </a:r>
          </a:p>
          <a:p>
            <a:pPr lvl="1"/>
            <a:r>
              <a:rPr lang="en-US"/>
              <a:t>Body Style Copy		&lt;#&gt;</a:t>
            </a:r>
          </a:p>
          <a:p>
            <a:pPr lvl="0"/>
            <a:r>
              <a:rPr lang="en-US"/>
              <a:t>Section Title</a:t>
            </a:r>
          </a:p>
          <a:p>
            <a:pPr lvl="1"/>
            <a:r>
              <a:rPr lang="en-US"/>
              <a:t>Body Style Copy		&lt;#&gt;</a:t>
            </a:r>
          </a:p>
          <a:p>
            <a:pPr lvl="0"/>
            <a:r>
              <a:rPr lang="en-US"/>
              <a:t>Section Title</a:t>
            </a:r>
          </a:p>
          <a:p>
            <a:pPr lvl="1"/>
            <a:r>
              <a:rPr lang="en-US"/>
              <a:t>Body Style Copy		&lt;#&gt;</a:t>
            </a:r>
          </a:p>
          <a:p>
            <a:pPr lvl="0"/>
            <a:r>
              <a:rPr lang="en-US"/>
              <a:t>Section Title</a:t>
            </a:r>
          </a:p>
          <a:p>
            <a:pPr lvl="1"/>
            <a:r>
              <a:rPr lang="en-US"/>
              <a:t>Body Style Copy		&lt;#&gt;</a:t>
            </a:r>
          </a:p>
          <a:p>
            <a:pPr lvl="1"/>
            <a:endParaRPr lang="en-US"/>
          </a:p>
        </p:txBody>
      </p:sp>
    </p:spTree>
    <p:extLst>
      <p:ext uri="{BB962C8B-B14F-4D97-AF65-F5344CB8AC3E}">
        <p14:creationId xmlns:p14="http://schemas.microsoft.com/office/powerpoint/2010/main" val="2171417100"/>
      </p:ext>
    </p:extLst>
  </p:cSld>
  <p:clrMapOvr>
    <a:overrideClrMapping bg1="dk1" tx1="lt1" bg2="dk2" tx2="lt2" accent1="accent1" accent2="accent2" accent3="accent3" accent4="accent4" accent5="accent5" accent6="accent6" hlink="hlink" folHlink="folHlink"/>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4_No Image Slide">
    <p:spTree>
      <p:nvGrpSpPr>
        <p:cNvPr id="1" name=""/>
        <p:cNvGrpSpPr/>
        <p:nvPr/>
      </p:nvGrpSpPr>
      <p:grpSpPr>
        <a:xfrm>
          <a:off x="0" y="0"/>
          <a:ext cx="0" cy="0"/>
          <a:chOff x="0" y="0"/>
          <a:chExt cx="0" cy="0"/>
        </a:xfrm>
      </p:grpSpPr>
      <p:sp>
        <p:nvSpPr>
          <p:cNvPr id="4" name="Process 4">
            <a:extLst>
              <a:ext uri="{FF2B5EF4-FFF2-40B4-BE49-F238E27FC236}">
                <a16:creationId xmlns:a16="http://schemas.microsoft.com/office/drawing/2014/main" id="{E5DBCDEA-AA2C-D86E-CA1D-818B99B7F053}"/>
              </a:ext>
            </a:extLst>
          </p:cNvPr>
          <p:cNvSpPr/>
          <p:nvPr userDrawn="1"/>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mj-lt"/>
            </a:endParaRPr>
          </a:p>
        </p:txBody>
      </p:sp>
      <p:pic>
        <p:nvPicPr>
          <p:cNvPr id="6" name="Graphic 5">
            <a:extLst>
              <a:ext uri="{FF2B5EF4-FFF2-40B4-BE49-F238E27FC236}">
                <a16:creationId xmlns:a16="http://schemas.microsoft.com/office/drawing/2014/main" id="{6FB836D5-B76E-04E0-DFC1-7B0306FA1F7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10607" y="222069"/>
            <a:ext cx="1318093" cy="323306"/>
          </a:xfrm>
          <a:prstGeom prst="rect">
            <a:avLst/>
          </a:prstGeom>
        </p:spPr>
      </p:pic>
      <p:sp>
        <p:nvSpPr>
          <p:cNvPr id="7" name="Arc 11">
            <a:extLst>
              <a:ext uri="{FF2B5EF4-FFF2-40B4-BE49-F238E27FC236}">
                <a16:creationId xmlns:a16="http://schemas.microsoft.com/office/drawing/2014/main" id="{4D89BA5C-BDD2-487D-48A1-074508553B78}"/>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i="0">
              <a:latin typeface="+mj-lt"/>
            </a:endParaRPr>
          </a:p>
        </p:txBody>
      </p:sp>
      <p:sp>
        <p:nvSpPr>
          <p:cNvPr id="8" name="Arc 11">
            <a:extLst>
              <a:ext uri="{FF2B5EF4-FFF2-40B4-BE49-F238E27FC236}">
                <a16:creationId xmlns:a16="http://schemas.microsoft.com/office/drawing/2014/main" id="{B310161E-D156-31E9-8E98-A36F77B89496}"/>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i="0">
              <a:latin typeface="+mj-lt"/>
            </a:endParaRPr>
          </a:p>
        </p:txBody>
      </p:sp>
      <p:sp>
        <p:nvSpPr>
          <p:cNvPr id="11" name="Text Placeholder 6">
            <a:extLst>
              <a:ext uri="{FF2B5EF4-FFF2-40B4-BE49-F238E27FC236}">
                <a16:creationId xmlns:a16="http://schemas.microsoft.com/office/drawing/2014/main" id="{579276DD-C6EB-40AC-4B6E-B1A5ABC3718E}"/>
              </a:ext>
            </a:extLst>
          </p:cNvPr>
          <p:cNvSpPr txBox="1">
            <a:spLocks/>
          </p:cNvSpPr>
          <p:nvPr/>
        </p:nvSpPr>
        <p:spPr>
          <a:xfrm>
            <a:off x="449351" y="398928"/>
            <a:ext cx="10745992" cy="381001"/>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1000"/>
              </a:spcBef>
              <a:buFont typeface="DM Sans" panose="020B0604020202020204" pitchFamily="34" charset="0"/>
              <a:buNone/>
              <a:defRPr sz="2200" b="0" i="0" kern="1200">
                <a:solidFill>
                  <a:schemeClr val="tx2"/>
                </a:solidFill>
                <a:latin typeface="Montserrat SemiBold" pitchFamily="2" charset="77"/>
                <a:ea typeface="+mn-ea"/>
                <a:cs typeface="+mn-cs"/>
              </a:defRPr>
            </a:lvl1pPr>
            <a:lvl2pPr marL="685800" indent="-228600" algn="l" defTabSz="914400" rtl="0" eaLnBrk="1" latinLnBrk="0" hangingPunct="1">
              <a:lnSpc>
                <a:spcPct val="100000"/>
              </a:lnSpc>
              <a:spcBef>
                <a:spcPts val="500"/>
              </a:spcBef>
              <a:buFont typeface="DM Sans" panose="020B0604020202020204" pitchFamily="34" charset="0"/>
              <a:buChar char="•"/>
              <a:defRPr sz="3400" b="0" i="0" kern="1200">
                <a:solidFill>
                  <a:schemeClr val="tx1"/>
                </a:solidFill>
                <a:latin typeface="Montserrat" pitchFamily="2" charset="77"/>
                <a:ea typeface="+mn-ea"/>
                <a:cs typeface="+mn-cs"/>
              </a:defRPr>
            </a:lvl2pPr>
            <a:lvl3pPr marL="1143000" indent="-228600" algn="l" defTabSz="914400" rtl="0" eaLnBrk="1" latinLnBrk="0" hangingPunct="1">
              <a:lnSpc>
                <a:spcPct val="100000"/>
              </a:lnSpc>
              <a:spcBef>
                <a:spcPts val="500"/>
              </a:spcBef>
              <a:buFont typeface="DM Sans"/>
              <a:buChar char="-"/>
              <a:defRPr sz="3400" b="0" i="0" kern="1200">
                <a:solidFill>
                  <a:schemeClr val="tx1"/>
                </a:solidFill>
                <a:latin typeface="Montserrat" pitchFamily="2" charset="77"/>
                <a:ea typeface="+mn-ea"/>
                <a:cs typeface="+mn-cs"/>
              </a:defRPr>
            </a:lvl3pPr>
            <a:lvl4pPr marL="1600200" indent="-228600" algn="l" defTabSz="914400" rtl="0" eaLnBrk="1" latinLnBrk="0" hangingPunct="1">
              <a:lnSpc>
                <a:spcPct val="100000"/>
              </a:lnSpc>
              <a:spcBef>
                <a:spcPts val="500"/>
              </a:spcBef>
              <a:buFont typeface="DM Sans"/>
              <a:buChar char="-"/>
              <a:defRPr sz="3400" b="0" i="0" kern="1200">
                <a:solidFill>
                  <a:schemeClr val="tx1"/>
                </a:solidFill>
                <a:latin typeface="Montserrat" pitchFamily="2" charset="77"/>
                <a:ea typeface="+mn-ea"/>
                <a:cs typeface="+mn-cs"/>
              </a:defRPr>
            </a:lvl4pPr>
            <a:lvl5pPr marL="2057400" indent="-228600" algn="l" defTabSz="914400" rtl="0" eaLnBrk="1" latinLnBrk="0" hangingPunct="1">
              <a:lnSpc>
                <a:spcPct val="100000"/>
              </a:lnSpc>
              <a:spcBef>
                <a:spcPts val="500"/>
              </a:spcBef>
              <a:buFont typeface="DM Sans" panose="020B0604020202020204" pitchFamily="34" charset="0"/>
              <a:buChar char="•"/>
              <a:defRPr sz="3400" b="0" i="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DM Sans" panose="020B0604020202020204" pitchFamily="34" charset="0"/>
              <a:buNone/>
              <a:tabLst/>
              <a:defRPr/>
            </a:pPr>
            <a:r>
              <a:rPr kumimoji="0" lang="en-US" sz="2200" b="1" i="0" u="none" strike="noStrike" kern="1200" cap="none" spc="0" normalizeH="0" baseline="0" noProof="0" dirty="0">
                <a:ln>
                  <a:noFill/>
                </a:ln>
                <a:solidFill>
                  <a:srgbClr val="440099"/>
                </a:solidFill>
                <a:effectLst/>
                <a:uLnTx/>
                <a:uFillTx/>
                <a:latin typeface="+mj-lt"/>
                <a:ea typeface="+mn-ea"/>
                <a:cs typeface="+mn-cs"/>
              </a:rPr>
              <a:t>Safe Harbor Statement </a:t>
            </a:r>
          </a:p>
        </p:txBody>
      </p:sp>
      <p:sp>
        <p:nvSpPr>
          <p:cNvPr id="15" name="Content Placeholder 6">
            <a:extLst>
              <a:ext uri="{FF2B5EF4-FFF2-40B4-BE49-F238E27FC236}">
                <a16:creationId xmlns:a16="http://schemas.microsoft.com/office/drawing/2014/main" id="{142FECA7-59F0-6E38-4B42-F6AB5714EAB0}"/>
              </a:ext>
            </a:extLst>
          </p:cNvPr>
          <p:cNvSpPr txBox="1">
            <a:spLocks/>
          </p:cNvSpPr>
          <p:nvPr/>
        </p:nvSpPr>
        <p:spPr>
          <a:xfrm>
            <a:off x="438872" y="1662896"/>
            <a:ext cx="11314255" cy="4572000"/>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Font typeface="DM Sans" panose="020B0604020202020204" pitchFamily="34" charset="0"/>
              <a:buNone/>
              <a:defRPr sz="1800" b="1" i="0" kern="1200">
                <a:solidFill>
                  <a:schemeClr val="tx1"/>
                </a:solidFill>
                <a:latin typeface="Montserrat" pitchFamily="2" charset="77"/>
                <a:ea typeface="+mn-ea"/>
                <a:cs typeface="+mn-cs"/>
              </a:defRPr>
            </a:lvl1pPr>
            <a:lvl2pPr marL="11113" indent="0" algn="l" defTabSz="914400" rtl="0" eaLnBrk="1" latinLnBrk="0" hangingPunct="1">
              <a:lnSpc>
                <a:spcPct val="100000"/>
              </a:lnSpc>
              <a:spcBef>
                <a:spcPts val="500"/>
              </a:spcBef>
              <a:buFont typeface="DM Sans" panose="020B0604020202020204" pitchFamily="34" charset="0"/>
              <a:buNone/>
              <a:tabLst/>
              <a:defRPr sz="1600" b="0" i="0" kern="1200">
                <a:solidFill>
                  <a:schemeClr val="tx1"/>
                </a:solidFill>
                <a:latin typeface="Montserrat" pitchFamily="2" charset="77"/>
                <a:ea typeface="+mn-ea"/>
                <a:cs typeface="+mn-cs"/>
              </a:defRPr>
            </a:lvl2pPr>
            <a:lvl3pPr marL="346075" indent="-207963" algn="l" defTabSz="914400" rtl="0" eaLnBrk="1" latinLnBrk="0" hangingPunct="1">
              <a:lnSpc>
                <a:spcPct val="100000"/>
              </a:lnSpc>
              <a:spcBef>
                <a:spcPts val="500"/>
              </a:spcBef>
              <a:buSzPct val="100000"/>
              <a:buFont typeface="DM Sans" panose="020B0604020202020204" pitchFamily="34" charset="0"/>
              <a:buChar char="•"/>
              <a:tabLst/>
              <a:defRPr sz="1400" b="0" i="0" kern="1200">
                <a:solidFill>
                  <a:schemeClr val="tx1"/>
                </a:solidFill>
                <a:latin typeface="Montserrat" pitchFamily="2" charset="77"/>
                <a:ea typeface="+mn-ea"/>
                <a:cs typeface="+mn-cs"/>
              </a:defRPr>
            </a:lvl3pPr>
            <a:lvl4pPr marL="1600200" indent="-228600" algn="l" defTabSz="914400" rtl="0" eaLnBrk="1" latinLnBrk="0" hangingPunct="1">
              <a:lnSpc>
                <a:spcPct val="100000"/>
              </a:lnSpc>
              <a:spcBef>
                <a:spcPts val="500"/>
              </a:spcBef>
              <a:buFont typeface="DM Sans"/>
              <a:buChar char="-"/>
              <a:defRPr sz="1400" b="0" i="0" kern="1200">
                <a:solidFill>
                  <a:schemeClr val="tx1"/>
                </a:solidFill>
                <a:latin typeface="Montserrat" pitchFamily="2" charset="77"/>
                <a:ea typeface="+mn-ea"/>
                <a:cs typeface="+mn-cs"/>
              </a:defRPr>
            </a:lvl4pPr>
            <a:lvl5pPr marL="2057400" indent="-228600" algn="l" defTabSz="914400" rtl="0" eaLnBrk="1" latinLnBrk="0" hangingPunct="1">
              <a:lnSpc>
                <a:spcPct val="100000"/>
              </a:lnSpc>
              <a:spcBef>
                <a:spcPts val="500"/>
              </a:spcBef>
              <a:buFont typeface="DM Sans" panose="020B0604020202020204" pitchFamily="34" charset="0"/>
              <a:buChar char="•"/>
              <a:defRPr sz="1400" b="0" i="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DM Sans" panose="020B0604020202020204" pitchFamily="34" charset="0"/>
              <a:buNone/>
              <a:tabLst/>
              <a:defRPr/>
            </a:pPr>
            <a:r>
              <a:rPr kumimoji="0" lang="en-CA" sz="1600" b="0" i="0" u="none" strike="noStrike" kern="1200" cap="none" spc="0" normalizeH="0" baseline="0" noProof="0" dirty="0">
                <a:ln>
                  <a:noFill/>
                </a:ln>
                <a:solidFill>
                  <a:srgbClr val="000000"/>
                </a:solidFill>
                <a:effectLst/>
                <a:uLnTx/>
                <a:uFillTx/>
                <a:latin typeface="+mj-lt"/>
                <a:ea typeface="+mn-ea"/>
                <a:cs typeface="+mn-cs"/>
              </a:rPr>
              <a:t>Statements during this event may include forward-looking statements within the meaning of the "safe harbor" provisions of the Private Securities Litigation Reform Act of 1995. These forward-looking statements speak only as </a:t>
            </a:r>
            <a:br>
              <a:rPr kumimoji="0" lang="en-CA" sz="1600" b="0" i="0" u="none" strike="noStrike" kern="1200" cap="none" spc="0" normalizeH="0" baseline="0" noProof="0" dirty="0">
                <a:ln>
                  <a:noFill/>
                </a:ln>
                <a:solidFill>
                  <a:srgbClr val="000000"/>
                </a:solidFill>
                <a:effectLst/>
                <a:uLnTx/>
                <a:uFillTx/>
                <a:latin typeface="+mj-lt"/>
                <a:ea typeface="+mn-ea"/>
                <a:cs typeface="+mn-cs"/>
              </a:rPr>
            </a:br>
            <a:r>
              <a:rPr kumimoji="0" lang="en-CA" sz="1600" b="0" i="0" u="none" strike="noStrike" kern="1200" cap="none" spc="0" normalizeH="0" baseline="0" noProof="0" dirty="0">
                <a:ln>
                  <a:noFill/>
                </a:ln>
                <a:solidFill>
                  <a:srgbClr val="000000"/>
                </a:solidFill>
                <a:effectLst/>
                <a:uLnTx/>
                <a:uFillTx/>
                <a:latin typeface="+mj-lt"/>
                <a:ea typeface="+mn-ea"/>
                <a:cs typeface="+mn-cs"/>
              </a:rPr>
              <a:t>of the date made during this session.  </a:t>
            </a:r>
          </a:p>
          <a:p>
            <a:pPr marL="0" marR="0" lvl="0" indent="0" algn="l" defTabSz="914400" rtl="0" eaLnBrk="1" fontAlgn="auto" latinLnBrk="0" hangingPunct="1">
              <a:lnSpc>
                <a:spcPct val="100000"/>
              </a:lnSpc>
              <a:spcBef>
                <a:spcPts val="0"/>
              </a:spcBef>
              <a:spcAft>
                <a:spcPts val="0"/>
              </a:spcAft>
              <a:buClrTx/>
              <a:buSzTx/>
              <a:buFont typeface="DM Sans" panose="020B0604020202020204" pitchFamily="34" charset="0"/>
              <a:buNone/>
              <a:tabLst/>
              <a:defRPr/>
            </a:pPr>
            <a:r>
              <a:rPr kumimoji="0" lang="en-CA" sz="1600" b="0" i="0" u="none" strike="noStrike" kern="1200" cap="none" spc="0" normalizeH="0" baseline="0" noProof="0" dirty="0">
                <a:ln>
                  <a:noFill/>
                </a:ln>
                <a:solidFill>
                  <a:srgbClr val="000000"/>
                </a:solidFill>
                <a:effectLst/>
                <a:uLnTx/>
                <a:uFillTx/>
                <a:latin typeface="+mj-lt"/>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DM Sans" panose="020B0604020202020204" pitchFamily="34" charset="0"/>
              <a:buNone/>
              <a:tabLst/>
              <a:defRPr/>
            </a:pPr>
            <a:r>
              <a:rPr kumimoji="0" lang="en-CA" sz="1600" b="0" i="0" u="none" strike="noStrike" kern="1200" cap="none" spc="0" normalizeH="0" baseline="0" noProof="0" dirty="0">
                <a:ln>
                  <a:noFill/>
                </a:ln>
                <a:solidFill>
                  <a:srgbClr val="000000"/>
                </a:solidFill>
                <a:effectLst/>
                <a:uLnTx/>
                <a:uFillTx/>
                <a:latin typeface="+mj-lt"/>
                <a:ea typeface="+mn-ea"/>
                <a:cs typeface="+mn-cs"/>
              </a:rPr>
              <a:t>Statements during this event may also include discussion of Extreme Networks’ current product roadmap. All product releases will be on a when-and-if available basis. Actual feature development and timing of releases will be at the sole discretion of Extreme Networks. Not all features are supported on all platforms. Presentation of the product roadmap does not create a commitment </a:t>
            </a:r>
            <a:br>
              <a:rPr kumimoji="0" lang="en-CA" sz="1600" b="0" i="0" u="none" strike="noStrike" kern="1200" cap="none" spc="0" normalizeH="0" baseline="0" noProof="0" dirty="0">
                <a:ln>
                  <a:noFill/>
                </a:ln>
                <a:solidFill>
                  <a:srgbClr val="000000"/>
                </a:solidFill>
                <a:effectLst/>
                <a:uLnTx/>
                <a:uFillTx/>
                <a:latin typeface="+mj-lt"/>
                <a:ea typeface="+mn-ea"/>
                <a:cs typeface="+mn-cs"/>
              </a:rPr>
            </a:br>
            <a:r>
              <a:rPr kumimoji="0" lang="en-CA" sz="1600" b="0" i="0" u="none" strike="noStrike" kern="1200" cap="none" spc="0" normalizeH="0" baseline="0" noProof="0" dirty="0">
                <a:ln>
                  <a:noFill/>
                </a:ln>
                <a:solidFill>
                  <a:srgbClr val="000000"/>
                </a:solidFill>
                <a:effectLst/>
                <a:uLnTx/>
                <a:uFillTx/>
                <a:latin typeface="+mj-lt"/>
                <a:ea typeface="+mn-ea"/>
                <a:cs typeface="+mn-cs"/>
              </a:rPr>
              <a:t>by Extreme Networks to deliver a specific feature. Contents of this roadmap are subject to change without notice.</a:t>
            </a:r>
          </a:p>
          <a:p>
            <a:pPr marL="0" marR="0" lvl="0" indent="0" algn="l" defTabSz="914400" rtl="0" eaLnBrk="1" fontAlgn="auto" latinLnBrk="0" hangingPunct="1">
              <a:lnSpc>
                <a:spcPct val="100000"/>
              </a:lnSpc>
              <a:spcBef>
                <a:spcPts val="0"/>
              </a:spcBef>
              <a:spcAft>
                <a:spcPts val="0"/>
              </a:spcAft>
              <a:buClrTx/>
              <a:buSzTx/>
              <a:buFont typeface="DM Sans" panose="020B0604020202020204" pitchFamily="34" charset="0"/>
              <a:buNone/>
              <a:tabLst/>
              <a:defRPr/>
            </a:pPr>
            <a:r>
              <a:rPr kumimoji="0" lang="en-CA" sz="1600" b="0" i="0" u="none" strike="noStrike" kern="1200" cap="none" spc="0" normalizeH="0" baseline="0" noProof="0" dirty="0">
                <a:ln>
                  <a:noFill/>
                </a:ln>
                <a:solidFill>
                  <a:srgbClr val="000000"/>
                </a:solidFill>
                <a:effectLst/>
                <a:uLnTx/>
                <a:uFillTx/>
                <a:latin typeface="+mj-lt"/>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DM Sans" panose="020B0604020202020204" pitchFamily="34" charset="0"/>
              <a:buNone/>
              <a:tabLst/>
              <a:defRPr/>
            </a:pPr>
            <a:r>
              <a:rPr kumimoji="0" lang="en-CA" sz="1600" b="0" i="0" u="none" strike="noStrike" kern="1200" cap="none" spc="0" normalizeH="0" baseline="0" noProof="0" dirty="0">
                <a:ln>
                  <a:noFill/>
                </a:ln>
                <a:solidFill>
                  <a:srgbClr val="000000"/>
                </a:solidFill>
                <a:effectLst/>
                <a:uLnTx/>
                <a:uFillTx/>
                <a:latin typeface="+mj-lt"/>
                <a:ea typeface="+mn-ea"/>
                <a:cs typeface="+mn-cs"/>
              </a:rPr>
              <a:t>There are several important factors that could cause actual events and/or the product roadmap </a:t>
            </a:r>
            <a:br>
              <a:rPr kumimoji="0" lang="en-CA" sz="1600" b="0" i="0" u="none" strike="noStrike" kern="1200" cap="none" spc="0" normalizeH="0" baseline="0" noProof="0" dirty="0">
                <a:ln>
                  <a:noFill/>
                </a:ln>
                <a:solidFill>
                  <a:srgbClr val="000000"/>
                </a:solidFill>
                <a:effectLst/>
                <a:uLnTx/>
                <a:uFillTx/>
                <a:latin typeface="+mj-lt"/>
                <a:ea typeface="+mn-ea"/>
                <a:cs typeface="+mn-cs"/>
              </a:rPr>
            </a:br>
            <a:r>
              <a:rPr kumimoji="0" lang="en-CA" sz="1600" b="0" i="0" u="none" strike="noStrike" kern="1200" cap="none" spc="0" normalizeH="0" baseline="0" noProof="0" dirty="0">
                <a:ln>
                  <a:noFill/>
                </a:ln>
                <a:solidFill>
                  <a:srgbClr val="000000"/>
                </a:solidFill>
                <a:effectLst/>
                <a:uLnTx/>
                <a:uFillTx/>
                <a:latin typeface="+mj-lt"/>
                <a:ea typeface="+mn-ea"/>
                <a:cs typeface="+mn-cs"/>
              </a:rPr>
              <a:t>to differ materially from those suggested or indicated by such forward-looking statements.  </a:t>
            </a:r>
            <a:br>
              <a:rPr kumimoji="0" lang="en-CA" sz="1600" b="0" i="0" u="none" strike="noStrike" kern="1200" cap="none" spc="0" normalizeH="0" baseline="0" noProof="0" dirty="0">
                <a:ln>
                  <a:noFill/>
                </a:ln>
                <a:solidFill>
                  <a:srgbClr val="000000"/>
                </a:solidFill>
                <a:effectLst/>
                <a:uLnTx/>
                <a:uFillTx/>
                <a:latin typeface="+mj-lt"/>
                <a:ea typeface="+mn-ea"/>
                <a:cs typeface="+mn-cs"/>
              </a:rPr>
            </a:br>
            <a:r>
              <a:rPr kumimoji="0" lang="en-CA" sz="1600" b="0" i="0" u="none" strike="noStrike" kern="1200" cap="none" spc="0" normalizeH="0" baseline="0" noProof="0" dirty="0">
                <a:ln>
                  <a:noFill/>
                </a:ln>
                <a:solidFill>
                  <a:srgbClr val="000000"/>
                </a:solidFill>
                <a:effectLst/>
                <a:uLnTx/>
                <a:uFillTx/>
                <a:latin typeface="+mj-lt"/>
                <a:ea typeface="+mn-ea"/>
                <a:cs typeface="+mn-cs"/>
              </a:rPr>
              <a:t>These include, among others, factors discussed under Item 1A. "Risk Factors," in the company's Annual Report on Form 10-K, quarterly Forms 10-Q, and other reports filed with the SEC. The company undertakes no obligation to update any forward-looking statements, whether as a result of new information, the occurrence of certain events or otherwise. </a:t>
            </a:r>
            <a:br>
              <a:rPr kumimoji="0" lang="en-CA" sz="1600" b="0" i="0" u="none" strike="noStrike" kern="1200" cap="none" spc="0" normalizeH="0" baseline="0" noProof="0" dirty="0">
                <a:ln>
                  <a:noFill/>
                </a:ln>
                <a:solidFill>
                  <a:srgbClr val="000000"/>
                </a:solidFill>
                <a:effectLst/>
                <a:uLnTx/>
                <a:uFillTx/>
                <a:latin typeface="+mj-lt"/>
                <a:ea typeface="+mn-ea"/>
                <a:cs typeface="+mn-cs"/>
              </a:rPr>
            </a:br>
            <a:r>
              <a:rPr kumimoji="0" lang="en-CA" sz="1600" b="0" i="0" u="none" strike="noStrike" kern="1200" cap="none" spc="0" normalizeH="0" baseline="0" noProof="0" dirty="0">
                <a:ln>
                  <a:noFill/>
                </a:ln>
                <a:solidFill>
                  <a:srgbClr val="000000"/>
                </a:solidFill>
                <a:effectLst/>
                <a:uLnTx/>
                <a:uFillTx/>
                <a:latin typeface="+mj-lt"/>
                <a:ea typeface="+mn-ea"/>
                <a:cs typeface="+mn-cs"/>
              </a:rPr>
              <a:t>As a result of these risks and others, actual results and/or the product roadmap could vary significantly from those anticipated and discussed during the event, and the company's financial condition and results of operations could be materially adversely affected.</a:t>
            </a:r>
          </a:p>
          <a:p>
            <a:pPr marL="0" marR="0" lvl="0" indent="0" algn="l" defTabSz="914400" rtl="0" eaLnBrk="1" fontAlgn="auto" latinLnBrk="0" hangingPunct="1">
              <a:lnSpc>
                <a:spcPct val="100000"/>
              </a:lnSpc>
              <a:spcBef>
                <a:spcPts val="1000"/>
              </a:spcBef>
              <a:spcAft>
                <a:spcPts val="0"/>
              </a:spcAft>
              <a:buClrTx/>
              <a:buSzTx/>
              <a:buFont typeface="DM Sans" panose="020B0604020202020204" pitchFamily="34" charset="0"/>
              <a:buNone/>
              <a:tabLst/>
              <a:defRPr/>
            </a:pPr>
            <a:endParaRPr kumimoji="0" lang="en-US" sz="1600" b="0" i="0" u="none" strike="noStrike" kern="1200" cap="none" spc="0" normalizeH="0" baseline="0" noProof="0" dirty="0">
              <a:ln>
                <a:noFill/>
              </a:ln>
              <a:solidFill>
                <a:srgbClr val="1A1A1A"/>
              </a:solidFill>
              <a:effectLst/>
              <a:uLnTx/>
              <a:uFillTx/>
              <a:latin typeface="+mj-lt"/>
              <a:ea typeface="+mn-ea"/>
              <a:cs typeface="+mn-cs"/>
            </a:endParaRPr>
          </a:p>
        </p:txBody>
      </p:sp>
      <p:sp>
        <p:nvSpPr>
          <p:cNvPr id="2" name="TextBox 1">
            <a:extLst>
              <a:ext uri="{FF2B5EF4-FFF2-40B4-BE49-F238E27FC236}">
                <a16:creationId xmlns:a16="http://schemas.microsoft.com/office/drawing/2014/main" id="{3A958C2D-214E-4064-9E01-E7FFD6E71CBE}"/>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
        <p:nvSpPr>
          <p:cNvPr id="3" name="TextBox 2">
            <a:extLst>
              <a:ext uri="{FF2B5EF4-FFF2-40B4-BE49-F238E27FC236}">
                <a16:creationId xmlns:a16="http://schemas.microsoft.com/office/drawing/2014/main" id="{57BC47F7-B811-CFB4-39F5-76EB5732E3F6}"/>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tx1"/>
                </a:solidFill>
                <a:latin typeface="+mn-lt"/>
              </a:rPr>
              <a:t>‹#›</a:t>
            </a:fld>
            <a:endParaRPr lang="en-US" sz="800" b="1" i="0" dirty="0">
              <a:solidFill>
                <a:schemeClr val="tx1"/>
              </a:solidFill>
              <a:latin typeface="+mn-lt"/>
            </a:endParaRPr>
          </a:p>
        </p:txBody>
      </p:sp>
    </p:spTree>
    <p:extLst>
      <p:ext uri="{BB962C8B-B14F-4D97-AF65-F5344CB8AC3E}">
        <p14:creationId xmlns:p14="http://schemas.microsoft.com/office/powerpoint/2010/main" val="3563096700"/>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guide id="3" pos="480">
          <p15:clr>
            <a:srgbClr val="FBAE40"/>
          </p15:clr>
        </p15:guide>
        <p15:guide id="4" pos="720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6_No Image Slide">
    <p:bg>
      <p:bgRef idx="1001">
        <a:schemeClr val="bg1"/>
      </p:bgRef>
    </p:bg>
    <p:spTree>
      <p:nvGrpSpPr>
        <p:cNvPr id="1" name=""/>
        <p:cNvGrpSpPr/>
        <p:nvPr/>
      </p:nvGrpSpPr>
      <p:grpSpPr>
        <a:xfrm>
          <a:off x="0" y="0"/>
          <a:ext cx="0" cy="0"/>
          <a:chOff x="0" y="0"/>
          <a:chExt cx="0" cy="0"/>
        </a:xfrm>
      </p:grpSpPr>
      <p:sp>
        <p:nvSpPr>
          <p:cNvPr id="2" name="Process 4">
            <a:extLst>
              <a:ext uri="{FF2B5EF4-FFF2-40B4-BE49-F238E27FC236}">
                <a16:creationId xmlns:a16="http://schemas.microsoft.com/office/drawing/2014/main" id="{B5021C54-044F-8960-01C2-769AC003545E}"/>
              </a:ext>
            </a:extLst>
          </p:cNvPr>
          <p:cNvSpPr/>
          <p:nvPr userDrawn="1"/>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3" name="Arc 11">
            <a:extLst>
              <a:ext uri="{FF2B5EF4-FFF2-40B4-BE49-F238E27FC236}">
                <a16:creationId xmlns:a16="http://schemas.microsoft.com/office/drawing/2014/main" id="{9D1F5FF5-0388-0A6B-677F-64AEDF792F33}"/>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j-lt"/>
            </a:endParaRPr>
          </a:p>
        </p:txBody>
      </p:sp>
      <p:sp>
        <p:nvSpPr>
          <p:cNvPr id="5" name="Arc 11">
            <a:extLst>
              <a:ext uri="{FF2B5EF4-FFF2-40B4-BE49-F238E27FC236}">
                <a16:creationId xmlns:a16="http://schemas.microsoft.com/office/drawing/2014/main" id="{2644717A-AF59-A11C-EBF2-7C697C55CB01}"/>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j-lt"/>
            </a:endParaRPr>
          </a:p>
        </p:txBody>
      </p:sp>
      <p:pic>
        <p:nvPicPr>
          <p:cNvPr id="6" name="Graphic 5">
            <a:extLst>
              <a:ext uri="{FF2B5EF4-FFF2-40B4-BE49-F238E27FC236}">
                <a16:creationId xmlns:a16="http://schemas.microsoft.com/office/drawing/2014/main" id="{6FB836D5-B76E-04E0-DFC1-7B0306FA1F7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10607" y="222069"/>
            <a:ext cx="1318093" cy="323306"/>
          </a:xfrm>
          <a:prstGeom prst="rect">
            <a:avLst/>
          </a:prstGeom>
        </p:spPr>
      </p:pic>
      <p:sp>
        <p:nvSpPr>
          <p:cNvPr id="11" name="Text Placeholder 6">
            <a:extLst>
              <a:ext uri="{FF2B5EF4-FFF2-40B4-BE49-F238E27FC236}">
                <a16:creationId xmlns:a16="http://schemas.microsoft.com/office/drawing/2014/main" id="{579276DD-C6EB-40AC-4B6E-B1A5ABC3718E}"/>
              </a:ext>
            </a:extLst>
          </p:cNvPr>
          <p:cNvSpPr txBox="1">
            <a:spLocks/>
          </p:cNvSpPr>
          <p:nvPr/>
        </p:nvSpPr>
        <p:spPr>
          <a:xfrm>
            <a:off x="449351" y="398928"/>
            <a:ext cx="10745992" cy="381001"/>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1000"/>
              </a:spcBef>
              <a:buFont typeface="DM Sans" panose="020B0604020202020204" pitchFamily="34" charset="0"/>
              <a:buNone/>
              <a:defRPr sz="2200" b="0" i="0" kern="1200">
                <a:solidFill>
                  <a:schemeClr val="tx2"/>
                </a:solidFill>
                <a:latin typeface="Montserrat SemiBold" pitchFamily="2" charset="77"/>
                <a:ea typeface="+mn-ea"/>
                <a:cs typeface="+mn-cs"/>
              </a:defRPr>
            </a:lvl1pPr>
            <a:lvl2pPr marL="685800" indent="-228600" algn="l" defTabSz="914400" rtl="0" eaLnBrk="1" latinLnBrk="0" hangingPunct="1">
              <a:lnSpc>
                <a:spcPct val="100000"/>
              </a:lnSpc>
              <a:spcBef>
                <a:spcPts val="500"/>
              </a:spcBef>
              <a:buFont typeface="DM Sans" panose="020B0604020202020204" pitchFamily="34" charset="0"/>
              <a:buChar char="•"/>
              <a:defRPr sz="3400" b="0" i="0" kern="1200">
                <a:solidFill>
                  <a:schemeClr val="tx1"/>
                </a:solidFill>
                <a:latin typeface="Montserrat" pitchFamily="2" charset="77"/>
                <a:ea typeface="+mn-ea"/>
                <a:cs typeface="+mn-cs"/>
              </a:defRPr>
            </a:lvl2pPr>
            <a:lvl3pPr marL="1143000" indent="-228600" algn="l" defTabSz="914400" rtl="0" eaLnBrk="1" latinLnBrk="0" hangingPunct="1">
              <a:lnSpc>
                <a:spcPct val="100000"/>
              </a:lnSpc>
              <a:spcBef>
                <a:spcPts val="500"/>
              </a:spcBef>
              <a:buFont typeface="DM Sans"/>
              <a:buChar char="-"/>
              <a:defRPr sz="3400" b="0" i="0" kern="1200">
                <a:solidFill>
                  <a:schemeClr val="tx1"/>
                </a:solidFill>
                <a:latin typeface="Montserrat" pitchFamily="2" charset="77"/>
                <a:ea typeface="+mn-ea"/>
                <a:cs typeface="+mn-cs"/>
              </a:defRPr>
            </a:lvl3pPr>
            <a:lvl4pPr marL="1600200" indent="-228600" algn="l" defTabSz="914400" rtl="0" eaLnBrk="1" latinLnBrk="0" hangingPunct="1">
              <a:lnSpc>
                <a:spcPct val="100000"/>
              </a:lnSpc>
              <a:spcBef>
                <a:spcPts val="500"/>
              </a:spcBef>
              <a:buFont typeface="DM Sans"/>
              <a:buChar char="-"/>
              <a:defRPr sz="3400" b="0" i="0" kern="1200">
                <a:solidFill>
                  <a:schemeClr val="tx1"/>
                </a:solidFill>
                <a:latin typeface="Montserrat" pitchFamily="2" charset="77"/>
                <a:ea typeface="+mn-ea"/>
                <a:cs typeface="+mn-cs"/>
              </a:defRPr>
            </a:lvl4pPr>
            <a:lvl5pPr marL="2057400" indent="-228600" algn="l" defTabSz="914400" rtl="0" eaLnBrk="1" latinLnBrk="0" hangingPunct="1">
              <a:lnSpc>
                <a:spcPct val="100000"/>
              </a:lnSpc>
              <a:spcBef>
                <a:spcPts val="500"/>
              </a:spcBef>
              <a:buFont typeface="DM Sans" panose="020B0604020202020204" pitchFamily="34" charset="0"/>
              <a:buChar char="•"/>
              <a:defRPr sz="3400" b="0" i="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DM Sans" panose="020B0604020202020204" pitchFamily="34" charset="0"/>
              <a:buNone/>
              <a:tabLst/>
              <a:defRPr/>
            </a:pPr>
            <a:r>
              <a:rPr kumimoji="0" lang="en-US" sz="2200" b="1" i="0" u="none" strike="noStrike" kern="1200" cap="none" spc="0" normalizeH="0" baseline="0" noProof="0">
                <a:ln>
                  <a:noFill/>
                </a:ln>
                <a:solidFill>
                  <a:schemeClr val="tx1"/>
                </a:solidFill>
                <a:effectLst/>
                <a:uLnTx/>
                <a:uFillTx/>
                <a:latin typeface="+mj-lt"/>
                <a:ea typeface="+mn-ea"/>
                <a:cs typeface="+mn-cs"/>
              </a:rPr>
              <a:t>Safe Harbor Statement </a:t>
            </a:r>
          </a:p>
        </p:txBody>
      </p:sp>
      <p:sp>
        <p:nvSpPr>
          <p:cNvPr id="7" name="Arc 11">
            <a:extLst>
              <a:ext uri="{FF2B5EF4-FFF2-40B4-BE49-F238E27FC236}">
                <a16:creationId xmlns:a16="http://schemas.microsoft.com/office/drawing/2014/main" id="{1359E9DB-6B76-9BD7-5EFA-7D1E3AF83031}"/>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j-lt"/>
            </a:endParaRPr>
          </a:p>
        </p:txBody>
      </p:sp>
      <p:sp>
        <p:nvSpPr>
          <p:cNvPr id="8" name="Arc 11">
            <a:extLst>
              <a:ext uri="{FF2B5EF4-FFF2-40B4-BE49-F238E27FC236}">
                <a16:creationId xmlns:a16="http://schemas.microsoft.com/office/drawing/2014/main" id="{0ECD0FD9-3FE5-0FF1-C7C5-FA099F0584E5}"/>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j-lt"/>
            </a:endParaRPr>
          </a:p>
        </p:txBody>
      </p:sp>
      <p:sp>
        <p:nvSpPr>
          <p:cNvPr id="17" name="Arc 11">
            <a:extLst>
              <a:ext uri="{FF2B5EF4-FFF2-40B4-BE49-F238E27FC236}">
                <a16:creationId xmlns:a16="http://schemas.microsoft.com/office/drawing/2014/main" id="{78F68E92-0695-1A3E-3C21-FB45ED046002}"/>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j-lt"/>
            </a:endParaRPr>
          </a:p>
        </p:txBody>
      </p:sp>
      <p:sp>
        <p:nvSpPr>
          <p:cNvPr id="20" name="Arc 11">
            <a:extLst>
              <a:ext uri="{FF2B5EF4-FFF2-40B4-BE49-F238E27FC236}">
                <a16:creationId xmlns:a16="http://schemas.microsoft.com/office/drawing/2014/main" id="{6D0468F9-E449-C4AB-D509-206ADDB4A551}"/>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j-lt"/>
            </a:endParaRPr>
          </a:p>
        </p:txBody>
      </p:sp>
      <p:sp>
        <p:nvSpPr>
          <p:cNvPr id="9" name="Text Placeholder 6">
            <a:extLst>
              <a:ext uri="{FF2B5EF4-FFF2-40B4-BE49-F238E27FC236}">
                <a16:creationId xmlns:a16="http://schemas.microsoft.com/office/drawing/2014/main" id="{8A57B821-D6A6-DE0A-9CAC-4E9C4095160F}"/>
              </a:ext>
            </a:extLst>
          </p:cNvPr>
          <p:cNvSpPr txBox="1">
            <a:spLocks/>
          </p:cNvSpPr>
          <p:nvPr/>
        </p:nvSpPr>
        <p:spPr>
          <a:xfrm>
            <a:off x="449351" y="398928"/>
            <a:ext cx="10745992" cy="381001"/>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1000"/>
              </a:spcBef>
              <a:buFont typeface="DM Sans" panose="020B0604020202020204" pitchFamily="34" charset="0"/>
              <a:buNone/>
              <a:defRPr sz="2200" b="0" i="0" kern="1200">
                <a:solidFill>
                  <a:schemeClr val="tx2"/>
                </a:solidFill>
                <a:latin typeface="Montserrat SemiBold" pitchFamily="2" charset="77"/>
                <a:ea typeface="+mn-ea"/>
                <a:cs typeface="+mn-cs"/>
              </a:defRPr>
            </a:lvl1pPr>
            <a:lvl2pPr marL="685800" indent="-228600" algn="l" defTabSz="914400" rtl="0" eaLnBrk="1" latinLnBrk="0" hangingPunct="1">
              <a:lnSpc>
                <a:spcPct val="100000"/>
              </a:lnSpc>
              <a:spcBef>
                <a:spcPts val="500"/>
              </a:spcBef>
              <a:buFont typeface="DM Sans" panose="020B0604020202020204" pitchFamily="34" charset="0"/>
              <a:buChar char="•"/>
              <a:defRPr sz="3400" b="0" i="0" kern="1200">
                <a:solidFill>
                  <a:schemeClr val="tx1"/>
                </a:solidFill>
                <a:latin typeface="Montserrat" pitchFamily="2" charset="77"/>
                <a:ea typeface="+mn-ea"/>
                <a:cs typeface="+mn-cs"/>
              </a:defRPr>
            </a:lvl2pPr>
            <a:lvl3pPr marL="1143000" indent="-228600" algn="l" defTabSz="914400" rtl="0" eaLnBrk="1" latinLnBrk="0" hangingPunct="1">
              <a:lnSpc>
                <a:spcPct val="100000"/>
              </a:lnSpc>
              <a:spcBef>
                <a:spcPts val="500"/>
              </a:spcBef>
              <a:buFont typeface="DM Sans"/>
              <a:buChar char="-"/>
              <a:defRPr sz="3400" b="0" i="0" kern="1200">
                <a:solidFill>
                  <a:schemeClr val="tx1"/>
                </a:solidFill>
                <a:latin typeface="Montserrat" pitchFamily="2" charset="77"/>
                <a:ea typeface="+mn-ea"/>
                <a:cs typeface="+mn-cs"/>
              </a:defRPr>
            </a:lvl3pPr>
            <a:lvl4pPr marL="1600200" indent="-228600" algn="l" defTabSz="914400" rtl="0" eaLnBrk="1" latinLnBrk="0" hangingPunct="1">
              <a:lnSpc>
                <a:spcPct val="100000"/>
              </a:lnSpc>
              <a:spcBef>
                <a:spcPts val="500"/>
              </a:spcBef>
              <a:buFont typeface="DM Sans"/>
              <a:buChar char="-"/>
              <a:defRPr sz="3400" b="0" i="0" kern="1200">
                <a:solidFill>
                  <a:schemeClr val="tx1"/>
                </a:solidFill>
                <a:latin typeface="Montserrat" pitchFamily="2" charset="77"/>
                <a:ea typeface="+mn-ea"/>
                <a:cs typeface="+mn-cs"/>
              </a:defRPr>
            </a:lvl4pPr>
            <a:lvl5pPr marL="2057400" indent="-228600" algn="l" defTabSz="914400" rtl="0" eaLnBrk="1" latinLnBrk="0" hangingPunct="1">
              <a:lnSpc>
                <a:spcPct val="100000"/>
              </a:lnSpc>
              <a:spcBef>
                <a:spcPts val="500"/>
              </a:spcBef>
              <a:buFont typeface="DM Sans" panose="020B0604020202020204" pitchFamily="34" charset="0"/>
              <a:buChar char="•"/>
              <a:defRPr sz="3400" b="0" i="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DM Sans" panose="020B0604020202020204" pitchFamily="34" charset="0"/>
              <a:buNone/>
              <a:tabLst/>
              <a:defRPr/>
            </a:pPr>
            <a:r>
              <a:rPr kumimoji="0" lang="en-US" sz="2200" b="1" i="0" u="none" strike="noStrike" kern="1200" cap="none" spc="0" normalizeH="0" baseline="0" noProof="0" dirty="0">
                <a:ln>
                  <a:noFill/>
                </a:ln>
                <a:solidFill>
                  <a:schemeClr val="tx1"/>
                </a:solidFill>
                <a:effectLst/>
                <a:uLnTx/>
                <a:uFillTx/>
                <a:latin typeface="+mj-lt"/>
                <a:ea typeface="+mn-ea"/>
                <a:cs typeface="+mn-cs"/>
              </a:rPr>
              <a:t>Safe Harbor Statement </a:t>
            </a:r>
          </a:p>
        </p:txBody>
      </p:sp>
      <p:sp>
        <p:nvSpPr>
          <p:cNvPr id="12" name="Content Placeholder 6">
            <a:extLst>
              <a:ext uri="{FF2B5EF4-FFF2-40B4-BE49-F238E27FC236}">
                <a16:creationId xmlns:a16="http://schemas.microsoft.com/office/drawing/2014/main" id="{9DCFEEC1-C88A-D561-BF27-8C1F9DBB2C12}"/>
              </a:ext>
            </a:extLst>
          </p:cNvPr>
          <p:cNvSpPr txBox="1">
            <a:spLocks/>
          </p:cNvSpPr>
          <p:nvPr/>
        </p:nvSpPr>
        <p:spPr>
          <a:xfrm>
            <a:off x="438872" y="1662896"/>
            <a:ext cx="11314255" cy="4572000"/>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Font typeface="DM Sans" panose="020B0604020202020204" pitchFamily="34" charset="0"/>
              <a:buNone/>
              <a:defRPr sz="1800" b="1" i="0" kern="1200">
                <a:solidFill>
                  <a:schemeClr val="tx1"/>
                </a:solidFill>
                <a:latin typeface="Montserrat" pitchFamily="2" charset="77"/>
                <a:ea typeface="+mn-ea"/>
                <a:cs typeface="+mn-cs"/>
              </a:defRPr>
            </a:lvl1pPr>
            <a:lvl2pPr marL="11113" indent="0" algn="l" defTabSz="914400" rtl="0" eaLnBrk="1" latinLnBrk="0" hangingPunct="1">
              <a:lnSpc>
                <a:spcPct val="100000"/>
              </a:lnSpc>
              <a:spcBef>
                <a:spcPts val="500"/>
              </a:spcBef>
              <a:buFont typeface="DM Sans" panose="020B0604020202020204" pitchFamily="34" charset="0"/>
              <a:buNone/>
              <a:tabLst/>
              <a:defRPr sz="1600" b="0" i="0" kern="1200">
                <a:solidFill>
                  <a:schemeClr val="tx1"/>
                </a:solidFill>
                <a:latin typeface="Montserrat" pitchFamily="2" charset="77"/>
                <a:ea typeface="+mn-ea"/>
                <a:cs typeface="+mn-cs"/>
              </a:defRPr>
            </a:lvl2pPr>
            <a:lvl3pPr marL="346075" indent="-207963" algn="l" defTabSz="914400" rtl="0" eaLnBrk="1" latinLnBrk="0" hangingPunct="1">
              <a:lnSpc>
                <a:spcPct val="100000"/>
              </a:lnSpc>
              <a:spcBef>
                <a:spcPts val="500"/>
              </a:spcBef>
              <a:buSzPct val="100000"/>
              <a:buFont typeface="DM Sans" panose="020B0604020202020204" pitchFamily="34" charset="0"/>
              <a:buChar char="•"/>
              <a:tabLst/>
              <a:defRPr sz="1400" b="0" i="0" kern="1200">
                <a:solidFill>
                  <a:schemeClr val="tx1"/>
                </a:solidFill>
                <a:latin typeface="Montserrat" pitchFamily="2" charset="77"/>
                <a:ea typeface="+mn-ea"/>
                <a:cs typeface="+mn-cs"/>
              </a:defRPr>
            </a:lvl3pPr>
            <a:lvl4pPr marL="1600200" indent="-228600" algn="l" defTabSz="914400" rtl="0" eaLnBrk="1" latinLnBrk="0" hangingPunct="1">
              <a:lnSpc>
                <a:spcPct val="100000"/>
              </a:lnSpc>
              <a:spcBef>
                <a:spcPts val="500"/>
              </a:spcBef>
              <a:buFont typeface="DM Sans"/>
              <a:buChar char="-"/>
              <a:defRPr sz="1400" b="0" i="0" kern="1200">
                <a:solidFill>
                  <a:schemeClr val="tx1"/>
                </a:solidFill>
                <a:latin typeface="Montserrat" pitchFamily="2" charset="77"/>
                <a:ea typeface="+mn-ea"/>
                <a:cs typeface="+mn-cs"/>
              </a:defRPr>
            </a:lvl4pPr>
            <a:lvl5pPr marL="2057400" indent="-228600" algn="l" defTabSz="914400" rtl="0" eaLnBrk="1" latinLnBrk="0" hangingPunct="1">
              <a:lnSpc>
                <a:spcPct val="100000"/>
              </a:lnSpc>
              <a:spcBef>
                <a:spcPts val="500"/>
              </a:spcBef>
              <a:buFont typeface="DM Sans" panose="020B0604020202020204" pitchFamily="34" charset="0"/>
              <a:buChar char="•"/>
              <a:defRPr sz="1400" b="0" i="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DM Sans" panose="020B0604020202020204" pitchFamily="34" charset="0"/>
              <a:buNone/>
              <a:tabLst/>
              <a:defRPr/>
            </a:pPr>
            <a:r>
              <a:rPr kumimoji="0" lang="en-CA" sz="1600" b="0" i="0" u="none" strike="noStrike" kern="1200" cap="none" spc="0" normalizeH="0" baseline="0" noProof="0" dirty="0">
                <a:ln>
                  <a:noFill/>
                </a:ln>
                <a:solidFill>
                  <a:schemeClr val="tx1"/>
                </a:solidFill>
                <a:effectLst/>
                <a:uLnTx/>
                <a:uFillTx/>
                <a:latin typeface="+mj-lt"/>
                <a:ea typeface="+mn-ea"/>
                <a:cs typeface="+mn-cs"/>
              </a:rPr>
              <a:t>Statements during this event may include forward-looking statements within the meaning of the "safe harbor" provisions of the Private Securities Litigation Reform Act of 1995. These forward-looking statements speak only as </a:t>
            </a:r>
            <a:br>
              <a:rPr kumimoji="0" lang="en-CA" sz="1600" b="0" i="0" u="none" strike="noStrike" kern="1200" cap="none" spc="0" normalizeH="0" baseline="0" noProof="0" dirty="0">
                <a:ln>
                  <a:noFill/>
                </a:ln>
                <a:solidFill>
                  <a:schemeClr val="tx1"/>
                </a:solidFill>
                <a:effectLst/>
                <a:uLnTx/>
                <a:uFillTx/>
                <a:latin typeface="+mj-lt"/>
                <a:ea typeface="+mn-ea"/>
                <a:cs typeface="+mn-cs"/>
              </a:rPr>
            </a:br>
            <a:r>
              <a:rPr kumimoji="0" lang="en-CA" sz="1600" b="0" i="0" u="none" strike="noStrike" kern="1200" cap="none" spc="0" normalizeH="0" baseline="0" noProof="0" dirty="0">
                <a:ln>
                  <a:noFill/>
                </a:ln>
                <a:solidFill>
                  <a:schemeClr val="tx1"/>
                </a:solidFill>
                <a:effectLst/>
                <a:uLnTx/>
                <a:uFillTx/>
                <a:latin typeface="+mj-lt"/>
                <a:ea typeface="+mn-ea"/>
                <a:cs typeface="+mn-cs"/>
              </a:rPr>
              <a:t>of the date made during this session.  </a:t>
            </a:r>
          </a:p>
          <a:p>
            <a:pPr marL="0" marR="0" lvl="0" indent="0" algn="l" defTabSz="914400" rtl="0" eaLnBrk="1" fontAlgn="auto" latinLnBrk="0" hangingPunct="1">
              <a:lnSpc>
                <a:spcPct val="100000"/>
              </a:lnSpc>
              <a:spcBef>
                <a:spcPts val="0"/>
              </a:spcBef>
              <a:spcAft>
                <a:spcPts val="0"/>
              </a:spcAft>
              <a:buClrTx/>
              <a:buSzTx/>
              <a:buFont typeface="DM Sans" panose="020B0604020202020204" pitchFamily="34" charset="0"/>
              <a:buNone/>
              <a:tabLst/>
              <a:defRPr/>
            </a:pPr>
            <a:r>
              <a:rPr kumimoji="0" lang="en-CA" sz="1600" b="0" i="0" u="none" strike="noStrike" kern="1200" cap="none" spc="0" normalizeH="0" baseline="0" noProof="0" dirty="0">
                <a:ln>
                  <a:noFill/>
                </a:ln>
                <a:solidFill>
                  <a:schemeClr val="tx1"/>
                </a:solidFill>
                <a:effectLst/>
                <a:uLnTx/>
                <a:uFillTx/>
                <a:latin typeface="+mj-lt"/>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DM Sans" panose="020B0604020202020204" pitchFamily="34" charset="0"/>
              <a:buNone/>
              <a:tabLst/>
              <a:defRPr/>
            </a:pPr>
            <a:r>
              <a:rPr kumimoji="0" lang="en-CA" sz="1600" b="0" i="0" u="none" strike="noStrike" kern="1200" cap="none" spc="0" normalizeH="0" baseline="0" noProof="0" dirty="0">
                <a:ln>
                  <a:noFill/>
                </a:ln>
                <a:solidFill>
                  <a:schemeClr val="tx1"/>
                </a:solidFill>
                <a:effectLst/>
                <a:uLnTx/>
                <a:uFillTx/>
                <a:latin typeface="+mj-lt"/>
                <a:ea typeface="+mn-ea"/>
                <a:cs typeface="+mn-cs"/>
              </a:rPr>
              <a:t>Statements during this event may also include discussion of Extreme Networks’ current product roadmap. All product releases will be on a when-and-if available basis. Actual feature development and timing of releases will be at the sole discretion of Extreme Networks. Not all features are supported on all platforms. Presentation of the product roadmap does not create a commitment </a:t>
            </a:r>
            <a:br>
              <a:rPr kumimoji="0" lang="en-CA" sz="1600" b="0" i="0" u="none" strike="noStrike" kern="1200" cap="none" spc="0" normalizeH="0" baseline="0" noProof="0" dirty="0">
                <a:ln>
                  <a:noFill/>
                </a:ln>
                <a:solidFill>
                  <a:schemeClr val="tx1"/>
                </a:solidFill>
                <a:effectLst/>
                <a:uLnTx/>
                <a:uFillTx/>
                <a:latin typeface="+mj-lt"/>
                <a:ea typeface="+mn-ea"/>
                <a:cs typeface="+mn-cs"/>
              </a:rPr>
            </a:br>
            <a:r>
              <a:rPr kumimoji="0" lang="en-CA" sz="1600" b="0" i="0" u="none" strike="noStrike" kern="1200" cap="none" spc="0" normalizeH="0" baseline="0" noProof="0" dirty="0">
                <a:ln>
                  <a:noFill/>
                </a:ln>
                <a:solidFill>
                  <a:schemeClr val="tx1"/>
                </a:solidFill>
                <a:effectLst/>
                <a:uLnTx/>
                <a:uFillTx/>
                <a:latin typeface="+mj-lt"/>
                <a:ea typeface="+mn-ea"/>
                <a:cs typeface="+mn-cs"/>
              </a:rPr>
              <a:t>by Extreme Networks to deliver a specific feature. Contents of this roadmap are subject to change without notice.</a:t>
            </a:r>
          </a:p>
          <a:p>
            <a:pPr marL="0" marR="0" lvl="0" indent="0" algn="l" defTabSz="914400" rtl="0" eaLnBrk="1" fontAlgn="auto" latinLnBrk="0" hangingPunct="1">
              <a:lnSpc>
                <a:spcPct val="100000"/>
              </a:lnSpc>
              <a:spcBef>
                <a:spcPts val="0"/>
              </a:spcBef>
              <a:spcAft>
                <a:spcPts val="0"/>
              </a:spcAft>
              <a:buClrTx/>
              <a:buSzTx/>
              <a:buFont typeface="DM Sans" panose="020B0604020202020204" pitchFamily="34" charset="0"/>
              <a:buNone/>
              <a:tabLst/>
              <a:defRPr/>
            </a:pPr>
            <a:r>
              <a:rPr kumimoji="0" lang="en-CA" sz="1600" b="0" i="0" u="none" strike="noStrike" kern="1200" cap="none" spc="0" normalizeH="0" baseline="0" noProof="0" dirty="0">
                <a:ln>
                  <a:noFill/>
                </a:ln>
                <a:solidFill>
                  <a:schemeClr val="tx1"/>
                </a:solidFill>
                <a:effectLst/>
                <a:uLnTx/>
                <a:uFillTx/>
                <a:latin typeface="+mj-lt"/>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DM Sans" panose="020B0604020202020204" pitchFamily="34" charset="0"/>
              <a:buNone/>
              <a:tabLst/>
              <a:defRPr/>
            </a:pPr>
            <a:r>
              <a:rPr kumimoji="0" lang="en-CA" sz="1600" b="0" i="0" u="none" strike="noStrike" kern="1200" cap="none" spc="0" normalizeH="0" baseline="0" noProof="0" dirty="0">
                <a:ln>
                  <a:noFill/>
                </a:ln>
                <a:solidFill>
                  <a:schemeClr val="tx1"/>
                </a:solidFill>
                <a:effectLst/>
                <a:uLnTx/>
                <a:uFillTx/>
                <a:latin typeface="+mj-lt"/>
                <a:ea typeface="+mn-ea"/>
                <a:cs typeface="+mn-cs"/>
              </a:rPr>
              <a:t>There are several important factors that could cause actual events and/or the product roadmap </a:t>
            </a:r>
            <a:br>
              <a:rPr kumimoji="0" lang="en-CA" sz="1600" b="0" i="0" u="none" strike="noStrike" kern="1200" cap="none" spc="0" normalizeH="0" baseline="0" noProof="0" dirty="0">
                <a:ln>
                  <a:noFill/>
                </a:ln>
                <a:solidFill>
                  <a:schemeClr val="tx1"/>
                </a:solidFill>
                <a:effectLst/>
                <a:uLnTx/>
                <a:uFillTx/>
                <a:latin typeface="+mj-lt"/>
                <a:ea typeface="+mn-ea"/>
                <a:cs typeface="+mn-cs"/>
              </a:rPr>
            </a:br>
            <a:r>
              <a:rPr kumimoji="0" lang="en-CA" sz="1600" b="0" i="0" u="none" strike="noStrike" kern="1200" cap="none" spc="0" normalizeH="0" baseline="0" noProof="0" dirty="0">
                <a:ln>
                  <a:noFill/>
                </a:ln>
                <a:solidFill>
                  <a:schemeClr val="tx1"/>
                </a:solidFill>
                <a:effectLst/>
                <a:uLnTx/>
                <a:uFillTx/>
                <a:latin typeface="+mj-lt"/>
                <a:ea typeface="+mn-ea"/>
                <a:cs typeface="+mn-cs"/>
              </a:rPr>
              <a:t>to differ materially from those suggested or indicated by such forward-looking statements.  </a:t>
            </a:r>
            <a:br>
              <a:rPr kumimoji="0" lang="en-CA" sz="1600" b="0" i="0" u="none" strike="noStrike" kern="1200" cap="none" spc="0" normalizeH="0" baseline="0" noProof="0" dirty="0">
                <a:ln>
                  <a:noFill/>
                </a:ln>
                <a:solidFill>
                  <a:schemeClr val="tx1"/>
                </a:solidFill>
                <a:effectLst/>
                <a:uLnTx/>
                <a:uFillTx/>
                <a:latin typeface="+mj-lt"/>
                <a:ea typeface="+mn-ea"/>
                <a:cs typeface="+mn-cs"/>
              </a:rPr>
            </a:br>
            <a:r>
              <a:rPr kumimoji="0" lang="en-CA" sz="1600" b="0" i="0" u="none" strike="noStrike" kern="1200" cap="none" spc="0" normalizeH="0" baseline="0" noProof="0" dirty="0">
                <a:ln>
                  <a:noFill/>
                </a:ln>
                <a:solidFill>
                  <a:schemeClr val="tx1"/>
                </a:solidFill>
                <a:effectLst/>
                <a:uLnTx/>
                <a:uFillTx/>
                <a:latin typeface="+mj-lt"/>
                <a:ea typeface="+mn-ea"/>
                <a:cs typeface="+mn-cs"/>
              </a:rPr>
              <a:t>These include, among others, factors discussed under Item 1A. "Risk Factors," in the company's Annual Report on Form 10-K, quarterly Forms 10-Q, and other reports filed with the SEC. The company undertakes no obligation to update any forward-looking statements, whether as a result of new information, the occurrence of certain events or otherwise. </a:t>
            </a:r>
            <a:br>
              <a:rPr kumimoji="0" lang="en-CA" sz="1600" b="0" i="0" u="none" strike="noStrike" kern="1200" cap="none" spc="0" normalizeH="0" baseline="0" noProof="0" dirty="0">
                <a:ln>
                  <a:noFill/>
                </a:ln>
                <a:solidFill>
                  <a:schemeClr val="tx1"/>
                </a:solidFill>
                <a:effectLst/>
                <a:uLnTx/>
                <a:uFillTx/>
                <a:latin typeface="+mj-lt"/>
                <a:ea typeface="+mn-ea"/>
                <a:cs typeface="+mn-cs"/>
              </a:rPr>
            </a:br>
            <a:r>
              <a:rPr kumimoji="0" lang="en-CA" sz="1600" b="0" i="0" u="none" strike="noStrike" kern="1200" cap="none" spc="0" normalizeH="0" baseline="0" noProof="0" dirty="0">
                <a:ln>
                  <a:noFill/>
                </a:ln>
                <a:solidFill>
                  <a:schemeClr val="tx1"/>
                </a:solidFill>
                <a:effectLst/>
                <a:uLnTx/>
                <a:uFillTx/>
                <a:latin typeface="+mj-lt"/>
                <a:ea typeface="+mn-ea"/>
                <a:cs typeface="+mn-cs"/>
              </a:rPr>
              <a:t>As a result of these risks and others, actual results and/or the product roadmap could vary significantly from those anticipated and discussed during the event, and the company's financial condition and results of operations could be materially adversely affected.</a:t>
            </a:r>
          </a:p>
          <a:p>
            <a:pPr marL="0" marR="0" lvl="0" indent="0" algn="l" defTabSz="914400" rtl="0" eaLnBrk="1" fontAlgn="auto" latinLnBrk="0" hangingPunct="1">
              <a:lnSpc>
                <a:spcPct val="100000"/>
              </a:lnSpc>
              <a:spcBef>
                <a:spcPts val="1000"/>
              </a:spcBef>
              <a:spcAft>
                <a:spcPts val="0"/>
              </a:spcAft>
              <a:buClrTx/>
              <a:buSzTx/>
              <a:buFont typeface="DM Sans" panose="020B0604020202020204" pitchFamily="34" charset="0"/>
              <a:buNone/>
              <a:tabLst/>
              <a:defRPr/>
            </a:pPr>
            <a:endParaRPr kumimoji="0" lang="en-US" sz="1600" b="0" i="0" u="none" strike="noStrike" kern="1200" cap="none" spc="0" normalizeH="0" baseline="0" noProof="0" dirty="0">
              <a:ln>
                <a:noFill/>
              </a:ln>
              <a:solidFill>
                <a:schemeClr val="tx1"/>
              </a:solidFill>
              <a:effectLst/>
              <a:uLnTx/>
              <a:uFillTx/>
              <a:latin typeface="+mj-lt"/>
              <a:ea typeface="+mn-ea"/>
              <a:cs typeface="+mn-cs"/>
            </a:endParaRPr>
          </a:p>
        </p:txBody>
      </p:sp>
      <p:sp>
        <p:nvSpPr>
          <p:cNvPr id="13" name="TextBox 12">
            <a:extLst>
              <a:ext uri="{FF2B5EF4-FFF2-40B4-BE49-F238E27FC236}">
                <a16:creationId xmlns:a16="http://schemas.microsoft.com/office/drawing/2014/main" id="{323226D9-23C0-66D4-FB81-DB4D36775CEA}"/>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
        <p:nvSpPr>
          <p:cNvPr id="14" name="TextBox 13">
            <a:extLst>
              <a:ext uri="{FF2B5EF4-FFF2-40B4-BE49-F238E27FC236}">
                <a16:creationId xmlns:a16="http://schemas.microsoft.com/office/drawing/2014/main" id="{5EE6650C-EB07-E3D9-CB78-E1CF857FC44D}"/>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tx1"/>
                </a:solidFill>
                <a:latin typeface="+mn-lt"/>
              </a:rPr>
              <a:t>‹#›</a:t>
            </a:fld>
            <a:endParaRPr lang="en-US" sz="800" b="1" i="0" dirty="0">
              <a:solidFill>
                <a:schemeClr val="tx1"/>
              </a:solidFill>
              <a:latin typeface="+mn-lt"/>
            </a:endParaRPr>
          </a:p>
        </p:txBody>
      </p:sp>
      <p:sp>
        <p:nvSpPr>
          <p:cNvPr id="18" name="Arc 11">
            <a:extLst>
              <a:ext uri="{FF2B5EF4-FFF2-40B4-BE49-F238E27FC236}">
                <a16:creationId xmlns:a16="http://schemas.microsoft.com/office/drawing/2014/main" id="{0C4F8795-F10A-5D19-24D0-7434A7034888}"/>
              </a:ext>
            </a:extLst>
          </p:cNvPr>
          <p:cNvSpPr/>
          <p:nvPr userDrawn="1"/>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j-lt"/>
            </a:endParaRPr>
          </a:p>
        </p:txBody>
      </p:sp>
      <p:sp>
        <p:nvSpPr>
          <p:cNvPr id="19" name="Arc 11">
            <a:extLst>
              <a:ext uri="{FF2B5EF4-FFF2-40B4-BE49-F238E27FC236}">
                <a16:creationId xmlns:a16="http://schemas.microsoft.com/office/drawing/2014/main" id="{40279AE6-7BFB-C7D7-A04C-19289B7013CA}"/>
              </a:ext>
            </a:extLst>
          </p:cNvPr>
          <p:cNvSpPr/>
          <p:nvPr userDrawn="1"/>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j-lt"/>
            </a:endParaRPr>
          </a:p>
        </p:txBody>
      </p:sp>
      <p:sp>
        <p:nvSpPr>
          <p:cNvPr id="21" name="Text Placeholder 6">
            <a:extLst>
              <a:ext uri="{FF2B5EF4-FFF2-40B4-BE49-F238E27FC236}">
                <a16:creationId xmlns:a16="http://schemas.microsoft.com/office/drawing/2014/main" id="{0ECCE0D3-67D6-F0AF-7D8C-22421BFFB5AB}"/>
              </a:ext>
            </a:extLst>
          </p:cNvPr>
          <p:cNvSpPr txBox="1">
            <a:spLocks/>
          </p:cNvSpPr>
          <p:nvPr userDrawn="1"/>
        </p:nvSpPr>
        <p:spPr>
          <a:xfrm>
            <a:off x="449351" y="398928"/>
            <a:ext cx="10745992" cy="381001"/>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1000"/>
              </a:spcBef>
              <a:buFont typeface="DM Sans" panose="020B0604020202020204" pitchFamily="34" charset="0"/>
              <a:buNone/>
              <a:defRPr sz="2200" b="0" i="0" kern="1200">
                <a:solidFill>
                  <a:schemeClr val="tx2"/>
                </a:solidFill>
                <a:latin typeface="Montserrat SemiBold" pitchFamily="2" charset="77"/>
                <a:ea typeface="+mn-ea"/>
                <a:cs typeface="+mn-cs"/>
              </a:defRPr>
            </a:lvl1pPr>
            <a:lvl2pPr marL="685800" indent="-228600" algn="l" defTabSz="914400" rtl="0" eaLnBrk="1" latinLnBrk="0" hangingPunct="1">
              <a:lnSpc>
                <a:spcPct val="100000"/>
              </a:lnSpc>
              <a:spcBef>
                <a:spcPts val="500"/>
              </a:spcBef>
              <a:buFont typeface="DM Sans" panose="020B0604020202020204" pitchFamily="34" charset="0"/>
              <a:buChar char="•"/>
              <a:defRPr sz="3400" b="0" i="0" kern="1200">
                <a:solidFill>
                  <a:schemeClr val="tx1"/>
                </a:solidFill>
                <a:latin typeface="Montserrat" pitchFamily="2" charset="77"/>
                <a:ea typeface="+mn-ea"/>
                <a:cs typeface="+mn-cs"/>
              </a:defRPr>
            </a:lvl2pPr>
            <a:lvl3pPr marL="1143000" indent="-228600" algn="l" defTabSz="914400" rtl="0" eaLnBrk="1" latinLnBrk="0" hangingPunct="1">
              <a:lnSpc>
                <a:spcPct val="100000"/>
              </a:lnSpc>
              <a:spcBef>
                <a:spcPts val="500"/>
              </a:spcBef>
              <a:buFont typeface="DM Sans"/>
              <a:buChar char="-"/>
              <a:defRPr sz="3400" b="0" i="0" kern="1200">
                <a:solidFill>
                  <a:schemeClr val="tx1"/>
                </a:solidFill>
                <a:latin typeface="Montserrat" pitchFamily="2" charset="77"/>
                <a:ea typeface="+mn-ea"/>
                <a:cs typeface="+mn-cs"/>
              </a:defRPr>
            </a:lvl3pPr>
            <a:lvl4pPr marL="1600200" indent="-228600" algn="l" defTabSz="914400" rtl="0" eaLnBrk="1" latinLnBrk="0" hangingPunct="1">
              <a:lnSpc>
                <a:spcPct val="100000"/>
              </a:lnSpc>
              <a:spcBef>
                <a:spcPts val="500"/>
              </a:spcBef>
              <a:buFont typeface="DM Sans"/>
              <a:buChar char="-"/>
              <a:defRPr sz="3400" b="0" i="0" kern="1200">
                <a:solidFill>
                  <a:schemeClr val="tx1"/>
                </a:solidFill>
                <a:latin typeface="Montserrat" pitchFamily="2" charset="77"/>
                <a:ea typeface="+mn-ea"/>
                <a:cs typeface="+mn-cs"/>
              </a:defRPr>
            </a:lvl4pPr>
            <a:lvl5pPr marL="2057400" indent="-228600" algn="l" defTabSz="914400" rtl="0" eaLnBrk="1" latinLnBrk="0" hangingPunct="1">
              <a:lnSpc>
                <a:spcPct val="100000"/>
              </a:lnSpc>
              <a:spcBef>
                <a:spcPts val="500"/>
              </a:spcBef>
              <a:buFont typeface="DM Sans" panose="020B0604020202020204" pitchFamily="34" charset="0"/>
              <a:buChar char="•"/>
              <a:defRPr sz="3400" b="0" i="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DM Sans" panose="020B0604020202020204" pitchFamily="34" charset="0"/>
              <a:buNone/>
              <a:tabLst/>
              <a:defRPr/>
            </a:pPr>
            <a:r>
              <a:rPr kumimoji="0" lang="en-US" sz="2200" b="1" i="0" u="none" strike="noStrike" kern="1200" cap="none" spc="0" normalizeH="0" baseline="0" noProof="0" dirty="0">
                <a:ln>
                  <a:noFill/>
                </a:ln>
                <a:solidFill>
                  <a:schemeClr val="tx1"/>
                </a:solidFill>
                <a:effectLst/>
                <a:uLnTx/>
                <a:uFillTx/>
                <a:latin typeface="+mj-lt"/>
                <a:ea typeface="+mn-ea"/>
                <a:cs typeface="+mn-cs"/>
              </a:rPr>
              <a:t>Safe Harbor Statement </a:t>
            </a:r>
          </a:p>
        </p:txBody>
      </p:sp>
      <p:sp>
        <p:nvSpPr>
          <p:cNvPr id="22" name="Content Placeholder 6">
            <a:extLst>
              <a:ext uri="{FF2B5EF4-FFF2-40B4-BE49-F238E27FC236}">
                <a16:creationId xmlns:a16="http://schemas.microsoft.com/office/drawing/2014/main" id="{EBA4DC62-AF12-9599-8E6D-E1E99548B630}"/>
              </a:ext>
            </a:extLst>
          </p:cNvPr>
          <p:cNvSpPr txBox="1">
            <a:spLocks/>
          </p:cNvSpPr>
          <p:nvPr userDrawn="1"/>
        </p:nvSpPr>
        <p:spPr>
          <a:xfrm>
            <a:off x="438872" y="1662896"/>
            <a:ext cx="11314255" cy="4572000"/>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Font typeface="DM Sans" panose="020B0604020202020204" pitchFamily="34" charset="0"/>
              <a:buNone/>
              <a:defRPr sz="1800" b="1" i="0" kern="1200">
                <a:solidFill>
                  <a:schemeClr val="tx1"/>
                </a:solidFill>
                <a:latin typeface="Montserrat" pitchFamily="2" charset="77"/>
                <a:ea typeface="+mn-ea"/>
                <a:cs typeface="+mn-cs"/>
              </a:defRPr>
            </a:lvl1pPr>
            <a:lvl2pPr marL="11113" indent="0" algn="l" defTabSz="914400" rtl="0" eaLnBrk="1" latinLnBrk="0" hangingPunct="1">
              <a:lnSpc>
                <a:spcPct val="100000"/>
              </a:lnSpc>
              <a:spcBef>
                <a:spcPts val="500"/>
              </a:spcBef>
              <a:buFont typeface="DM Sans" panose="020B0604020202020204" pitchFamily="34" charset="0"/>
              <a:buNone/>
              <a:tabLst/>
              <a:defRPr sz="1600" b="0" i="0" kern="1200">
                <a:solidFill>
                  <a:schemeClr val="tx1"/>
                </a:solidFill>
                <a:latin typeface="Montserrat" pitchFamily="2" charset="77"/>
                <a:ea typeface="+mn-ea"/>
                <a:cs typeface="+mn-cs"/>
              </a:defRPr>
            </a:lvl2pPr>
            <a:lvl3pPr marL="346075" indent="-207963" algn="l" defTabSz="914400" rtl="0" eaLnBrk="1" latinLnBrk="0" hangingPunct="1">
              <a:lnSpc>
                <a:spcPct val="100000"/>
              </a:lnSpc>
              <a:spcBef>
                <a:spcPts val="500"/>
              </a:spcBef>
              <a:buSzPct val="100000"/>
              <a:buFont typeface="DM Sans" panose="020B0604020202020204" pitchFamily="34" charset="0"/>
              <a:buChar char="•"/>
              <a:tabLst/>
              <a:defRPr sz="1400" b="0" i="0" kern="1200">
                <a:solidFill>
                  <a:schemeClr val="tx1"/>
                </a:solidFill>
                <a:latin typeface="Montserrat" pitchFamily="2" charset="77"/>
                <a:ea typeface="+mn-ea"/>
                <a:cs typeface="+mn-cs"/>
              </a:defRPr>
            </a:lvl3pPr>
            <a:lvl4pPr marL="1600200" indent="-228600" algn="l" defTabSz="914400" rtl="0" eaLnBrk="1" latinLnBrk="0" hangingPunct="1">
              <a:lnSpc>
                <a:spcPct val="100000"/>
              </a:lnSpc>
              <a:spcBef>
                <a:spcPts val="500"/>
              </a:spcBef>
              <a:buFont typeface="DM Sans"/>
              <a:buChar char="-"/>
              <a:defRPr sz="1400" b="0" i="0" kern="1200">
                <a:solidFill>
                  <a:schemeClr val="tx1"/>
                </a:solidFill>
                <a:latin typeface="Montserrat" pitchFamily="2" charset="77"/>
                <a:ea typeface="+mn-ea"/>
                <a:cs typeface="+mn-cs"/>
              </a:defRPr>
            </a:lvl4pPr>
            <a:lvl5pPr marL="2057400" indent="-228600" algn="l" defTabSz="914400" rtl="0" eaLnBrk="1" latinLnBrk="0" hangingPunct="1">
              <a:lnSpc>
                <a:spcPct val="100000"/>
              </a:lnSpc>
              <a:spcBef>
                <a:spcPts val="500"/>
              </a:spcBef>
              <a:buFont typeface="DM Sans" panose="020B0604020202020204" pitchFamily="34" charset="0"/>
              <a:buChar char="•"/>
              <a:defRPr sz="1400" b="0" i="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DM Sans" panose="020B0604020202020204" pitchFamily="34" charset="0"/>
              <a:buNone/>
              <a:tabLst/>
              <a:defRPr/>
            </a:pPr>
            <a:r>
              <a:rPr kumimoji="0" lang="en-CA" sz="1600" b="0" i="0" u="none" strike="noStrike" kern="1200" cap="none" spc="0" normalizeH="0" baseline="0" noProof="0" dirty="0">
                <a:ln>
                  <a:noFill/>
                </a:ln>
                <a:solidFill>
                  <a:schemeClr val="tx1"/>
                </a:solidFill>
                <a:effectLst/>
                <a:uLnTx/>
                <a:uFillTx/>
                <a:latin typeface="+mj-lt"/>
                <a:ea typeface="+mn-ea"/>
                <a:cs typeface="+mn-cs"/>
              </a:rPr>
              <a:t>Statements during this event may include forward-looking statements within the meaning of the "safe harbor" provisions of the Private Securities Litigation Reform Act of 1995. These forward-looking statements speak only as </a:t>
            </a:r>
            <a:br>
              <a:rPr kumimoji="0" lang="en-CA" sz="1600" b="0" i="0" u="none" strike="noStrike" kern="1200" cap="none" spc="0" normalizeH="0" baseline="0" noProof="0" dirty="0">
                <a:ln>
                  <a:noFill/>
                </a:ln>
                <a:solidFill>
                  <a:schemeClr val="tx1"/>
                </a:solidFill>
                <a:effectLst/>
                <a:uLnTx/>
                <a:uFillTx/>
                <a:latin typeface="+mj-lt"/>
                <a:ea typeface="+mn-ea"/>
                <a:cs typeface="+mn-cs"/>
              </a:rPr>
            </a:br>
            <a:r>
              <a:rPr kumimoji="0" lang="en-CA" sz="1600" b="0" i="0" u="none" strike="noStrike" kern="1200" cap="none" spc="0" normalizeH="0" baseline="0" noProof="0" dirty="0">
                <a:ln>
                  <a:noFill/>
                </a:ln>
                <a:solidFill>
                  <a:schemeClr val="tx1"/>
                </a:solidFill>
                <a:effectLst/>
                <a:uLnTx/>
                <a:uFillTx/>
                <a:latin typeface="+mj-lt"/>
                <a:ea typeface="+mn-ea"/>
                <a:cs typeface="+mn-cs"/>
              </a:rPr>
              <a:t>of the date made during this session.  </a:t>
            </a:r>
          </a:p>
          <a:p>
            <a:pPr marL="0" marR="0" lvl="0" indent="0" algn="l" defTabSz="914400" rtl="0" eaLnBrk="1" fontAlgn="auto" latinLnBrk="0" hangingPunct="1">
              <a:lnSpc>
                <a:spcPct val="100000"/>
              </a:lnSpc>
              <a:spcBef>
                <a:spcPts val="0"/>
              </a:spcBef>
              <a:spcAft>
                <a:spcPts val="0"/>
              </a:spcAft>
              <a:buClrTx/>
              <a:buSzTx/>
              <a:buFont typeface="DM Sans" panose="020B0604020202020204" pitchFamily="34" charset="0"/>
              <a:buNone/>
              <a:tabLst/>
              <a:defRPr/>
            </a:pPr>
            <a:r>
              <a:rPr kumimoji="0" lang="en-CA" sz="1600" b="0" i="0" u="none" strike="noStrike" kern="1200" cap="none" spc="0" normalizeH="0" baseline="0" noProof="0" dirty="0">
                <a:ln>
                  <a:noFill/>
                </a:ln>
                <a:solidFill>
                  <a:schemeClr val="tx1"/>
                </a:solidFill>
                <a:effectLst/>
                <a:uLnTx/>
                <a:uFillTx/>
                <a:latin typeface="+mj-lt"/>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DM Sans" panose="020B0604020202020204" pitchFamily="34" charset="0"/>
              <a:buNone/>
              <a:tabLst/>
              <a:defRPr/>
            </a:pPr>
            <a:r>
              <a:rPr kumimoji="0" lang="en-CA" sz="1600" b="0" i="0" u="none" strike="noStrike" kern="1200" cap="none" spc="0" normalizeH="0" baseline="0" noProof="0" dirty="0">
                <a:ln>
                  <a:noFill/>
                </a:ln>
                <a:solidFill>
                  <a:schemeClr val="tx1"/>
                </a:solidFill>
                <a:effectLst/>
                <a:uLnTx/>
                <a:uFillTx/>
                <a:latin typeface="+mj-lt"/>
                <a:ea typeface="+mn-ea"/>
                <a:cs typeface="+mn-cs"/>
              </a:rPr>
              <a:t>Statements during this event may also include discussion of Extreme Networks’ current product roadmap. All product releases will be on a when-and-if available basis. Actual feature development and timing of releases will be at the sole discretion of Extreme Networks. Not all features are supported on all platforms. Presentation of the product roadmap does not create a commitment </a:t>
            </a:r>
            <a:br>
              <a:rPr kumimoji="0" lang="en-CA" sz="1600" b="0" i="0" u="none" strike="noStrike" kern="1200" cap="none" spc="0" normalizeH="0" baseline="0" noProof="0" dirty="0">
                <a:ln>
                  <a:noFill/>
                </a:ln>
                <a:solidFill>
                  <a:schemeClr val="tx1"/>
                </a:solidFill>
                <a:effectLst/>
                <a:uLnTx/>
                <a:uFillTx/>
                <a:latin typeface="+mj-lt"/>
                <a:ea typeface="+mn-ea"/>
                <a:cs typeface="+mn-cs"/>
              </a:rPr>
            </a:br>
            <a:r>
              <a:rPr kumimoji="0" lang="en-CA" sz="1600" b="0" i="0" u="none" strike="noStrike" kern="1200" cap="none" spc="0" normalizeH="0" baseline="0" noProof="0" dirty="0">
                <a:ln>
                  <a:noFill/>
                </a:ln>
                <a:solidFill>
                  <a:schemeClr val="tx1"/>
                </a:solidFill>
                <a:effectLst/>
                <a:uLnTx/>
                <a:uFillTx/>
                <a:latin typeface="+mj-lt"/>
                <a:ea typeface="+mn-ea"/>
                <a:cs typeface="+mn-cs"/>
              </a:rPr>
              <a:t>by Extreme Networks to deliver a specific feature. Contents of this roadmap are subject to change without notice.</a:t>
            </a:r>
          </a:p>
          <a:p>
            <a:pPr marL="0" marR="0" lvl="0" indent="0" algn="l" defTabSz="914400" rtl="0" eaLnBrk="1" fontAlgn="auto" latinLnBrk="0" hangingPunct="1">
              <a:lnSpc>
                <a:spcPct val="100000"/>
              </a:lnSpc>
              <a:spcBef>
                <a:spcPts val="0"/>
              </a:spcBef>
              <a:spcAft>
                <a:spcPts val="0"/>
              </a:spcAft>
              <a:buClrTx/>
              <a:buSzTx/>
              <a:buFont typeface="DM Sans" panose="020B0604020202020204" pitchFamily="34" charset="0"/>
              <a:buNone/>
              <a:tabLst/>
              <a:defRPr/>
            </a:pPr>
            <a:r>
              <a:rPr kumimoji="0" lang="en-CA" sz="1600" b="0" i="0" u="none" strike="noStrike" kern="1200" cap="none" spc="0" normalizeH="0" baseline="0" noProof="0" dirty="0">
                <a:ln>
                  <a:noFill/>
                </a:ln>
                <a:solidFill>
                  <a:schemeClr val="tx1"/>
                </a:solidFill>
                <a:effectLst/>
                <a:uLnTx/>
                <a:uFillTx/>
                <a:latin typeface="+mj-lt"/>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DM Sans" panose="020B0604020202020204" pitchFamily="34" charset="0"/>
              <a:buNone/>
              <a:tabLst/>
              <a:defRPr/>
            </a:pPr>
            <a:r>
              <a:rPr kumimoji="0" lang="en-CA" sz="1600" b="0" i="0" u="none" strike="noStrike" kern="1200" cap="none" spc="0" normalizeH="0" baseline="0" noProof="0" dirty="0">
                <a:ln>
                  <a:noFill/>
                </a:ln>
                <a:solidFill>
                  <a:schemeClr val="tx1"/>
                </a:solidFill>
                <a:effectLst/>
                <a:uLnTx/>
                <a:uFillTx/>
                <a:latin typeface="+mj-lt"/>
                <a:ea typeface="+mn-ea"/>
                <a:cs typeface="+mn-cs"/>
              </a:rPr>
              <a:t>There are several important factors that could cause actual events and/or the product roadmap </a:t>
            </a:r>
            <a:br>
              <a:rPr kumimoji="0" lang="en-CA" sz="1600" b="0" i="0" u="none" strike="noStrike" kern="1200" cap="none" spc="0" normalizeH="0" baseline="0" noProof="0" dirty="0">
                <a:ln>
                  <a:noFill/>
                </a:ln>
                <a:solidFill>
                  <a:schemeClr val="tx1"/>
                </a:solidFill>
                <a:effectLst/>
                <a:uLnTx/>
                <a:uFillTx/>
                <a:latin typeface="+mj-lt"/>
                <a:ea typeface="+mn-ea"/>
                <a:cs typeface="+mn-cs"/>
              </a:rPr>
            </a:br>
            <a:r>
              <a:rPr kumimoji="0" lang="en-CA" sz="1600" b="0" i="0" u="none" strike="noStrike" kern="1200" cap="none" spc="0" normalizeH="0" baseline="0" noProof="0" dirty="0">
                <a:ln>
                  <a:noFill/>
                </a:ln>
                <a:solidFill>
                  <a:schemeClr val="tx1"/>
                </a:solidFill>
                <a:effectLst/>
                <a:uLnTx/>
                <a:uFillTx/>
                <a:latin typeface="+mj-lt"/>
                <a:ea typeface="+mn-ea"/>
                <a:cs typeface="+mn-cs"/>
              </a:rPr>
              <a:t>to differ materially from those suggested or indicated by such forward-looking statements.  </a:t>
            </a:r>
            <a:br>
              <a:rPr kumimoji="0" lang="en-CA" sz="1600" b="0" i="0" u="none" strike="noStrike" kern="1200" cap="none" spc="0" normalizeH="0" baseline="0" noProof="0" dirty="0">
                <a:ln>
                  <a:noFill/>
                </a:ln>
                <a:solidFill>
                  <a:schemeClr val="tx1"/>
                </a:solidFill>
                <a:effectLst/>
                <a:uLnTx/>
                <a:uFillTx/>
                <a:latin typeface="+mj-lt"/>
                <a:ea typeface="+mn-ea"/>
                <a:cs typeface="+mn-cs"/>
              </a:rPr>
            </a:br>
            <a:r>
              <a:rPr kumimoji="0" lang="en-CA" sz="1600" b="0" i="0" u="none" strike="noStrike" kern="1200" cap="none" spc="0" normalizeH="0" baseline="0" noProof="0" dirty="0">
                <a:ln>
                  <a:noFill/>
                </a:ln>
                <a:solidFill>
                  <a:schemeClr val="tx1"/>
                </a:solidFill>
                <a:effectLst/>
                <a:uLnTx/>
                <a:uFillTx/>
                <a:latin typeface="+mj-lt"/>
                <a:ea typeface="+mn-ea"/>
                <a:cs typeface="+mn-cs"/>
              </a:rPr>
              <a:t>These include, among others, factors discussed under Item 1A. "Risk Factors," in the company's Annual Report on Form 10-K, quarterly Forms 10-Q, and other reports filed with the SEC. The company undertakes no obligation to update any forward-looking statements, whether as a result of new information, the occurrence of certain events or otherwise. </a:t>
            </a:r>
            <a:br>
              <a:rPr kumimoji="0" lang="en-CA" sz="1600" b="0" i="0" u="none" strike="noStrike" kern="1200" cap="none" spc="0" normalizeH="0" baseline="0" noProof="0" dirty="0">
                <a:ln>
                  <a:noFill/>
                </a:ln>
                <a:solidFill>
                  <a:schemeClr val="tx1"/>
                </a:solidFill>
                <a:effectLst/>
                <a:uLnTx/>
                <a:uFillTx/>
                <a:latin typeface="+mj-lt"/>
                <a:ea typeface="+mn-ea"/>
                <a:cs typeface="+mn-cs"/>
              </a:rPr>
            </a:br>
            <a:r>
              <a:rPr kumimoji="0" lang="en-CA" sz="1600" b="0" i="0" u="none" strike="noStrike" kern="1200" cap="none" spc="0" normalizeH="0" baseline="0" noProof="0" dirty="0">
                <a:ln>
                  <a:noFill/>
                </a:ln>
                <a:solidFill>
                  <a:schemeClr val="tx1"/>
                </a:solidFill>
                <a:effectLst/>
                <a:uLnTx/>
                <a:uFillTx/>
                <a:latin typeface="+mj-lt"/>
                <a:ea typeface="+mn-ea"/>
                <a:cs typeface="+mn-cs"/>
              </a:rPr>
              <a:t>As a result of these risks and others, actual results and/or the product roadmap could vary significantly from those anticipated and discussed during the event, and the company's financial condition and results of operations could be materially adversely affected.</a:t>
            </a:r>
          </a:p>
          <a:p>
            <a:pPr marL="0" marR="0" lvl="0" indent="0" algn="l" defTabSz="914400" rtl="0" eaLnBrk="1" fontAlgn="auto" latinLnBrk="0" hangingPunct="1">
              <a:lnSpc>
                <a:spcPct val="100000"/>
              </a:lnSpc>
              <a:spcBef>
                <a:spcPts val="1000"/>
              </a:spcBef>
              <a:spcAft>
                <a:spcPts val="0"/>
              </a:spcAft>
              <a:buClrTx/>
              <a:buSzTx/>
              <a:buFont typeface="DM Sans" panose="020B0604020202020204" pitchFamily="34" charset="0"/>
              <a:buNone/>
              <a:tabLst/>
              <a:defRPr/>
            </a:pPr>
            <a:endParaRPr kumimoji="0" lang="en-US" sz="1600" b="0" i="0" u="none" strike="noStrike" kern="1200" cap="none" spc="0" normalizeH="0" baseline="0" noProof="0" dirty="0">
              <a:ln>
                <a:noFill/>
              </a:ln>
              <a:solidFill>
                <a:schemeClr val="tx1"/>
              </a:solidFill>
              <a:effectLst/>
              <a:uLnTx/>
              <a:uFillTx/>
              <a:latin typeface="+mj-lt"/>
              <a:ea typeface="+mn-ea"/>
              <a:cs typeface="+mn-cs"/>
            </a:endParaRPr>
          </a:p>
        </p:txBody>
      </p:sp>
    </p:spTree>
    <p:extLst>
      <p:ext uri="{BB962C8B-B14F-4D97-AF65-F5344CB8AC3E}">
        <p14:creationId xmlns:p14="http://schemas.microsoft.com/office/powerpoint/2010/main" val="850092597"/>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guide id="3" pos="480">
          <p15:clr>
            <a:srgbClr val="FBAE40"/>
          </p15:clr>
        </p15:guide>
        <p15:guide id="4" pos="720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5_No Image Slide">
    <p:spTree>
      <p:nvGrpSpPr>
        <p:cNvPr id="1" name=""/>
        <p:cNvGrpSpPr/>
        <p:nvPr/>
      </p:nvGrpSpPr>
      <p:grpSpPr>
        <a:xfrm>
          <a:off x="0" y="0"/>
          <a:ext cx="0" cy="0"/>
          <a:chOff x="0" y="0"/>
          <a:chExt cx="0" cy="0"/>
        </a:xfrm>
      </p:grpSpPr>
      <p:sp>
        <p:nvSpPr>
          <p:cNvPr id="4" name="Process 4">
            <a:extLst>
              <a:ext uri="{FF2B5EF4-FFF2-40B4-BE49-F238E27FC236}">
                <a16:creationId xmlns:a16="http://schemas.microsoft.com/office/drawing/2014/main" id="{E5DBCDEA-AA2C-D86E-CA1D-818B99B7F053}"/>
              </a:ext>
            </a:extLst>
          </p:cNvPr>
          <p:cNvSpPr/>
          <p:nvPr userDrawn="1"/>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mj-lt"/>
            </a:endParaRPr>
          </a:p>
        </p:txBody>
      </p:sp>
      <p:pic>
        <p:nvPicPr>
          <p:cNvPr id="6" name="Graphic 5">
            <a:extLst>
              <a:ext uri="{FF2B5EF4-FFF2-40B4-BE49-F238E27FC236}">
                <a16:creationId xmlns:a16="http://schemas.microsoft.com/office/drawing/2014/main" id="{6FB836D5-B76E-04E0-DFC1-7B0306FA1F7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10607" y="222069"/>
            <a:ext cx="1318093" cy="323306"/>
          </a:xfrm>
          <a:prstGeom prst="rect">
            <a:avLst/>
          </a:prstGeom>
        </p:spPr>
      </p:pic>
      <p:sp>
        <p:nvSpPr>
          <p:cNvPr id="7" name="Arc 11">
            <a:extLst>
              <a:ext uri="{FF2B5EF4-FFF2-40B4-BE49-F238E27FC236}">
                <a16:creationId xmlns:a16="http://schemas.microsoft.com/office/drawing/2014/main" id="{4D89BA5C-BDD2-487D-48A1-074508553B78}"/>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i="0">
              <a:latin typeface="+mj-lt"/>
            </a:endParaRPr>
          </a:p>
        </p:txBody>
      </p:sp>
      <p:sp>
        <p:nvSpPr>
          <p:cNvPr id="8" name="Arc 11">
            <a:extLst>
              <a:ext uri="{FF2B5EF4-FFF2-40B4-BE49-F238E27FC236}">
                <a16:creationId xmlns:a16="http://schemas.microsoft.com/office/drawing/2014/main" id="{B310161E-D156-31E9-8E98-A36F77B89496}"/>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i="0">
              <a:latin typeface="+mj-lt"/>
            </a:endParaRPr>
          </a:p>
        </p:txBody>
      </p:sp>
      <p:sp>
        <p:nvSpPr>
          <p:cNvPr id="11" name="Text Placeholder 6">
            <a:extLst>
              <a:ext uri="{FF2B5EF4-FFF2-40B4-BE49-F238E27FC236}">
                <a16:creationId xmlns:a16="http://schemas.microsoft.com/office/drawing/2014/main" id="{579276DD-C6EB-40AC-4B6E-B1A5ABC3718E}"/>
              </a:ext>
            </a:extLst>
          </p:cNvPr>
          <p:cNvSpPr txBox="1">
            <a:spLocks/>
          </p:cNvSpPr>
          <p:nvPr/>
        </p:nvSpPr>
        <p:spPr>
          <a:xfrm>
            <a:off x="449351" y="398928"/>
            <a:ext cx="10745992" cy="381001"/>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1000"/>
              </a:spcBef>
              <a:buFont typeface="DM Sans" panose="020B0604020202020204" pitchFamily="34" charset="0"/>
              <a:buNone/>
              <a:defRPr sz="2200" b="0" i="0" kern="1200">
                <a:solidFill>
                  <a:schemeClr val="tx2"/>
                </a:solidFill>
                <a:latin typeface="Montserrat SemiBold" pitchFamily="2" charset="77"/>
                <a:ea typeface="+mn-ea"/>
                <a:cs typeface="+mn-cs"/>
              </a:defRPr>
            </a:lvl1pPr>
            <a:lvl2pPr marL="685800" indent="-228600" algn="l" defTabSz="914400" rtl="0" eaLnBrk="1" latinLnBrk="0" hangingPunct="1">
              <a:lnSpc>
                <a:spcPct val="100000"/>
              </a:lnSpc>
              <a:spcBef>
                <a:spcPts val="500"/>
              </a:spcBef>
              <a:buFont typeface="DM Sans" panose="020B0604020202020204" pitchFamily="34" charset="0"/>
              <a:buChar char="•"/>
              <a:defRPr sz="3400" b="0" i="0" kern="1200">
                <a:solidFill>
                  <a:schemeClr val="tx1"/>
                </a:solidFill>
                <a:latin typeface="Montserrat" pitchFamily="2" charset="77"/>
                <a:ea typeface="+mn-ea"/>
                <a:cs typeface="+mn-cs"/>
              </a:defRPr>
            </a:lvl2pPr>
            <a:lvl3pPr marL="1143000" indent="-228600" algn="l" defTabSz="914400" rtl="0" eaLnBrk="1" latinLnBrk="0" hangingPunct="1">
              <a:lnSpc>
                <a:spcPct val="100000"/>
              </a:lnSpc>
              <a:spcBef>
                <a:spcPts val="500"/>
              </a:spcBef>
              <a:buFont typeface="DM Sans"/>
              <a:buChar char="-"/>
              <a:defRPr sz="3400" b="0" i="0" kern="1200">
                <a:solidFill>
                  <a:schemeClr val="tx1"/>
                </a:solidFill>
                <a:latin typeface="Montserrat" pitchFamily="2" charset="77"/>
                <a:ea typeface="+mn-ea"/>
                <a:cs typeface="+mn-cs"/>
              </a:defRPr>
            </a:lvl3pPr>
            <a:lvl4pPr marL="1600200" indent="-228600" algn="l" defTabSz="914400" rtl="0" eaLnBrk="1" latinLnBrk="0" hangingPunct="1">
              <a:lnSpc>
                <a:spcPct val="100000"/>
              </a:lnSpc>
              <a:spcBef>
                <a:spcPts val="500"/>
              </a:spcBef>
              <a:buFont typeface="DM Sans"/>
              <a:buChar char="-"/>
              <a:defRPr sz="3400" b="0" i="0" kern="1200">
                <a:solidFill>
                  <a:schemeClr val="tx1"/>
                </a:solidFill>
                <a:latin typeface="Montserrat" pitchFamily="2" charset="77"/>
                <a:ea typeface="+mn-ea"/>
                <a:cs typeface="+mn-cs"/>
              </a:defRPr>
            </a:lvl4pPr>
            <a:lvl5pPr marL="2057400" indent="-228600" algn="l" defTabSz="914400" rtl="0" eaLnBrk="1" latinLnBrk="0" hangingPunct="1">
              <a:lnSpc>
                <a:spcPct val="100000"/>
              </a:lnSpc>
              <a:spcBef>
                <a:spcPts val="500"/>
              </a:spcBef>
              <a:buFont typeface="DM Sans" panose="020B0604020202020204" pitchFamily="34" charset="0"/>
              <a:buChar char="•"/>
              <a:defRPr sz="3400" b="0" i="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DM Sans" panose="020B0604020202020204" pitchFamily="34" charset="0"/>
              <a:buNone/>
              <a:tabLst/>
              <a:defRPr/>
            </a:pPr>
            <a:r>
              <a:rPr kumimoji="0" lang="en-US" sz="2200" b="1" i="0" u="none" strike="noStrike" kern="1200" cap="none" spc="0" normalizeH="0" baseline="0" noProof="0" dirty="0">
                <a:ln>
                  <a:noFill/>
                </a:ln>
                <a:solidFill>
                  <a:srgbClr val="440099"/>
                </a:solidFill>
                <a:effectLst/>
                <a:uLnTx/>
                <a:uFillTx/>
                <a:latin typeface="+mj-lt"/>
                <a:ea typeface="+mn-ea"/>
                <a:cs typeface="+mn-cs"/>
              </a:rPr>
              <a:t>Extreme Networks Elevator Pitch</a:t>
            </a:r>
          </a:p>
        </p:txBody>
      </p:sp>
      <p:sp>
        <p:nvSpPr>
          <p:cNvPr id="16" name="Text Placeholder 6">
            <a:extLst>
              <a:ext uri="{FF2B5EF4-FFF2-40B4-BE49-F238E27FC236}">
                <a16:creationId xmlns:a16="http://schemas.microsoft.com/office/drawing/2014/main" id="{53AB3E31-D19A-C1DF-9C95-A6866725EF4D}"/>
              </a:ext>
            </a:extLst>
          </p:cNvPr>
          <p:cNvSpPr txBox="1">
            <a:spLocks/>
          </p:cNvSpPr>
          <p:nvPr/>
        </p:nvSpPr>
        <p:spPr>
          <a:xfrm>
            <a:off x="449351" y="398928"/>
            <a:ext cx="10745992" cy="381001"/>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1000"/>
              </a:spcBef>
              <a:buFont typeface="DM Sans" panose="020B0604020202020204" pitchFamily="34" charset="0"/>
              <a:buNone/>
              <a:defRPr sz="2200" b="0" i="0" kern="1200">
                <a:solidFill>
                  <a:schemeClr val="tx2"/>
                </a:solidFill>
                <a:latin typeface="Montserrat SemiBold" pitchFamily="2" charset="77"/>
                <a:ea typeface="+mn-ea"/>
                <a:cs typeface="+mn-cs"/>
              </a:defRPr>
            </a:lvl1pPr>
            <a:lvl2pPr marL="685800" indent="-228600" algn="l" defTabSz="914400" rtl="0" eaLnBrk="1" latinLnBrk="0" hangingPunct="1">
              <a:lnSpc>
                <a:spcPct val="100000"/>
              </a:lnSpc>
              <a:spcBef>
                <a:spcPts val="500"/>
              </a:spcBef>
              <a:buFont typeface="DM Sans" panose="020B0604020202020204" pitchFamily="34" charset="0"/>
              <a:buChar char="•"/>
              <a:defRPr sz="3400" b="0" i="0" kern="1200">
                <a:solidFill>
                  <a:schemeClr val="tx1"/>
                </a:solidFill>
                <a:latin typeface="Montserrat" pitchFamily="2" charset="77"/>
                <a:ea typeface="+mn-ea"/>
                <a:cs typeface="+mn-cs"/>
              </a:defRPr>
            </a:lvl2pPr>
            <a:lvl3pPr marL="1143000" indent="-228600" algn="l" defTabSz="914400" rtl="0" eaLnBrk="1" latinLnBrk="0" hangingPunct="1">
              <a:lnSpc>
                <a:spcPct val="100000"/>
              </a:lnSpc>
              <a:spcBef>
                <a:spcPts val="500"/>
              </a:spcBef>
              <a:buFont typeface="DM Sans"/>
              <a:buChar char="-"/>
              <a:defRPr sz="3400" b="0" i="0" kern="1200">
                <a:solidFill>
                  <a:schemeClr val="tx1"/>
                </a:solidFill>
                <a:latin typeface="Montserrat" pitchFamily="2" charset="77"/>
                <a:ea typeface="+mn-ea"/>
                <a:cs typeface="+mn-cs"/>
              </a:defRPr>
            </a:lvl3pPr>
            <a:lvl4pPr marL="1600200" indent="-228600" algn="l" defTabSz="914400" rtl="0" eaLnBrk="1" latinLnBrk="0" hangingPunct="1">
              <a:lnSpc>
                <a:spcPct val="100000"/>
              </a:lnSpc>
              <a:spcBef>
                <a:spcPts val="500"/>
              </a:spcBef>
              <a:buFont typeface="DM Sans"/>
              <a:buChar char="-"/>
              <a:defRPr sz="3400" b="0" i="0" kern="1200">
                <a:solidFill>
                  <a:schemeClr val="tx1"/>
                </a:solidFill>
                <a:latin typeface="Montserrat" pitchFamily="2" charset="77"/>
                <a:ea typeface="+mn-ea"/>
                <a:cs typeface="+mn-cs"/>
              </a:defRPr>
            </a:lvl4pPr>
            <a:lvl5pPr marL="2057400" indent="-228600" algn="l" defTabSz="914400" rtl="0" eaLnBrk="1" latinLnBrk="0" hangingPunct="1">
              <a:lnSpc>
                <a:spcPct val="100000"/>
              </a:lnSpc>
              <a:spcBef>
                <a:spcPts val="500"/>
              </a:spcBef>
              <a:buFont typeface="DM Sans" panose="020B0604020202020204" pitchFamily="34" charset="0"/>
              <a:buChar char="•"/>
              <a:defRPr sz="3400" b="0" i="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DM Sans" panose="020B0604020202020204" pitchFamily="34" charset="0"/>
              <a:buNone/>
              <a:tabLst/>
              <a:defRPr/>
            </a:pPr>
            <a:endParaRPr kumimoji="0" lang="en-US" sz="2200" b="1" i="0" u="none" strike="noStrike" kern="1200" cap="none" spc="0" normalizeH="0" baseline="0" noProof="0">
              <a:ln>
                <a:noFill/>
              </a:ln>
              <a:solidFill>
                <a:srgbClr val="440099"/>
              </a:solidFill>
              <a:effectLst/>
              <a:uLnTx/>
              <a:uFillTx/>
              <a:latin typeface="+mj-lt"/>
              <a:ea typeface="+mn-ea"/>
              <a:cs typeface="+mn-cs"/>
            </a:endParaRPr>
          </a:p>
        </p:txBody>
      </p:sp>
      <p:sp>
        <p:nvSpPr>
          <p:cNvPr id="14" name="Rectangle 13">
            <a:extLst>
              <a:ext uri="{FF2B5EF4-FFF2-40B4-BE49-F238E27FC236}">
                <a16:creationId xmlns:a16="http://schemas.microsoft.com/office/drawing/2014/main" id="{8033782A-9CE6-BB35-9A34-F17F4905F847}"/>
              </a:ext>
            </a:extLst>
          </p:cNvPr>
          <p:cNvSpPr/>
          <p:nvPr/>
        </p:nvSpPr>
        <p:spPr>
          <a:xfrm>
            <a:off x="0" y="2127833"/>
            <a:ext cx="12192000" cy="219653"/>
          </a:xfrm>
          <a:prstGeom prst="rect">
            <a:avLst/>
          </a:prstGeom>
          <a:gradFill>
            <a:gsLst>
              <a:gs pos="0">
                <a:srgbClr val="D86F76"/>
              </a:gs>
              <a:gs pos="68500">
                <a:srgbClr val="8165CF"/>
              </a:gs>
              <a:gs pos="37000">
                <a:srgbClr val="CD29A0"/>
              </a:gs>
              <a:gs pos="100000">
                <a:srgbClr val="2FABF9"/>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5" name="Content Placeholder 6">
            <a:extLst>
              <a:ext uri="{FF2B5EF4-FFF2-40B4-BE49-F238E27FC236}">
                <a16:creationId xmlns:a16="http://schemas.microsoft.com/office/drawing/2014/main" id="{42C16236-4130-1F93-ED32-845442E96CD8}"/>
              </a:ext>
            </a:extLst>
          </p:cNvPr>
          <p:cNvSpPr txBox="1">
            <a:spLocks/>
          </p:cNvSpPr>
          <p:nvPr/>
        </p:nvSpPr>
        <p:spPr>
          <a:xfrm>
            <a:off x="2138912" y="2831871"/>
            <a:ext cx="8371695" cy="2160271"/>
          </a:xfrm>
          <a:prstGeom prst="rect">
            <a:avLst/>
          </a:prstGeom>
        </p:spPr>
        <p:txBody>
          <a:bodyPr vert="horz" lIns="0" tIns="0" rIns="0" bIns="0" rtlCol="0">
            <a:normAutofit lnSpcReduction="10000"/>
          </a:bodyPr>
          <a:lstStyle>
            <a:lvl1pPr marL="0" indent="0" algn="l" defTabSz="914400" rtl="0" eaLnBrk="1" latinLnBrk="0" hangingPunct="1">
              <a:lnSpc>
                <a:spcPct val="100000"/>
              </a:lnSpc>
              <a:spcBef>
                <a:spcPts val="1000"/>
              </a:spcBef>
              <a:buFont typeface="DM Sans" panose="020B0604020202020204" pitchFamily="34" charset="0"/>
              <a:buNone/>
              <a:defRPr sz="1800" b="1" i="0" kern="1200">
                <a:solidFill>
                  <a:schemeClr val="tx1"/>
                </a:solidFill>
                <a:latin typeface="Montserrat" pitchFamily="2" charset="77"/>
                <a:ea typeface="+mn-ea"/>
                <a:cs typeface="+mn-cs"/>
              </a:defRPr>
            </a:lvl1pPr>
            <a:lvl2pPr marL="11113" indent="0" algn="l" defTabSz="914400" rtl="0" eaLnBrk="1" latinLnBrk="0" hangingPunct="1">
              <a:lnSpc>
                <a:spcPct val="100000"/>
              </a:lnSpc>
              <a:spcBef>
                <a:spcPts val="500"/>
              </a:spcBef>
              <a:buFont typeface="DM Sans" panose="020B0604020202020204" pitchFamily="34" charset="0"/>
              <a:buNone/>
              <a:tabLst/>
              <a:defRPr sz="1600" b="0" i="0" kern="1200">
                <a:solidFill>
                  <a:schemeClr val="tx1"/>
                </a:solidFill>
                <a:latin typeface="Montserrat" pitchFamily="2" charset="77"/>
                <a:ea typeface="+mn-ea"/>
                <a:cs typeface="+mn-cs"/>
              </a:defRPr>
            </a:lvl2pPr>
            <a:lvl3pPr marL="346075" indent="-207963" algn="l" defTabSz="914400" rtl="0" eaLnBrk="1" latinLnBrk="0" hangingPunct="1">
              <a:lnSpc>
                <a:spcPct val="100000"/>
              </a:lnSpc>
              <a:spcBef>
                <a:spcPts val="500"/>
              </a:spcBef>
              <a:buSzPct val="100000"/>
              <a:buFont typeface="DM Sans" panose="020B0604020202020204" pitchFamily="34" charset="0"/>
              <a:buChar char="•"/>
              <a:tabLst/>
              <a:defRPr sz="1400" b="0" i="0" kern="1200">
                <a:solidFill>
                  <a:schemeClr val="tx1"/>
                </a:solidFill>
                <a:latin typeface="Montserrat" pitchFamily="2" charset="77"/>
                <a:ea typeface="+mn-ea"/>
                <a:cs typeface="+mn-cs"/>
              </a:defRPr>
            </a:lvl3pPr>
            <a:lvl4pPr marL="1600200" indent="-228600" algn="l" defTabSz="914400" rtl="0" eaLnBrk="1" latinLnBrk="0" hangingPunct="1">
              <a:lnSpc>
                <a:spcPct val="100000"/>
              </a:lnSpc>
              <a:spcBef>
                <a:spcPts val="500"/>
              </a:spcBef>
              <a:buFont typeface="DM Sans"/>
              <a:buChar char="-"/>
              <a:defRPr sz="1400" b="0" i="0" kern="1200">
                <a:solidFill>
                  <a:schemeClr val="tx1"/>
                </a:solidFill>
                <a:latin typeface="Montserrat" pitchFamily="2" charset="77"/>
                <a:ea typeface="+mn-ea"/>
                <a:cs typeface="+mn-cs"/>
              </a:defRPr>
            </a:lvl4pPr>
            <a:lvl5pPr marL="2057400" indent="-228600" algn="l" defTabSz="914400" rtl="0" eaLnBrk="1" latinLnBrk="0" hangingPunct="1">
              <a:lnSpc>
                <a:spcPct val="100000"/>
              </a:lnSpc>
              <a:spcBef>
                <a:spcPts val="500"/>
              </a:spcBef>
              <a:buFont typeface="DM Sans" panose="020B0604020202020204" pitchFamily="34" charset="0"/>
              <a:buChar char="•"/>
              <a:defRPr sz="1400" b="0" i="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9pPr>
          </a:lstStyle>
          <a:p>
            <a:pPr rtl="0" fontAlgn="base"/>
            <a:r>
              <a:rPr lang="en-US" sz="2000" b="0" i="0" kern="1200" dirty="0">
                <a:solidFill>
                  <a:schemeClr val="tx1"/>
                </a:solidFill>
                <a:effectLst/>
                <a:latin typeface="+mj-lt"/>
                <a:ea typeface="+mn-ea"/>
                <a:cs typeface="+mn-cs"/>
              </a:rPr>
              <a:t>Extreme Networks simplifies and secures networking and security through a unified, AI-powered platform—empowering businesses </a:t>
            </a:r>
            <a:br>
              <a:rPr lang="en-US" sz="2000" b="0" i="0" kern="1200" dirty="0">
                <a:solidFill>
                  <a:schemeClr val="tx1"/>
                </a:solidFill>
                <a:effectLst/>
                <a:latin typeface="+mj-lt"/>
                <a:ea typeface="+mn-ea"/>
                <a:cs typeface="+mn-cs"/>
              </a:rPr>
            </a:br>
            <a:r>
              <a:rPr lang="en-US" sz="2000" b="0" i="0" kern="1200" dirty="0">
                <a:solidFill>
                  <a:schemeClr val="tx1"/>
                </a:solidFill>
                <a:effectLst/>
                <a:latin typeface="+mj-lt"/>
                <a:ea typeface="+mn-ea"/>
                <a:cs typeface="+mn-cs"/>
              </a:rPr>
              <a:t>to innovate, grow, and confidently address challenges. Trusted </a:t>
            </a:r>
            <a:br>
              <a:rPr lang="en-US" sz="2000" b="0" i="0" kern="1200" dirty="0">
                <a:solidFill>
                  <a:schemeClr val="tx1"/>
                </a:solidFill>
                <a:effectLst/>
                <a:latin typeface="+mj-lt"/>
                <a:ea typeface="+mn-ea"/>
                <a:cs typeface="+mn-cs"/>
              </a:rPr>
            </a:br>
            <a:r>
              <a:rPr lang="en-US" sz="2000" b="0" i="0" kern="1200" dirty="0">
                <a:solidFill>
                  <a:schemeClr val="tx1"/>
                </a:solidFill>
                <a:effectLst/>
                <a:latin typeface="+mj-lt"/>
                <a:ea typeface="+mn-ea"/>
                <a:cs typeface="+mn-cs"/>
              </a:rPr>
              <a:t>by tens of thousands of customers—from local schools to global enterprises—our intelligent solutions drive innovation, growth, </a:t>
            </a:r>
            <a:br>
              <a:rPr lang="en-US" sz="2000" b="0" i="0" kern="1200" dirty="0">
                <a:solidFill>
                  <a:schemeClr val="tx1"/>
                </a:solidFill>
                <a:effectLst/>
                <a:latin typeface="+mj-lt"/>
                <a:ea typeface="+mn-ea"/>
                <a:cs typeface="+mn-cs"/>
              </a:rPr>
            </a:br>
            <a:r>
              <a:rPr lang="en-US" sz="2000" b="0" i="0" kern="1200" dirty="0">
                <a:solidFill>
                  <a:schemeClr val="tx1"/>
                </a:solidFill>
                <a:effectLst/>
                <a:latin typeface="+mj-lt"/>
                <a:ea typeface="+mn-ea"/>
                <a:cs typeface="+mn-cs"/>
              </a:rPr>
              <a:t>and peace of mind, enabling them to connect with confidence.</a:t>
            </a:r>
          </a:p>
          <a:p>
            <a:pPr rtl="0" fontAlgn="base"/>
            <a:r>
              <a:rPr lang="en-US" sz="2000" b="0" i="0" kern="1200" dirty="0">
                <a:solidFill>
                  <a:schemeClr val="tx1"/>
                </a:solidFill>
                <a:effectLst/>
                <a:latin typeface="+mj-lt"/>
                <a:ea typeface="+mn-ea"/>
                <a:cs typeface="+mn-cs"/>
              </a:rPr>
              <a:t> </a:t>
            </a:r>
          </a:p>
        </p:txBody>
      </p:sp>
      <p:sp>
        <p:nvSpPr>
          <p:cNvPr id="12" name="Rectangle 11">
            <a:extLst>
              <a:ext uri="{FF2B5EF4-FFF2-40B4-BE49-F238E27FC236}">
                <a16:creationId xmlns:a16="http://schemas.microsoft.com/office/drawing/2014/main" id="{3DF54947-E848-E9D8-4A2D-EFB6E794538F}"/>
              </a:ext>
            </a:extLst>
          </p:cNvPr>
          <p:cNvSpPr/>
          <p:nvPr/>
        </p:nvSpPr>
        <p:spPr>
          <a:xfrm>
            <a:off x="-1" y="4997684"/>
            <a:ext cx="12192000" cy="219653"/>
          </a:xfrm>
          <a:prstGeom prst="rect">
            <a:avLst/>
          </a:prstGeom>
          <a:gradFill>
            <a:gsLst>
              <a:gs pos="0">
                <a:srgbClr val="D86F76"/>
              </a:gs>
              <a:gs pos="68500">
                <a:srgbClr val="8165CF"/>
              </a:gs>
              <a:gs pos="37000">
                <a:srgbClr val="CD29A0"/>
              </a:gs>
              <a:gs pos="100000">
                <a:srgbClr val="2FABF9"/>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3" name="Text Placeholder 6">
            <a:extLst>
              <a:ext uri="{FF2B5EF4-FFF2-40B4-BE49-F238E27FC236}">
                <a16:creationId xmlns:a16="http://schemas.microsoft.com/office/drawing/2014/main" id="{8AAB10F8-A78D-70D8-74A8-2359DF170C04}"/>
              </a:ext>
            </a:extLst>
          </p:cNvPr>
          <p:cNvSpPr txBox="1">
            <a:spLocks/>
          </p:cNvSpPr>
          <p:nvPr/>
        </p:nvSpPr>
        <p:spPr>
          <a:xfrm>
            <a:off x="449351" y="398928"/>
            <a:ext cx="10745992" cy="381001"/>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1000"/>
              </a:spcBef>
              <a:buFont typeface="DM Sans" panose="020B0604020202020204" pitchFamily="34" charset="0"/>
              <a:buNone/>
              <a:defRPr sz="2200" b="0" i="0" kern="1200">
                <a:solidFill>
                  <a:schemeClr val="tx2"/>
                </a:solidFill>
                <a:latin typeface="Montserrat SemiBold" pitchFamily="2" charset="77"/>
                <a:ea typeface="+mn-ea"/>
                <a:cs typeface="+mn-cs"/>
              </a:defRPr>
            </a:lvl1pPr>
            <a:lvl2pPr marL="685800" indent="-228600" algn="l" defTabSz="914400" rtl="0" eaLnBrk="1" latinLnBrk="0" hangingPunct="1">
              <a:lnSpc>
                <a:spcPct val="100000"/>
              </a:lnSpc>
              <a:spcBef>
                <a:spcPts val="500"/>
              </a:spcBef>
              <a:buFont typeface="DM Sans" panose="020B0604020202020204" pitchFamily="34" charset="0"/>
              <a:buChar char="•"/>
              <a:defRPr sz="3400" b="0" i="0" kern="1200">
                <a:solidFill>
                  <a:schemeClr val="tx1"/>
                </a:solidFill>
                <a:latin typeface="Montserrat" pitchFamily="2" charset="77"/>
                <a:ea typeface="+mn-ea"/>
                <a:cs typeface="+mn-cs"/>
              </a:defRPr>
            </a:lvl2pPr>
            <a:lvl3pPr marL="1143000" indent="-228600" algn="l" defTabSz="914400" rtl="0" eaLnBrk="1" latinLnBrk="0" hangingPunct="1">
              <a:lnSpc>
                <a:spcPct val="100000"/>
              </a:lnSpc>
              <a:spcBef>
                <a:spcPts val="500"/>
              </a:spcBef>
              <a:buFont typeface="DM Sans"/>
              <a:buChar char="-"/>
              <a:defRPr sz="3400" b="0" i="0" kern="1200">
                <a:solidFill>
                  <a:schemeClr val="tx1"/>
                </a:solidFill>
                <a:latin typeface="Montserrat" pitchFamily="2" charset="77"/>
                <a:ea typeface="+mn-ea"/>
                <a:cs typeface="+mn-cs"/>
              </a:defRPr>
            </a:lvl3pPr>
            <a:lvl4pPr marL="1600200" indent="-228600" algn="l" defTabSz="914400" rtl="0" eaLnBrk="1" latinLnBrk="0" hangingPunct="1">
              <a:lnSpc>
                <a:spcPct val="100000"/>
              </a:lnSpc>
              <a:spcBef>
                <a:spcPts val="500"/>
              </a:spcBef>
              <a:buFont typeface="DM Sans"/>
              <a:buChar char="-"/>
              <a:defRPr sz="3400" b="0" i="0" kern="1200">
                <a:solidFill>
                  <a:schemeClr val="tx1"/>
                </a:solidFill>
                <a:latin typeface="Montserrat" pitchFamily="2" charset="77"/>
                <a:ea typeface="+mn-ea"/>
                <a:cs typeface="+mn-cs"/>
              </a:defRPr>
            </a:lvl4pPr>
            <a:lvl5pPr marL="2057400" indent="-228600" algn="l" defTabSz="914400" rtl="0" eaLnBrk="1" latinLnBrk="0" hangingPunct="1">
              <a:lnSpc>
                <a:spcPct val="100000"/>
              </a:lnSpc>
              <a:spcBef>
                <a:spcPts val="500"/>
              </a:spcBef>
              <a:buFont typeface="DM Sans" panose="020B0604020202020204" pitchFamily="34" charset="0"/>
              <a:buChar char="•"/>
              <a:defRPr sz="3400" b="0" i="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DM Sans" panose="020B0604020202020204" pitchFamily="34" charset="0"/>
              <a:buNone/>
              <a:tabLst/>
              <a:defRPr/>
            </a:pPr>
            <a:endParaRPr kumimoji="0" lang="en-US" sz="2200" b="1" i="0" u="none" strike="noStrike" kern="1200" cap="none" spc="0" normalizeH="0" baseline="0" noProof="0">
              <a:ln>
                <a:noFill/>
              </a:ln>
              <a:solidFill>
                <a:srgbClr val="440099"/>
              </a:solidFill>
              <a:effectLst/>
              <a:uLnTx/>
              <a:uFillTx/>
              <a:latin typeface="+mj-lt"/>
              <a:ea typeface="+mn-ea"/>
              <a:cs typeface="+mn-cs"/>
            </a:endParaRPr>
          </a:p>
        </p:txBody>
      </p:sp>
      <p:sp>
        <p:nvSpPr>
          <p:cNvPr id="22" name="Text Placeholder 6">
            <a:extLst>
              <a:ext uri="{FF2B5EF4-FFF2-40B4-BE49-F238E27FC236}">
                <a16:creationId xmlns:a16="http://schemas.microsoft.com/office/drawing/2014/main" id="{FE27E930-9433-BC16-1BF0-2AE68367F674}"/>
              </a:ext>
            </a:extLst>
          </p:cNvPr>
          <p:cNvSpPr txBox="1">
            <a:spLocks/>
          </p:cNvSpPr>
          <p:nvPr/>
        </p:nvSpPr>
        <p:spPr>
          <a:xfrm>
            <a:off x="449351" y="398928"/>
            <a:ext cx="10745992" cy="381001"/>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1000"/>
              </a:spcBef>
              <a:buFont typeface="DM Sans" panose="020B0604020202020204" pitchFamily="34" charset="0"/>
              <a:buNone/>
              <a:defRPr sz="2200" b="0" i="0" kern="1200">
                <a:solidFill>
                  <a:schemeClr val="tx2"/>
                </a:solidFill>
                <a:latin typeface="Montserrat SemiBold" pitchFamily="2" charset="77"/>
                <a:ea typeface="+mn-ea"/>
                <a:cs typeface="+mn-cs"/>
              </a:defRPr>
            </a:lvl1pPr>
            <a:lvl2pPr marL="685800" indent="-228600" algn="l" defTabSz="914400" rtl="0" eaLnBrk="1" latinLnBrk="0" hangingPunct="1">
              <a:lnSpc>
                <a:spcPct val="100000"/>
              </a:lnSpc>
              <a:spcBef>
                <a:spcPts val="500"/>
              </a:spcBef>
              <a:buFont typeface="DM Sans" panose="020B0604020202020204" pitchFamily="34" charset="0"/>
              <a:buChar char="•"/>
              <a:defRPr sz="3400" b="0" i="0" kern="1200">
                <a:solidFill>
                  <a:schemeClr val="tx1"/>
                </a:solidFill>
                <a:latin typeface="Montserrat" pitchFamily="2" charset="77"/>
                <a:ea typeface="+mn-ea"/>
                <a:cs typeface="+mn-cs"/>
              </a:defRPr>
            </a:lvl2pPr>
            <a:lvl3pPr marL="1143000" indent="-228600" algn="l" defTabSz="914400" rtl="0" eaLnBrk="1" latinLnBrk="0" hangingPunct="1">
              <a:lnSpc>
                <a:spcPct val="100000"/>
              </a:lnSpc>
              <a:spcBef>
                <a:spcPts val="500"/>
              </a:spcBef>
              <a:buFont typeface="DM Sans"/>
              <a:buChar char="-"/>
              <a:defRPr sz="3400" b="0" i="0" kern="1200">
                <a:solidFill>
                  <a:schemeClr val="tx1"/>
                </a:solidFill>
                <a:latin typeface="Montserrat" pitchFamily="2" charset="77"/>
                <a:ea typeface="+mn-ea"/>
                <a:cs typeface="+mn-cs"/>
              </a:defRPr>
            </a:lvl3pPr>
            <a:lvl4pPr marL="1600200" indent="-228600" algn="l" defTabSz="914400" rtl="0" eaLnBrk="1" latinLnBrk="0" hangingPunct="1">
              <a:lnSpc>
                <a:spcPct val="100000"/>
              </a:lnSpc>
              <a:spcBef>
                <a:spcPts val="500"/>
              </a:spcBef>
              <a:buFont typeface="DM Sans"/>
              <a:buChar char="-"/>
              <a:defRPr sz="3400" b="0" i="0" kern="1200">
                <a:solidFill>
                  <a:schemeClr val="tx1"/>
                </a:solidFill>
                <a:latin typeface="Montserrat" pitchFamily="2" charset="77"/>
                <a:ea typeface="+mn-ea"/>
                <a:cs typeface="+mn-cs"/>
              </a:defRPr>
            </a:lvl4pPr>
            <a:lvl5pPr marL="2057400" indent="-228600" algn="l" defTabSz="914400" rtl="0" eaLnBrk="1" latinLnBrk="0" hangingPunct="1">
              <a:lnSpc>
                <a:spcPct val="100000"/>
              </a:lnSpc>
              <a:spcBef>
                <a:spcPts val="500"/>
              </a:spcBef>
              <a:buFont typeface="DM Sans" panose="020B0604020202020204" pitchFamily="34" charset="0"/>
              <a:buChar char="•"/>
              <a:defRPr sz="3400" b="0" i="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DM Sans" panose="020B0604020202020204" pitchFamily="34" charset="0"/>
              <a:buNone/>
              <a:tabLst/>
              <a:defRPr/>
            </a:pPr>
            <a:endParaRPr kumimoji="0" lang="en-US" sz="2200" b="1" i="0" u="none" strike="noStrike" kern="1200" cap="none" spc="0" normalizeH="0" baseline="0" noProof="0">
              <a:ln>
                <a:noFill/>
              </a:ln>
              <a:solidFill>
                <a:srgbClr val="440099"/>
              </a:solidFill>
              <a:effectLst/>
              <a:uLnTx/>
              <a:uFillTx/>
              <a:latin typeface="+mj-lt"/>
              <a:ea typeface="+mn-ea"/>
              <a:cs typeface="+mn-cs"/>
            </a:endParaRPr>
          </a:p>
        </p:txBody>
      </p:sp>
      <p:sp>
        <p:nvSpPr>
          <p:cNvPr id="2" name="TextBox 1">
            <a:extLst>
              <a:ext uri="{FF2B5EF4-FFF2-40B4-BE49-F238E27FC236}">
                <a16:creationId xmlns:a16="http://schemas.microsoft.com/office/drawing/2014/main" id="{109E46D5-0344-76DD-E161-044DEA37C954}"/>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
        <p:nvSpPr>
          <p:cNvPr id="9" name="TextBox 8">
            <a:extLst>
              <a:ext uri="{FF2B5EF4-FFF2-40B4-BE49-F238E27FC236}">
                <a16:creationId xmlns:a16="http://schemas.microsoft.com/office/drawing/2014/main" id="{A656B029-1215-EC53-5ED8-9719A0F9E8B9}"/>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tx1"/>
                </a:solidFill>
                <a:latin typeface="+mn-lt"/>
              </a:rPr>
              <a:t>‹#›</a:t>
            </a:fld>
            <a:endParaRPr lang="en-US" sz="800" b="1" i="0" dirty="0">
              <a:solidFill>
                <a:schemeClr val="tx1"/>
              </a:solidFill>
              <a:latin typeface="+mn-lt"/>
            </a:endParaRPr>
          </a:p>
        </p:txBody>
      </p:sp>
      <p:sp>
        <p:nvSpPr>
          <p:cNvPr id="5" name="Rectangle 4">
            <a:extLst>
              <a:ext uri="{FF2B5EF4-FFF2-40B4-BE49-F238E27FC236}">
                <a16:creationId xmlns:a16="http://schemas.microsoft.com/office/drawing/2014/main" id="{7F0A7893-8B97-A8CD-8363-11067ADD77D5}"/>
              </a:ext>
            </a:extLst>
          </p:cNvPr>
          <p:cNvSpPr/>
          <p:nvPr userDrawn="1"/>
        </p:nvSpPr>
        <p:spPr>
          <a:xfrm>
            <a:off x="-1" y="4997684"/>
            <a:ext cx="12192000" cy="219653"/>
          </a:xfrm>
          <a:prstGeom prst="rect">
            <a:avLst/>
          </a:prstGeom>
          <a:gradFill>
            <a:gsLst>
              <a:gs pos="0">
                <a:srgbClr val="D86F76"/>
              </a:gs>
              <a:gs pos="68500">
                <a:srgbClr val="8165CF"/>
              </a:gs>
              <a:gs pos="37000">
                <a:srgbClr val="CD29A0"/>
              </a:gs>
              <a:gs pos="100000">
                <a:srgbClr val="2FABF9"/>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3" name="Text Placeholder 6">
            <a:extLst>
              <a:ext uri="{FF2B5EF4-FFF2-40B4-BE49-F238E27FC236}">
                <a16:creationId xmlns:a16="http://schemas.microsoft.com/office/drawing/2014/main" id="{4155659A-7432-841D-3911-B9D3BBF1DB00}"/>
              </a:ext>
            </a:extLst>
          </p:cNvPr>
          <p:cNvSpPr txBox="1">
            <a:spLocks/>
          </p:cNvSpPr>
          <p:nvPr userDrawn="1"/>
        </p:nvSpPr>
        <p:spPr>
          <a:xfrm>
            <a:off x="449351" y="398928"/>
            <a:ext cx="10745992" cy="381001"/>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1000"/>
              </a:spcBef>
              <a:buFont typeface="DM Sans" panose="020B0604020202020204" pitchFamily="34" charset="0"/>
              <a:buNone/>
              <a:defRPr sz="2200" b="0" i="0" kern="1200">
                <a:solidFill>
                  <a:schemeClr val="tx2"/>
                </a:solidFill>
                <a:latin typeface="Montserrat SemiBold" pitchFamily="2" charset="77"/>
                <a:ea typeface="+mn-ea"/>
                <a:cs typeface="+mn-cs"/>
              </a:defRPr>
            </a:lvl1pPr>
            <a:lvl2pPr marL="685800" indent="-228600" algn="l" defTabSz="914400" rtl="0" eaLnBrk="1" latinLnBrk="0" hangingPunct="1">
              <a:lnSpc>
                <a:spcPct val="100000"/>
              </a:lnSpc>
              <a:spcBef>
                <a:spcPts val="500"/>
              </a:spcBef>
              <a:buFont typeface="DM Sans" panose="020B0604020202020204" pitchFamily="34" charset="0"/>
              <a:buChar char="•"/>
              <a:defRPr sz="3400" b="0" i="0" kern="1200">
                <a:solidFill>
                  <a:schemeClr val="tx1"/>
                </a:solidFill>
                <a:latin typeface="Montserrat" pitchFamily="2" charset="77"/>
                <a:ea typeface="+mn-ea"/>
                <a:cs typeface="+mn-cs"/>
              </a:defRPr>
            </a:lvl2pPr>
            <a:lvl3pPr marL="1143000" indent="-228600" algn="l" defTabSz="914400" rtl="0" eaLnBrk="1" latinLnBrk="0" hangingPunct="1">
              <a:lnSpc>
                <a:spcPct val="100000"/>
              </a:lnSpc>
              <a:spcBef>
                <a:spcPts val="500"/>
              </a:spcBef>
              <a:buFont typeface="DM Sans"/>
              <a:buChar char="-"/>
              <a:defRPr sz="3400" b="0" i="0" kern="1200">
                <a:solidFill>
                  <a:schemeClr val="tx1"/>
                </a:solidFill>
                <a:latin typeface="Montserrat" pitchFamily="2" charset="77"/>
                <a:ea typeface="+mn-ea"/>
                <a:cs typeface="+mn-cs"/>
              </a:defRPr>
            </a:lvl3pPr>
            <a:lvl4pPr marL="1600200" indent="-228600" algn="l" defTabSz="914400" rtl="0" eaLnBrk="1" latinLnBrk="0" hangingPunct="1">
              <a:lnSpc>
                <a:spcPct val="100000"/>
              </a:lnSpc>
              <a:spcBef>
                <a:spcPts val="500"/>
              </a:spcBef>
              <a:buFont typeface="DM Sans"/>
              <a:buChar char="-"/>
              <a:defRPr sz="3400" b="0" i="0" kern="1200">
                <a:solidFill>
                  <a:schemeClr val="tx1"/>
                </a:solidFill>
                <a:latin typeface="Montserrat" pitchFamily="2" charset="77"/>
                <a:ea typeface="+mn-ea"/>
                <a:cs typeface="+mn-cs"/>
              </a:defRPr>
            </a:lvl4pPr>
            <a:lvl5pPr marL="2057400" indent="-228600" algn="l" defTabSz="914400" rtl="0" eaLnBrk="1" latinLnBrk="0" hangingPunct="1">
              <a:lnSpc>
                <a:spcPct val="100000"/>
              </a:lnSpc>
              <a:spcBef>
                <a:spcPts val="500"/>
              </a:spcBef>
              <a:buFont typeface="DM Sans" panose="020B0604020202020204" pitchFamily="34" charset="0"/>
              <a:buChar char="•"/>
              <a:defRPr sz="3400" b="0" i="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DM Sans" panose="020B0604020202020204" pitchFamily="34" charset="0"/>
              <a:buNone/>
              <a:tabLst/>
              <a:defRPr/>
            </a:pPr>
            <a:endParaRPr kumimoji="0" lang="en-US" sz="2200" b="1" i="0" u="none" strike="noStrike" kern="1200" cap="none" spc="0" normalizeH="0" baseline="0" noProof="0">
              <a:ln>
                <a:noFill/>
              </a:ln>
              <a:solidFill>
                <a:srgbClr val="440099"/>
              </a:solidFill>
              <a:effectLst/>
              <a:uLnTx/>
              <a:uFillTx/>
              <a:latin typeface="+mj-lt"/>
              <a:ea typeface="+mn-ea"/>
              <a:cs typeface="+mn-cs"/>
            </a:endParaRPr>
          </a:p>
        </p:txBody>
      </p:sp>
    </p:spTree>
    <p:extLst>
      <p:ext uri="{BB962C8B-B14F-4D97-AF65-F5344CB8AC3E}">
        <p14:creationId xmlns:p14="http://schemas.microsoft.com/office/powerpoint/2010/main" val="4251332419"/>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guide id="3" pos="480">
          <p15:clr>
            <a:srgbClr val="FBAE40"/>
          </p15:clr>
        </p15:guide>
        <p15:guide id="4" pos="720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No Image Slide">
    <p:bg>
      <p:bgRef idx="1001">
        <a:schemeClr val="bg1"/>
      </p:bgRef>
    </p:bg>
    <p:spTree>
      <p:nvGrpSpPr>
        <p:cNvPr id="1" name=""/>
        <p:cNvGrpSpPr/>
        <p:nvPr/>
      </p:nvGrpSpPr>
      <p:grpSpPr>
        <a:xfrm>
          <a:off x="0" y="0"/>
          <a:ext cx="0" cy="0"/>
          <a:chOff x="0" y="0"/>
          <a:chExt cx="0" cy="0"/>
        </a:xfrm>
      </p:grpSpPr>
      <p:pic>
        <p:nvPicPr>
          <p:cNvPr id="4" name="Picture 3" descr="A purple circle with black background  AI-generated content may be incorrect.">
            <a:extLst>
              <a:ext uri="{FF2B5EF4-FFF2-40B4-BE49-F238E27FC236}">
                <a16:creationId xmlns:a16="http://schemas.microsoft.com/office/drawing/2014/main" id="{527A76CF-0C21-25C2-7C49-A3C37CC88634}"/>
              </a:ext>
            </a:extLst>
          </p:cNvPr>
          <p:cNvPicPr>
            <a:picLocks/>
          </p:cNvPicPr>
          <p:nvPr userDrawn="1"/>
        </p:nvPicPr>
        <p:blipFill>
          <a:blip r:embed="rId2" cstate="screen">
            <a:extLst>
              <a:ext uri="{28A0092B-C50C-407E-A947-70E740481C1C}">
                <a14:useLocalDpi xmlns:a14="http://schemas.microsoft.com/office/drawing/2010/main"/>
              </a:ext>
            </a:extLst>
          </a:blip>
          <a:srcRect/>
          <a:stretch/>
        </p:blipFill>
        <p:spPr>
          <a:xfrm>
            <a:off x="0" y="11875"/>
            <a:ext cx="12192000" cy="6858000"/>
          </a:xfrm>
          <a:prstGeom prst="rect">
            <a:avLst/>
          </a:prstGeom>
        </p:spPr>
      </p:pic>
      <p:sp>
        <p:nvSpPr>
          <p:cNvPr id="14" name="TextBox 13">
            <a:extLst>
              <a:ext uri="{FF2B5EF4-FFF2-40B4-BE49-F238E27FC236}">
                <a16:creationId xmlns:a16="http://schemas.microsoft.com/office/drawing/2014/main" id="{32B53C6D-DB56-A6C1-AAAE-0D9464C243C6}"/>
              </a:ext>
            </a:extLst>
          </p:cNvPr>
          <p:cNvSpPr txBox="1"/>
          <p:nvPr/>
        </p:nvSpPr>
        <p:spPr>
          <a:xfrm>
            <a:off x="739589" y="928167"/>
            <a:ext cx="10555941" cy="923330"/>
          </a:xfrm>
          <a:prstGeom prst="rect">
            <a:avLst/>
          </a:prstGeom>
          <a:noFill/>
        </p:spPr>
        <p:txBody>
          <a:bodyPr wrap="square" rtlCol="0">
            <a:spAutoFit/>
          </a:bodyPr>
          <a:lstStyle/>
          <a:p>
            <a:pPr algn="ctr"/>
            <a:r>
              <a:rPr lang="en-CA" sz="3600" b="1" dirty="0">
                <a:solidFill>
                  <a:srgbClr val="FE8DEC">
                    <a:lumMod val="75000"/>
                  </a:srgbClr>
                </a:solidFill>
                <a:latin typeface="+mj-lt"/>
              </a:rPr>
              <a:t>The Extreme Advantage</a:t>
            </a:r>
          </a:p>
          <a:p>
            <a:pPr>
              <a:defRPr/>
            </a:pPr>
            <a:endParaRPr lang="en-US" dirty="0">
              <a:solidFill>
                <a:srgbClr val="FFFFFF"/>
              </a:solidFill>
              <a:latin typeface="+mj-lt"/>
            </a:endParaRPr>
          </a:p>
        </p:txBody>
      </p:sp>
      <p:sp>
        <p:nvSpPr>
          <p:cNvPr id="22" name="TextBox 21">
            <a:extLst>
              <a:ext uri="{FF2B5EF4-FFF2-40B4-BE49-F238E27FC236}">
                <a16:creationId xmlns:a16="http://schemas.microsoft.com/office/drawing/2014/main" id="{8857FAD4-6B78-8143-6401-EB722E704F35}"/>
              </a:ext>
            </a:extLst>
          </p:cNvPr>
          <p:cNvSpPr txBox="1"/>
          <p:nvPr/>
        </p:nvSpPr>
        <p:spPr>
          <a:xfrm>
            <a:off x="1603885" y="1707647"/>
            <a:ext cx="9206077" cy="1908215"/>
          </a:xfrm>
          <a:prstGeom prst="rect">
            <a:avLst/>
          </a:prstGeom>
          <a:noFill/>
        </p:spPr>
        <p:txBody>
          <a:bodyPr wrap="square" rtlCol="0">
            <a:spAutoFit/>
          </a:bodyPr>
          <a:lstStyle/>
          <a:p>
            <a:pPr algn="ctr"/>
            <a:r>
              <a:rPr lang="en-US" sz="2000" dirty="0">
                <a:solidFill>
                  <a:srgbClr val="FFFFFF"/>
                </a:solidFill>
                <a:latin typeface="+mn-lt"/>
              </a:rPr>
              <a:t>Faced with increasing networking complexity and security threats, organizations need simple, cost-effective solutions that anticipate issues and optimize investments. Our agile, AI-powered, cloud-driven solutions help meet current challenges and prepare for future growth by delivering reliability, simplicity, innovation, and value.</a:t>
            </a:r>
          </a:p>
          <a:p>
            <a:pPr>
              <a:defRPr/>
            </a:pPr>
            <a:endParaRPr lang="en-US" dirty="0">
              <a:solidFill>
                <a:srgbClr val="FFFFFF"/>
              </a:solidFill>
              <a:latin typeface="+mn-lt"/>
            </a:endParaRPr>
          </a:p>
        </p:txBody>
      </p:sp>
      <p:sp>
        <p:nvSpPr>
          <p:cNvPr id="23" name="Content Placeholder 2">
            <a:extLst>
              <a:ext uri="{FF2B5EF4-FFF2-40B4-BE49-F238E27FC236}">
                <a16:creationId xmlns:a16="http://schemas.microsoft.com/office/drawing/2014/main" id="{B2A11124-814E-3379-52A9-A30591266FA0}"/>
              </a:ext>
            </a:extLst>
          </p:cNvPr>
          <p:cNvSpPr txBox="1">
            <a:spLocks/>
          </p:cNvSpPr>
          <p:nvPr/>
        </p:nvSpPr>
        <p:spPr>
          <a:xfrm>
            <a:off x="2381172" y="3975758"/>
            <a:ext cx="2231721" cy="2231735"/>
          </a:xfrm>
          <a:prstGeom prst="rect">
            <a:avLst/>
          </a:prstGeom>
        </p:spPr>
        <p:txBody>
          <a:bodyPr vert="horz" lIns="0" tIns="0" rIns="0" bIns="0" rtlCol="0" anchor="t">
            <a:normAutofit/>
          </a:bodyPr>
          <a:lstStyle>
            <a:lvl1pPr marL="0" indent="0" algn="l" defTabSz="914400" rtl="0" eaLnBrk="1" latinLnBrk="0" hangingPunct="1">
              <a:lnSpc>
                <a:spcPct val="100000"/>
              </a:lnSpc>
              <a:spcBef>
                <a:spcPts val="1000"/>
              </a:spcBef>
              <a:buFont typeface="DM Sans" panose="020B0604020202020204" pitchFamily="34" charset="0"/>
              <a:buNone/>
              <a:defRPr sz="2000" b="0" i="0" kern="1200">
                <a:solidFill>
                  <a:schemeClr val="tx1"/>
                </a:solidFill>
                <a:latin typeface="Montserrat" pitchFamily="2" charset="77"/>
                <a:ea typeface="+mn-ea"/>
                <a:cs typeface="+mn-cs"/>
              </a:defRPr>
            </a:lvl1pPr>
            <a:lvl2pPr marL="685800" indent="-228600" algn="l" defTabSz="914400" rtl="0" eaLnBrk="1" latinLnBrk="0" hangingPunct="1">
              <a:lnSpc>
                <a:spcPct val="100000"/>
              </a:lnSpc>
              <a:spcBef>
                <a:spcPts val="500"/>
              </a:spcBef>
              <a:buFont typeface="DM Sans" panose="020B0604020202020204" pitchFamily="34" charset="0"/>
              <a:buChar char="•"/>
              <a:defRPr sz="2000" b="0" i="0" kern="1200">
                <a:solidFill>
                  <a:schemeClr val="tx1"/>
                </a:solidFill>
                <a:latin typeface="Montserrat" pitchFamily="2" charset="77"/>
                <a:ea typeface="+mn-ea"/>
                <a:cs typeface="+mn-cs"/>
              </a:defRPr>
            </a:lvl2pPr>
            <a:lvl3pPr marL="1143000" indent="-228600" algn="l" defTabSz="914400" rtl="0" eaLnBrk="1" latinLnBrk="0" hangingPunct="1">
              <a:lnSpc>
                <a:spcPct val="100000"/>
              </a:lnSpc>
              <a:spcBef>
                <a:spcPts val="500"/>
              </a:spcBef>
              <a:buFont typeface="DM Sans"/>
              <a:buChar char="-"/>
              <a:defRPr sz="2000" b="0" i="0" kern="1200">
                <a:solidFill>
                  <a:schemeClr val="tx1"/>
                </a:solidFill>
                <a:latin typeface="Montserrat" pitchFamily="2" charset="77"/>
                <a:ea typeface="+mn-ea"/>
                <a:cs typeface="+mn-cs"/>
              </a:defRPr>
            </a:lvl3pPr>
            <a:lvl4pPr marL="1600200" indent="-228600" algn="l" defTabSz="914400" rtl="0" eaLnBrk="1" latinLnBrk="0" hangingPunct="1">
              <a:lnSpc>
                <a:spcPct val="100000"/>
              </a:lnSpc>
              <a:spcBef>
                <a:spcPts val="500"/>
              </a:spcBef>
              <a:buFont typeface="DM Sans"/>
              <a:buChar char="-"/>
              <a:defRPr sz="1800" b="0" i="0" kern="1200">
                <a:solidFill>
                  <a:schemeClr val="tx1"/>
                </a:solidFill>
                <a:latin typeface="Montserrat" pitchFamily="2" charset="77"/>
                <a:ea typeface="+mn-ea"/>
                <a:cs typeface="+mn-cs"/>
              </a:defRPr>
            </a:lvl4pPr>
            <a:lvl5pPr marL="2057400" indent="-228600" algn="l" defTabSz="914400" rtl="0" eaLnBrk="1" latinLnBrk="0" hangingPunct="1">
              <a:lnSpc>
                <a:spcPct val="100000"/>
              </a:lnSpc>
              <a:spcBef>
                <a:spcPts val="500"/>
              </a:spcBef>
              <a:buFont typeface="DM Sans" panose="020B0604020202020204" pitchFamily="34" charset="0"/>
              <a:buChar char="•"/>
              <a:defRPr sz="1800" b="0" i="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DM Sans" panose="020B0604020202020204" pitchFamily="34" charset="0"/>
              <a:buNone/>
              <a:tabLst/>
              <a:defRPr/>
            </a:pPr>
            <a:r>
              <a:rPr kumimoji="0" lang="en-US" sz="2100" b="1" i="0" u="none" strike="noStrike" kern="1200" cap="none" spc="0" normalizeH="0" baseline="0" noProof="0" dirty="0">
                <a:ln>
                  <a:noFill/>
                </a:ln>
                <a:solidFill>
                  <a:srgbClr val="FFFFFF"/>
                </a:solidFill>
                <a:effectLst/>
                <a:uLnTx/>
                <a:uFillTx/>
                <a:latin typeface="+mn-lt"/>
                <a:ea typeface="+mn-ea"/>
                <a:cs typeface="+mn-cs"/>
              </a:rPr>
              <a:t>Our Vision</a:t>
            </a:r>
            <a:endParaRPr kumimoji="0" lang="en-US" sz="2000" b="0" i="0" u="none" strike="noStrike" kern="1200" cap="none" spc="0" normalizeH="0" baseline="0" noProof="0" dirty="0">
              <a:ln>
                <a:noFill/>
              </a:ln>
              <a:solidFill>
                <a:srgbClr val="FFFFFF"/>
              </a:solidFill>
              <a:effectLst/>
              <a:uLnTx/>
              <a:uFillTx/>
              <a:latin typeface="+mn-lt"/>
              <a:ea typeface="+mn-ea"/>
              <a:cs typeface="+mn-cs"/>
            </a:endParaRPr>
          </a:p>
          <a:p>
            <a:pPr marL="0" marR="0" lvl="0" indent="0" algn="l" defTabSz="914400" rtl="0" eaLnBrk="1" fontAlgn="auto" latinLnBrk="0" hangingPunct="1">
              <a:lnSpc>
                <a:spcPct val="100000"/>
              </a:lnSpc>
              <a:spcBef>
                <a:spcPts val="1000"/>
              </a:spcBef>
              <a:spcAft>
                <a:spcPts val="0"/>
              </a:spcAft>
              <a:buClrTx/>
              <a:buSzTx/>
              <a:buFont typeface="DM Sans" panose="020B0604020202020204" pitchFamily="34" charset="0"/>
              <a:buNone/>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To enhance human experiences by fueling innovation with connectivity.</a:t>
            </a:r>
          </a:p>
          <a:p>
            <a:pPr marL="0" marR="0" lvl="0" indent="0" algn="l" defTabSz="914400" rtl="0" eaLnBrk="1" fontAlgn="auto" latinLnBrk="0" hangingPunct="1">
              <a:lnSpc>
                <a:spcPct val="100000"/>
              </a:lnSpc>
              <a:spcBef>
                <a:spcPts val="1000"/>
              </a:spcBef>
              <a:spcAft>
                <a:spcPts val="0"/>
              </a:spcAft>
              <a:buClrTx/>
              <a:buSzTx/>
              <a:buFont typeface="DM Sans" panose="020B0604020202020204" pitchFamily="34" charset="0"/>
              <a:buNone/>
              <a:tabLst/>
              <a:defRPr/>
            </a:pPr>
            <a:endParaRPr kumimoji="0" lang="en-US" sz="2000" b="0" i="0" u="none" strike="noStrike" kern="1200" cap="none" spc="0" normalizeH="0" baseline="0" noProof="0" dirty="0">
              <a:ln>
                <a:noFill/>
              </a:ln>
              <a:solidFill>
                <a:srgbClr val="FFFFFF"/>
              </a:solidFill>
              <a:effectLst/>
              <a:uLnTx/>
              <a:uFillTx/>
              <a:latin typeface="+mn-lt"/>
              <a:ea typeface="+mn-ea"/>
              <a:cs typeface="+mn-cs"/>
            </a:endParaRPr>
          </a:p>
        </p:txBody>
      </p:sp>
      <p:sp>
        <p:nvSpPr>
          <p:cNvPr id="24" name="Content Placeholder 2">
            <a:extLst>
              <a:ext uri="{FF2B5EF4-FFF2-40B4-BE49-F238E27FC236}">
                <a16:creationId xmlns:a16="http://schemas.microsoft.com/office/drawing/2014/main" id="{17DACD24-E446-F85A-4DFE-7309AA534D7C}"/>
              </a:ext>
            </a:extLst>
          </p:cNvPr>
          <p:cNvSpPr txBox="1">
            <a:spLocks/>
          </p:cNvSpPr>
          <p:nvPr/>
        </p:nvSpPr>
        <p:spPr>
          <a:xfrm>
            <a:off x="5251490" y="3975758"/>
            <a:ext cx="2433459" cy="2958244"/>
          </a:xfrm>
          <a:prstGeom prst="rect">
            <a:avLst/>
          </a:prstGeom>
        </p:spPr>
        <p:txBody>
          <a:bodyPr vert="horz" lIns="0" tIns="0" rIns="0" bIns="0" rtlCol="0" anchor="t">
            <a:normAutofit/>
          </a:bodyPr>
          <a:lstStyle>
            <a:lvl1pPr marL="0" indent="0" algn="l" defTabSz="914400" rtl="0" eaLnBrk="1" latinLnBrk="0" hangingPunct="1">
              <a:lnSpc>
                <a:spcPct val="100000"/>
              </a:lnSpc>
              <a:spcBef>
                <a:spcPts val="1000"/>
              </a:spcBef>
              <a:buFont typeface="DM Sans" panose="020B0604020202020204" pitchFamily="34" charset="0"/>
              <a:buNone/>
              <a:defRPr sz="2000" b="0" i="0" kern="1200">
                <a:solidFill>
                  <a:schemeClr val="tx1"/>
                </a:solidFill>
                <a:latin typeface="Montserrat" pitchFamily="2" charset="77"/>
                <a:ea typeface="+mn-ea"/>
                <a:cs typeface="+mn-cs"/>
              </a:defRPr>
            </a:lvl1pPr>
            <a:lvl2pPr marL="685800" indent="-228600" algn="l" defTabSz="914400" rtl="0" eaLnBrk="1" latinLnBrk="0" hangingPunct="1">
              <a:lnSpc>
                <a:spcPct val="100000"/>
              </a:lnSpc>
              <a:spcBef>
                <a:spcPts val="500"/>
              </a:spcBef>
              <a:buFont typeface="DM Sans" panose="020B0604020202020204" pitchFamily="34" charset="0"/>
              <a:buChar char="•"/>
              <a:defRPr sz="2000" b="0" i="0" kern="1200">
                <a:solidFill>
                  <a:schemeClr val="tx1"/>
                </a:solidFill>
                <a:latin typeface="Montserrat" pitchFamily="2" charset="77"/>
                <a:ea typeface="+mn-ea"/>
                <a:cs typeface="+mn-cs"/>
              </a:defRPr>
            </a:lvl2pPr>
            <a:lvl3pPr marL="1143000" indent="-228600" algn="l" defTabSz="914400" rtl="0" eaLnBrk="1" latinLnBrk="0" hangingPunct="1">
              <a:lnSpc>
                <a:spcPct val="100000"/>
              </a:lnSpc>
              <a:spcBef>
                <a:spcPts val="500"/>
              </a:spcBef>
              <a:buFont typeface="DM Sans"/>
              <a:buChar char="-"/>
              <a:defRPr sz="2000" b="0" i="0" kern="1200">
                <a:solidFill>
                  <a:schemeClr val="tx1"/>
                </a:solidFill>
                <a:latin typeface="Montserrat" pitchFamily="2" charset="77"/>
                <a:ea typeface="+mn-ea"/>
                <a:cs typeface="+mn-cs"/>
              </a:defRPr>
            </a:lvl3pPr>
            <a:lvl4pPr marL="1600200" indent="-228600" algn="l" defTabSz="914400" rtl="0" eaLnBrk="1" latinLnBrk="0" hangingPunct="1">
              <a:lnSpc>
                <a:spcPct val="100000"/>
              </a:lnSpc>
              <a:spcBef>
                <a:spcPts val="500"/>
              </a:spcBef>
              <a:buFont typeface="DM Sans"/>
              <a:buChar char="-"/>
              <a:defRPr sz="1800" b="0" i="0" kern="1200">
                <a:solidFill>
                  <a:schemeClr val="tx1"/>
                </a:solidFill>
                <a:latin typeface="Montserrat" pitchFamily="2" charset="77"/>
                <a:ea typeface="+mn-ea"/>
                <a:cs typeface="+mn-cs"/>
              </a:defRPr>
            </a:lvl4pPr>
            <a:lvl5pPr marL="2057400" indent="-228600" algn="l" defTabSz="914400" rtl="0" eaLnBrk="1" latinLnBrk="0" hangingPunct="1">
              <a:lnSpc>
                <a:spcPct val="100000"/>
              </a:lnSpc>
              <a:spcBef>
                <a:spcPts val="500"/>
              </a:spcBef>
              <a:buFont typeface="DM Sans" panose="020B0604020202020204" pitchFamily="34" charset="0"/>
              <a:buChar char="•"/>
              <a:defRPr sz="1800" b="0" i="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DM Sans" panose="020B0604020202020204" pitchFamily="34" charset="0"/>
              <a:buNone/>
              <a:tabLst/>
              <a:defRPr/>
            </a:pPr>
            <a:r>
              <a:rPr kumimoji="0" lang="en-US" sz="2100" b="1" i="0" u="none" strike="noStrike" kern="1200" cap="none" spc="0" normalizeH="0" baseline="0" noProof="0" dirty="0">
                <a:ln>
                  <a:noFill/>
                </a:ln>
                <a:solidFill>
                  <a:srgbClr val="FFFFFF"/>
                </a:solidFill>
                <a:effectLst/>
                <a:uLnTx/>
                <a:uFillTx/>
                <a:latin typeface="+mn-lt"/>
                <a:ea typeface="+mn-ea"/>
                <a:cs typeface="+mn-cs"/>
              </a:rPr>
              <a:t>Our Mission</a:t>
            </a:r>
            <a:endParaRPr kumimoji="0" lang="en-US" sz="2000" b="0" i="0" u="none" strike="noStrike" kern="1200" cap="none" spc="0" normalizeH="0" baseline="0" noProof="0" dirty="0">
              <a:ln>
                <a:noFill/>
              </a:ln>
              <a:solidFill>
                <a:srgbClr val="FFFFFF"/>
              </a:solidFill>
              <a:effectLst/>
              <a:uLnTx/>
              <a:uFillTx/>
              <a:latin typeface="+mn-lt"/>
              <a:ea typeface="+mn-ea"/>
              <a:cs typeface="+mn-cs"/>
            </a:endParaRPr>
          </a:p>
          <a:p>
            <a:pPr marL="0" marR="0" lvl="0" indent="0" algn="l" defTabSz="914400" rtl="0" eaLnBrk="1" fontAlgn="auto" latinLnBrk="0" hangingPunct="1">
              <a:lnSpc>
                <a:spcPct val="100000"/>
              </a:lnSpc>
              <a:spcBef>
                <a:spcPts val="1000"/>
              </a:spcBef>
              <a:spcAft>
                <a:spcPts val="0"/>
              </a:spcAft>
              <a:buClrTx/>
              <a:buSzTx/>
              <a:buFont typeface="DM Sans" panose="020B0604020202020204" pitchFamily="34" charset="0"/>
              <a:buNone/>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To empower organizations with new ways to simply, securely connect with Extreme’s intelligent technology platform.</a:t>
            </a:r>
          </a:p>
        </p:txBody>
      </p:sp>
      <p:sp>
        <p:nvSpPr>
          <p:cNvPr id="26" name="Content Placeholder 2">
            <a:extLst>
              <a:ext uri="{FF2B5EF4-FFF2-40B4-BE49-F238E27FC236}">
                <a16:creationId xmlns:a16="http://schemas.microsoft.com/office/drawing/2014/main" id="{10F326B8-A980-34F8-7CD3-BF5402ABF1FC}"/>
              </a:ext>
            </a:extLst>
          </p:cNvPr>
          <p:cNvSpPr txBox="1">
            <a:spLocks/>
          </p:cNvSpPr>
          <p:nvPr/>
        </p:nvSpPr>
        <p:spPr>
          <a:xfrm>
            <a:off x="8414082" y="3975758"/>
            <a:ext cx="2132834" cy="1954075"/>
          </a:xfrm>
          <a:prstGeom prst="rect">
            <a:avLst/>
          </a:prstGeom>
        </p:spPr>
        <p:txBody>
          <a:bodyPr vert="horz" lIns="0" tIns="0" rIns="0" bIns="0" rtlCol="0" anchor="t">
            <a:normAutofit/>
          </a:bodyPr>
          <a:lstStyle>
            <a:lvl1pPr marL="0" indent="0" algn="l" defTabSz="914400" rtl="0" eaLnBrk="1" latinLnBrk="0" hangingPunct="1">
              <a:lnSpc>
                <a:spcPct val="100000"/>
              </a:lnSpc>
              <a:spcBef>
                <a:spcPts val="1000"/>
              </a:spcBef>
              <a:buFont typeface="DM Sans" panose="020B0604020202020204" pitchFamily="34" charset="0"/>
              <a:buNone/>
              <a:defRPr sz="2000" b="0" i="0" kern="1200">
                <a:solidFill>
                  <a:schemeClr val="tx1"/>
                </a:solidFill>
                <a:latin typeface="Montserrat" pitchFamily="2" charset="77"/>
                <a:ea typeface="+mn-ea"/>
                <a:cs typeface="+mn-cs"/>
              </a:defRPr>
            </a:lvl1pPr>
            <a:lvl2pPr marL="685800" indent="-228600" algn="l" defTabSz="914400" rtl="0" eaLnBrk="1" latinLnBrk="0" hangingPunct="1">
              <a:lnSpc>
                <a:spcPct val="100000"/>
              </a:lnSpc>
              <a:spcBef>
                <a:spcPts val="500"/>
              </a:spcBef>
              <a:buFont typeface="DM Sans" panose="020B0604020202020204" pitchFamily="34" charset="0"/>
              <a:buChar char="•"/>
              <a:defRPr sz="2000" b="0" i="0" kern="1200">
                <a:solidFill>
                  <a:schemeClr val="tx1"/>
                </a:solidFill>
                <a:latin typeface="Montserrat" pitchFamily="2" charset="77"/>
                <a:ea typeface="+mn-ea"/>
                <a:cs typeface="+mn-cs"/>
              </a:defRPr>
            </a:lvl2pPr>
            <a:lvl3pPr marL="1143000" indent="-228600" algn="l" defTabSz="914400" rtl="0" eaLnBrk="1" latinLnBrk="0" hangingPunct="1">
              <a:lnSpc>
                <a:spcPct val="100000"/>
              </a:lnSpc>
              <a:spcBef>
                <a:spcPts val="500"/>
              </a:spcBef>
              <a:buFont typeface="DM Sans"/>
              <a:buChar char="-"/>
              <a:defRPr sz="2000" b="0" i="0" kern="1200">
                <a:solidFill>
                  <a:schemeClr val="tx1"/>
                </a:solidFill>
                <a:latin typeface="Montserrat" pitchFamily="2" charset="77"/>
                <a:ea typeface="+mn-ea"/>
                <a:cs typeface="+mn-cs"/>
              </a:defRPr>
            </a:lvl3pPr>
            <a:lvl4pPr marL="1600200" indent="-228600" algn="l" defTabSz="914400" rtl="0" eaLnBrk="1" latinLnBrk="0" hangingPunct="1">
              <a:lnSpc>
                <a:spcPct val="100000"/>
              </a:lnSpc>
              <a:spcBef>
                <a:spcPts val="500"/>
              </a:spcBef>
              <a:buFont typeface="DM Sans"/>
              <a:buChar char="-"/>
              <a:defRPr sz="1800" b="0" i="0" kern="1200">
                <a:solidFill>
                  <a:schemeClr val="tx1"/>
                </a:solidFill>
                <a:latin typeface="Montserrat" pitchFamily="2" charset="77"/>
                <a:ea typeface="+mn-ea"/>
                <a:cs typeface="+mn-cs"/>
              </a:defRPr>
            </a:lvl4pPr>
            <a:lvl5pPr marL="2057400" indent="-228600" algn="l" defTabSz="914400" rtl="0" eaLnBrk="1" latinLnBrk="0" hangingPunct="1">
              <a:lnSpc>
                <a:spcPct val="100000"/>
              </a:lnSpc>
              <a:spcBef>
                <a:spcPts val="500"/>
              </a:spcBef>
              <a:buFont typeface="DM Sans" panose="020B0604020202020204" pitchFamily="34" charset="0"/>
              <a:buChar char="•"/>
              <a:defRPr sz="1800" b="0" i="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DM Sans" panose="020B0604020202020204" pitchFamily="34" charset="0"/>
              <a:buNone/>
              <a:tabLst/>
              <a:defRPr/>
            </a:pPr>
            <a:r>
              <a:rPr kumimoji="0" lang="en-US" sz="2100" b="1" i="0" u="none" strike="noStrike" kern="1200" cap="none" spc="0" normalizeH="0" baseline="0" noProof="0" dirty="0">
                <a:ln>
                  <a:noFill/>
                </a:ln>
                <a:solidFill>
                  <a:srgbClr val="FFFFFF"/>
                </a:solidFill>
                <a:effectLst/>
                <a:uLnTx/>
                <a:uFillTx/>
                <a:latin typeface="+mn-lt"/>
                <a:ea typeface="+mn-ea"/>
                <a:cs typeface="+mn-cs"/>
              </a:rPr>
              <a:t>Purpose</a:t>
            </a:r>
            <a:endParaRPr kumimoji="0" lang="en-US" sz="2000" b="0" i="0" u="none" strike="noStrike" kern="1200" cap="none" spc="0" normalizeH="0" baseline="0" noProof="0" dirty="0">
              <a:ln>
                <a:noFill/>
              </a:ln>
              <a:solidFill>
                <a:srgbClr val="FFFFFF"/>
              </a:solidFill>
              <a:effectLst/>
              <a:uLnTx/>
              <a:uFillTx/>
              <a:latin typeface="+mn-lt"/>
              <a:ea typeface="+mn-ea"/>
              <a:cs typeface="+mn-cs"/>
            </a:endParaRPr>
          </a:p>
          <a:p>
            <a:pPr marL="0" marR="0" lvl="0" indent="0" algn="l" defTabSz="914400" rtl="0" eaLnBrk="1" fontAlgn="auto" latinLnBrk="0" hangingPunct="1">
              <a:lnSpc>
                <a:spcPct val="100000"/>
              </a:lnSpc>
              <a:spcBef>
                <a:spcPts val="1000"/>
              </a:spcBef>
              <a:spcAft>
                <a:spcPts val="0"/>
              </a:spcAft>
              <a:buClrTx/>
              <a:buSzTx/>
              <a:buFont typeface="DM Sans" panose="020B0604020202020204" pitchFamily="34" charset="0"/>
              <a:buNone/>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To drive progress and achievement through human connections.</a:t>
            </a:r>
          </a:p>
          <a:p>
            <a:pPr marL="0" marR="0" lvl="0" indent="0" algn="l" defTabSz="914400" rtl="0" eaLnBrk="1" fontAlgn="auto" latinLnBrk="0" hangingPunct="1">
              <a:lnSpc>
                <a:spcPct val="100000"/>
              </a:lnSpc>
              <a:spcBef>
                <a:spcPts val="1000"/>
              </a:spcBef>
              <a:spcAft>
                <a:spcPts val="0"/>
              </a:spcAft>
              <a:buClrTx/>
              <a:buSzTx/>
              <a:buFont typeface="DM Sans" panose="020B0604020202020204" pitchFamily="34" charset="0"/>
              <a:buNone/>
              <a:tabLst/>
              <a:defRPr/>
            </a:pPr>
            <a:endParaRPr kumimoji="0" lang="en-US" sz="2000" b="0" i="0" u="none" strike="noStrike" kern="1200" cap="none" spc="0" normalizeH="0" baseline="0" noProof="0" dirty="0">
              <a:ln>
                <a:noFill/>
              </a:ln>
              <a:solidFill>
                <a:srgbClr val="FFFFFF"/>
              </a:solidFill>
              <a:effectLst/>
              <a:uLnTx/>
              <a:uFillTx/>
              <a:latin typeface="+mn-lt"/>
              <a:ea typeface="+mn-ea"/>
              <a:cs typeface="+mn-cs"/>
            </a:endParaRPr>
          </a:p>
        </p:txBody>
      </p:sp>
      <p:cxnSp>
        <p:nvCxnSpPr>
          <p:cNvPr id="27" name="Straight Connector 26">
            <a:extLst>
              <a:ext uri="{FF2B5EF4-FFF2-40B4-BE49-F238E27FC236}">
                <a16:creationId xmlns:a16="http://schemas.microsoft.com/office/drawing/2014/main" id="{D9AC16A1-5D55-0420-E358-82CA6748C251}"/>
              </a:ext>
            </a:extLst>
          </p:cNvPr>
          <p:cNvCxnSpPr/>
          <p:nvPr/>
        </p:nvCxnSpPr>
        <p:spPr>
          <a:xfrm>
            <a:off x="4616208" y="3975758"/>
            <a:ext cx="0" cy="1660954"/>
          </a:xfrm>
          <a:prstGeom prst="line">
            <a:avLst/>
          </a:prstGeom>
          <a:noFill/>
          <a:ln w="6350" cap="flat" cmpd="sng" algn="ctr">
            <a:solidFill>
              <a:srgbClr val="FE8DEC">
                <a:lumMod val="75000"/>
              </a:srgbClr>
            </a:solidFill>
            <a:prstDash val="solid"/>
            <a:miter lim="800000"/>
          </a:ln>
          <a:effectLst/>
        </p:spPr>
      </p:cxnSp>
      <p:cxnSp>
        <p:nvCxnSpPr>
          <p:cNvPr id="28" name="Straight Connector 27">
            <a:extLst>
              <a:ext uri="{FF2B5EF4-FFF2-40B4-BE49-F238E27FC236}">
                <a16:creationId xmlns:a16="http://schemas.microsoft.com/office/drawing/2014/main" id="{3E7DF306-F427-62AE-80BD-B8DD21EA29BC}"/>
              </a:ext>
            </a:extLst>
          </p:cNvPr>
          <p:cNvCxnSpPr/>
          <p:nvPr/>
        </p:nvCxnSpPr>
        <p:spPr>
          <a:xfrm>
            <a:off x="7875063" y="3975758"/>
            <a:ext cx="0" cy="1660954"/>
          </a:xfrm>
          <a:prstGeom prst="line">
            <a:avLst/>
          </a:prstGeom>
          <a:noFill/>
          <a:ln w="6350" cap="flat" cmpd="sng" algn="ctr">
            <a:solidFill>
              <a:srgbClr val="FE8DEC">
                <a:lumMod val="75000"/>
              </a:srgbClr>
            </a:solidFill>
            <a:prstDash val="solid"/>
            <a:miter lim="800000"/>
          </a:ln>
          <a:effectLst/>
        </p:spPr>
      </p:cxnSp>
      <p:cxnSp>
        <p:nvCxnSpPr>
          <p:cNvPr id="10" name="Straight Connector 9">
            <a:extLst>
              <a:ext uri="{FF2B5EF4-FFF2-40B4-BE49-F238E27FC236}">
                <a16:creationId xmlns:a16="http://schemas.microsoft.com/office/drawing/2014/main" id="{3D5559DE-47A7-49F0-F92F-580833D1BC32}"/>
              </a:ext>
            </a:extLst>
          </p:cNvPr>
          <p:cNvCxnSpPr/>
          <p:nvPr/>
        </p:nvCxnSpPr>
        <p:spPr>
          <a:xfrm>
            <a:off x="7875063" y="3975758"/>
            <a:ext cx="0" cy="1660954"/>
          </a:xfrm>
          <a:prstGeom prst="line">
            <a:avLst/>
          </a:prstGeom>
          <a:noFill/>
          <a:ln w="6350" cap="flat" cmpd="sng" algn="ctr">
            <a:solidFill>
              <a:srgbClr val="FE8DEC">
                <a:lumMod val="75000"/>
              </a:srgbClr>
            </a:solidFill>
            <a:prstDash val="solid"/>
            <a:miter lim="800000"/>
          </a:ln>
          <a:effectLst/>
        </p:spPr>
      </p:cxnSp>
      <p:sp>
        <p:nvSpPr>
          <p:cNvPr id="3" name="TextBox 2">
            <a:extLst>
              <a:ext uri="{FF2B5EF4-FFF2-40B4-BE49-F238E27FC236}">
                <a16:creationId xmlns:a16="http://schemas.microsoft.com/office/drawing/2014/main" id="{37E63DA6-30F5-99DA-C3D2-7B92B012BF25}"/>
              </a:ext>
            </a:extLst>
          </p:cNvPr>
          <p:cNvSpPr txBox="1"/>
          <p:nvPr userDrawn="1"/>
        </p:nvSpPr>
        <p:spPr>
          <a:xfrm>
            <a:off x="739589" y="928167"/>
            <a:ext cx="10555941" cy="923330"/>
          </a:xfrm>
          <a:prstGeom prst="rect">
            <a:avLst/>
          </a:prstGeom>
          <a:noFill/>
        </p:spPr>
        <p:txBody>
          <a:bodyPr wrap="square" rtlCol="0">
            <a:spAutoFit/>
          </a:bodyPr>
          <a:lstStyle/>
          <a:p>
            <a:pPr algn="ctr"/>
            <a:r>
              <a:rPr lang="en-CA" sz="3600" b="1" dirty="0">
                <a:solidFill>
                  <a:srgbClr val="FE8DEC">
                    <a:lumMod val="75000"/>
                  </a:srgbClr>
                </a:solidFill>
                <a:latin typeface="+mj-lt"/>
              </a:rPr>
              <a:t>The Extreme Advantage</a:t>
            </a:r>
          </a:p>
          <a:p>
            <a:pPr>
              <a:defRPr/>
            </a:pPr>
            <a:endParaRPr lang="en-US" dirty="0">
              <a:solidFill>
                <a:srgbClr val="FFFFFF"/>
              </a:solidFill>
              <a:latin typeface="+mj-lt"/>
            </a:endParaRPr>
          </a:p>
        </p:txBody>
      </p:sp>
      <p:sp>
        <p:nvSpPr>
          <p:cNvPr id="5" name="TextBox 4">
            <a:extLst>
              <a:ext uri="{FF2B5EF4-FFF2-40B4-BE49-F238E27FC236}">
                <a16:creationId xmlns:a16="http://schemas.microsoft.com/office/drawing/2014/main" id="{0B105211-89EC-48C4-09A1-426C015565C6}"/>
              </a:ext>
            </a:extLst>
          </p:cNvPr>
          <p:cNvSpPr txBox="1"/>
          <p:nvPr userDrawn="1"/>
        </p:nvSpPr>
        <p:spPr>
          <a:xfrm>
            <a:off x="1603885" y="1707647"/>
            <a:ext cx="9206077" cy="1908215"/>
          </a:xfrm>
          <a:prstGeom prst="rect">
            <a:avLst/>
          </a:prstGeom>
          <a:noFill/>
        </p:spPr>
        <p:txBody>
          <a:bodyPr wrap="square" rtlCol="0">
            <a:spAutoFit/>
          </a:bodyPr>
          <a:lstStyle/>
          <a:p>
            <a:pPr algn="ctr"/>
            <a:r>
              <a:rPr lang="en-US" sz="2000" dirty="0">
                <a:solidFill>
                  <a:srgbClr val="FFFFFF"/>
                </a:solidFill>
                <a:latin typeface="+mn-lt"/>
              </a:rPr>
              <a:t>Faced with increasing networking complexity and security threats, organizations need simple, cost-effective solutions that anticipate issues and optimize investments. Our agile, AI-powered, cloud-driven solutions help meet current challenges and prepare for future growth by delivering reliability, simplicity, innovation, and value.</a:t>
            </a:r>
          </a:p>
          <a:p>
            <a:pPr>
              <a:defRPr/>
            </a:pPr>
            <a:endParaRPr lang="en-US" dirty="0">
              <a:solidFill>
                <a:srgbClr val="FFFFFF"/>
              </a:solidFill>
              <a:latin typeface="+mn-lt"/>
            </a:endParaRPr>
          </a:p>
        </p:txBody>
      </p:sp>
      <p:sp>
        <p:nvSpPr>
          <p:cNvPr id="6" name="Content Placeholder 2">
            <a:extLst>
              <a:ext uri="{FF2B5EF4-FFF2-40B4-BE49-F238E27FC236}">
                <a16:creationId xmlns:a16="http://schemas.microsoft.com/office/drawing/2014/main" id="{0550CBE9-C2E2-150E-BE6E-C8D9D1A887E4}"/>
              </a:ext>
            </a:extLst>
          </p:cNvPr>
          <p:cNvSpPr txBox="1">
            <a:spLocks/>
          </p:cNvSpPr>
          <p:nvPr userDrawn="1"/>
        </p:nvSpPr>
        <p:spPr>
          <a:xfrm>
            <a:off x="2381172" y="3975758"/>
            <a:ext cx="2231721" cy="2231735"/>
          </a:xfrm>
          <a:prstGeom prst="rect">
            <a:avLst/>
          </a:prstGeom>
        </p:spPr>
        <p:txBody>
          <a:bodyPr vert="horz" lIns="0" tIns="0" rIns="0" bIns="0" rtlCol="0" anchor="t">
            <a:normAutofit/>
          </a:bodyPr>
          <a:lstStyle>
            <a:lvl1pPr marL="0" indent="0" algn="l" defTabSz="914400" rtl="0" eaLnBrk="1" latinLnBrk="0" hangingPunct="1">
              <a:lnSpc>
                <a:spcPct val="100000"/>
              </a:lnSpc>
              <a:spcBef>
                <a:spcPts val="1000"/>
              </a:spcBef>
              <a:buFont typeface="DM Sans" panose="020B0604020202020204" pitchFamily="34" charset="0"/>
              <a:buNone/>
              <a:defRPr sz="2000" b="0" i="0" kern="1200">
                <a:solidFill>
                  <a:schemeClr val="tx1"/>
                </a:solidFill>
                <a:latin typeface="Montserrat" pitchFamily="2" charset="77"/>
                <a:ea typeface="+mn-ea"/>
                <a:cs typeface="+mn-cs"/>
              </a:defRPr>
            </a:lvl1pPr>
            <a:lvl2pPr marL="685800" indent="-228600" algn="l" defTabSz="914400" rtl="0" eaLnBrk="1" latinLnBrk="0" hangingPunct="1">
              <a:lnSpc>
                <a:spcPct val="100000"/>
              </a:lnSpc>
              <a:spcBef>
                <a:spcPts val="500"/>
              </a:spcBef>
              <a:buFont typeface="DM Sans" panose="020B0604020202020204" pitchFamily="34" charset="0"/>
              <a:buChar char="•"/>
              <a:defRPr sz="2000" b="0" i="0" kern="1200">
                <a:solidFill>
                  <a:schemeClr val="tx1"/>
                </a:solidFill>
                <a:latin typeface="Montserrat" pitchFamily="2" charset="77"/>
                <a:ea typeface="+mn-ea"/>
                <a:cs typeface="+mn-cs"/>
              </a:defRPr>
            </a:lvl2pPr>
            <a:lvl3pPr marL="1143000" indent="-228600" algn="l" defTabSz="914400" rtl="0" eaLnBrk="1" latinLnBrk="0" hangingPunct="1">
              <a:lnSpc>
                <a:spcPct val="100000"/>
              </a:lnSpc>
              <a:spcBef>
                <a:spcPts val="500"/>
              </a:spcBef>
              <a:buFont typeface="DM Sans"/>
              <a:buChar char="-"/>
              <a:defRPr sz="2000" b="0" i="0" kern="1200">
                <a:solidFill>
                  <a:schemeClr val="tx1"/>
                </a:solidFill>
                <a:latin typeface="Montserrat" pitchFamily="2" charset="77"/>
                <a:ea typeface="+mn-ea"/>
                <a:cs typeface="+mn-cs"/>
              </a:defRPr>
            </a:lvl3pPr>
            <a:lvl4pPr marL="1600200" indent="-228600" algn="l" defTabSz="914400" rtl="0" eaLnBrk="1" latinLnBrk="0" hangingPunct="1">
              <a:lnSpc>
                <a:spcPct val="100000"/>
              </a:lnSpc>
              <a:spcBef>
                <a:spcPts val="500"/>
              </a:spcBef>
              <a:buFont typeface="DM Sans"/>
              <a:buChar char="-"/>
              <a:defRPr sz="1800" b="0" i="0" kern="1200">
                <a:solidFill>
                  <a:schemeClr val="tx1"/>
                </a:solidFill>
                <a:latin typeface="Montserrat" pitchFamily="2" charset="77"/>
                <a:ea typeface="+mn-ea"/>
                <a:cs typeface="+mn-cs"/>
              </a:defRPr>
            </a:lvl4pPr>
            <a:lvl5pPr marL="2057400" indent="-228600" algn="l" defTabSz="914400" rtl="0" eaLnBrk="1" latinLnBrk="0" hangingPunct="1">
              <a:lnSpc>
                <a:spcPct val="100000"/>
              </a:lnSpc>
              <a:spcBef>
                <a:spcPts val="500"/>
              </a:spcBef>
              <a:buFont typeface="DM Sans" panose="020B0604020202020204" pitchFamily="34" charset="0"/>
              <a:buChar char="•"/>
              <a:defRPr sz="1800" b="0" i="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DM Sans" panose="020B0604020202020204" pitchFamily="34" charset="0"/>
              <a:buNone/>
              <a:tabLst/>
              <a:defRPr/>
            </a:pPr>
            <a:r>
              <a:rPr kumimoji="0" lang="en-US" sz="2100" b="1" i="0" u="none" strike="noStrike" kern="1200" cap="none" spc="0" normalizeH="0" baseline="0" noProof="0" dirty="0">
                <a:ln>
                  <a:noFill/>
                </a:ln>
                <a:solidFill>
                  <a:srgbClr val="FFFFFF"/>
                </a:solidFill>
                <a:effectLst/>
                <a:uLnTx/>
                <a:uFillTx/>
                <a:latin typeface="+mn-lt"/>
                <a:ea typeface="+mn-ea"/>
                <a:cs typeface="+mn-cs"/>
              </a:rPr>
              <a:t>Our Vision</a:t>
            </a:r>
            <a:endParaRPr kumimoji="0" lang="en-US" sz="2000" b="0" i="0" u="none" strike="noStrike" kern="1200" cap="none" spc="0" normalizeH="0" baseline="0" noProof="0" dirty="0">
              <a:ln>
                <a:noFill/>
              </a:ln>
              <a:solidFill>
                <a:srgbClr val="FFFFFF"/>
              </a:solidFill>
              <a:effectLst/>
              <a:uLnTx/>
              <a:uFillTx/>
              <a:latin typeface="+mn-lt"/>
              <a:ea typeface="+mn-ea"/>
              <a:cs typeface="+mn-cs"/>
            </a:endParaRPr>
          </a:p>
          <a:p>
            <a:pPr marL="0" marR="0" lvl="0" indent="0" algn="l" defTabSz="914400" rtl="0" eaLnBrk="1" fontAlgn="auto" latinLnBrk="0" hangingPunct="1">
              <a:lnSpc>
                <a:spcPct val="100000"/>
              </a:lnSpc>
              <a:spcBef>
                <a:spcPts val="1000"/>
              </a:spcBef>
              <a:spcAft>
                <a:spcPts val="0"/>
              </a:spcAft>
              <a:buClrTx/>
              <a:buSzTx/>
              <a:buFont typeface="DM Sans" panose="020B0604020202020204" pitchFamily="34" charset="0"/>
              <a:buNone/>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To enhance human experiences by fueling innovation with connectivity.</a:t>
            </a:r>
          </a:p>
          <a:p>
            <a:pPr marL="0" marR="0" lvl="0" indent="0" algn="l" defTabSz="914400" rtl="0" eaLnBrk="1" fontAlgn="auto" latinLnBrk="0" hangingPunct="1">
              <a:lnSpc>
                <a:spcPct val="100000"/>
              </a:lnSpc>
              <a:spcBef>
                <a:spcPts val="1000"/>
              </a:spcBef>
              <a:spcAft>
                <a:spcPts val="0"/>
              </a:spcAft>
              <a:buClrTx/>
              <a:buSzTx/>
              <a:buFont typeface="DM Sans" panose="020B0604020202020204" pitchFamily="34" charset="0"/>
              <a:buNone/>
              <a:tabLst/>
              <a:defRPr/>
            </a:pPr>
            <a:endParaRPr kumimoji="0" lang="en-US" sz="2000" b="0" i="0" u="none" strike="noStrike" kern="1200" cap="none" spc="0" normalizeH="0" baseline="0" noProof="0" dirty="0">
              <a:ln>
                <a:noFill/>
              </a:ln>
              <a:solidFill>
                <a:srgbClr val="FFFFFF"/>
              </a:solidFill>
              <a:effectLst/>
              <a:uLnTx/>
              <a:uFillTx/>
              <a:latin typeface="+mn-lt"/>
              <a:ea typeface="+mn-ea"/>
              <a:cs typeface="+mn-cs"/>
            </a:endParaRPr>
          </a:p>
        </p:txBody>
      </p:sp>
      <p:sp>
        <p:nvSpPr>
          <p:cNvPr id="7" name="Content Placeholder 2">
            <a:extLst>
              <a:ext uri="{FF2B5EF4-FFF2-40B4-BE49-F238E27FC236}">
                <a16:creationId xmlns:a16="http://schemas.microsoft.com/office/drawing/2014/main" id="{4F892C0D-9AA6-14B9-2911-70B2067A3182}"/>
              </a:ext>
            </a:extLst>
          </p:cNvPr>
          <p:cNvSpPr txBox="1">
            <a:spLocks/>
          </p:cNvSpPr>
          <p:nvPr userDrawn="1"/>
        </p:nvSpPr>
        <p:spPr>
          <a:xfrm>
            <a:off x="5251490" y="3975758"/>
            <a:ext cx="2433459" cy="2958244"/>
          </a:xfrm>
          <a:prstGeom prst="rect">
            <a:avLst/>
          </a:prstGeom>
        </p:spPr>
        <p:txBody>
          <a:bodyPr vert="horz" lIns="0" tIns="0" rIns="0" bIns="0" rtlCol="0" anchor="t">
            <a:normAutofit/>
          </a:bodyPr>
          <a:lstStyle>
            <a:lvl1pPr marL="0" indent="0" algn="l" defTabSz="914400" rtl="0" eaLnBrk="1" latinLnBrk="0" hangingPunct="1">
              <a:lnSpc>
                <a:spcPct val="100000"/>
              </a:lnSpc>
              <a:spcBef>
                <a:spcPts val="1000"/>
              </a:spcBef>
              <a:buFont typeface="DM Sans" panose="020B0604020202020204" pitchFamily="34" charset="0"/>
              <a:buNone/>
              <a:defRPr sz="2000" b="0" i="0" kern="1200">
                <a:solidFill>
                  <a:schemeClr val="tx1"/>
                </a:solidFill>
                <a:latin typeface="Montserrat" pitchFamily="2" charset="77"/>
                <a:ea typeface="+mn-ea"/>
                <a:cs typeface="+mn-cs"/>
              </a:defRPr>
            </a:lvl1pPr>
            <a:lvl2pPr marL="685800" indent="-228600" algn="l" defTabSz="914400" rtl="0" eaLnBrk="1" latinLnBrk="0" hangingPunct="1">
              <a:lnSpc>
                <a:spcPct val="100000"/>
              </a:lnSpc>
              <a:spcBef>
                <a:spcPts val="500"/>
              </a:spcBef>
              <a:buFont typeface="DM Sans" panose="020B0604020202020204" pitchFamily="34" charset="0"/>
              <a:buChar char="•"/>
              <a:defRPr sz="2000" b="0" i="0" kern="1200">
                <a:solidFill>
                  <a:schemeClr val="tx1"/>
                </a:solidFill>
                <a:latin typeface="Montserrat" pitchFamily="2" charset="77"/>
                <a:ea typeface="+mn-ea"/>
                <a:cs typeface="+mn-cs"/>
              </a:defRPr>
            </a:lvl2pPr>
            <a:lvl3pPr marL="1143000" indent="-228600" algn="l" defTabSz="914400" rtl="0" eaLnBrk="1" latinLnBrk="0" hangingPunct="1">
              <a:lnSpc>
                <a:spcPct val="100000"/>
              </a:lnSpc>
              <a:spcBef>
                <a:spcPts val="500"/>
              </a:spcBef>
              <a:buFont typeface="DM Sans"/>
              <a:buChar char="-"/>
              <a:defRPr sz="2000" b="0" i="0" kern="1200">
                <a:solidFill>
                  <a:schemeClr val="tx1"/>
                </a:solidFill>
                <a:latin typeface="Montserrat" pitchFamily="2" charset="77"/>
                <a:ea typeface="+mn-ea"/>
                <a:cs typeface="+mn-cs"/>
              </a:defRPr>
            </a:lvl3pPr>
            <a:lvl4pPr marL="1600200" indent="-228600" algn="l" defTabSz="914400" rtl="0" eaLnBrk="1" latinLnBrk="0" hangingPunct="1">
              <a:lnSpc>
                <a:spcPct val="100000"/>
              </a:lnSpc>
              <a:spcBef>
                <a:spcPts val="500"/>
              </a:spcBef>
              <a:buFont typeface="DM Sans"/>
              <a:buChar char="-"/>
              <a:defRPr sz="1800" b="0" i="0" kern="1200">
                <a:solidFill>
                  <a:schemeClr val="tx1"/>
                </a:solidFill>
                <a:latin typeface="Montserrat" pitchFamily="2" charset="77"/>
                <a:ea typeface="+mn-ea"/>
                <a:cs typeface="+mn-cs"/>
              </a:defRPr>
            </a:lvl4pPr>
            <a:lvl5pPr marL="2057400" indent="-228600" algn="l" defTabSz="914400" rtl="0" eaLnBrk="1" latinLnBrk="0" hangingPunct="1">
              <a:lnSpc>
                <a:spcPct val="100000"/>
              </a:lnSpc>
              <a:spcBef>
                <a:spcPts val="500"/>
              </a:spcBef>
              <a:buFont typeface="DM Sans" panose="020B0604020202020204" pitchFamily="34" charset="0"/>
              <a:buChar char="•"/>
              <a:defRPr sz="1800" b="0" i="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DM Sans" panose="020B0604020202020204" pitchFamily="34" charset="0"/>
              <a:buNone/>
              <a:tabLst/>
              <a:defRPr/>
            </a:pPr>
            <a:r>
              <a:rPr kumimoji="0" lang="en-US" sz="2100" b="1" i="0" u="none" strike="noStrike" kern="1200" cap="none" spc="0" normalizeH="0" baseline="0" noProof="0" dirty="0">
                <a:ln>
                  <a:noFill/>
                </a:ln>
                <a:solidFill>
                  <a:srgbClr val="FFFFFF"/>
                </a:solidFill>
                <a:effectLst/>
                <a:uLnTx/>
                <a:uFillTx/>
                <a:latin typeface="+mn-lt"/>
                <a:ea typeface="+mn-ea"/>
                <a:cs typeface="+mn-cs"/>
              </a:rPr>
              <a:t>Our Mission</a:t>
            </a:r>
            <a:endParaRPr kumimoji="0" lang="en-US" sz="2000" b="0" i="0" u="none" strike="noStrike" kern="1200" cap="none" spc="0" normalizeH="0" baseline="0" noProof="0" dirty="0">
              <a:ln>
                <a:noFill/>
              </a:ln>
              <a:solidFill>
                <a:srgbClr val="FFFFFF"/>
              </a:solidFill>
              <a:effectLst/>
              <a:uLnTx/>
              <a:uFillTx/>
              <a:latin typeface="+mn-lt"/>
              <a:ea typeface="+mn-ea"/>
              <a:cs typeface="+mn-cs"/>
            </a:endParaRPr>
          </a:p>
          <a:p>
            <a:pPr marL="0" marR="0" lvl="0" indent="0" algn="l" defTabSz="914400" rtl="0" eaLnBrk="1" fontAlgn="auto" latinLnBrk="0" hangingPunct="1">
              <a:lnSpc>
                <a:spcPct val="100000"/>
              </a:lnSpc>
              <a:spcBef>
                <a:spcPts val="1000"/>
              </a:spcBef>
              <a:spcAft>
                <a:spcPts val="0"/>
              </a:spcAft>
              <a:buClrTx/>
              <a:buSzTx/>
              <a:buFont typeface="DM Sans" panose="020B0604020202020204" pitchFamily="34" charset="0"/>
              <a:buNone/>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To empower organizations with new ways to simply, securely connect with Extreme’s intelligent technology platform.</a:t>
            </a:r>
          </a:p>
        </p:txBody>
      </p:sp>
      <p:sp>
        <p:nvSpPr>
          <p:cNvPr id="8" name="Content Placeholder 2">
            <a:extLst>
              <a:ext uri="{FF2B5EF4-FFF2-40B4-BE49-F238E27FC236}">
                <a16:creationId xmlns:a16="http://schemas.microsoft.com/office/drawing/2014/main" id="{E0544273-6679-9215-01F9-48FF6169D644}"/>
              </a:ext>
            </a:extLst>
          </p:cNvPr>
          <p:cNvSpPr txBox="1">
            <a:spLocks/>
          </p:cNvSpPr>
          <p:nvPr userDrawn="1"/>
        </p:nvSpPr>
        <p:spPr>
          <a:xfrm>
            <a:off x="8414082" y="3975758"/>
            <a:ext cx="2132834" cy="1954075"/>
          </a:xfrm>
          <a:prstGeom prst="rect">
            <a:avLst/>
          </a:prstGeom>
        </p:spPr>
        <p:txBody>
          <a:bodyPr vert="horz" lIns="0" tIns="0" rIns="0" bIns="0" rtlCol="0" anchor="t">
            <a:normAutofit/>
          </a:bodyPr>
          <a:lstStyle>
            <a:lvl1pPr marL="0" indent="0" algn="l" defTabSz="914400" rtl="0" eaLnBrk="1" latinLnBrk="0" hangingPunct="1">
              <a:lnSpc>
                <a:spcPct val="100000"/>
              </a:lnSpc>
              <a:spcBef>
                <a:spcPts val="1000"/>
              </a:spcBef>
              <a:buFont typeface="DM Sans" panose="020B0604020202020204" pitchFamily="34" charset="0"/>
              <a:buNone/>
              <a:defRPr sz="2000" b="0" i="0" kern="1200">
                <a:solidFill>
                  <a:schemeClr val="tx1"/>
                </a:solidFill>
                <a:latin typeface="Montserrat" pitchFamily="2" charset="77"/>
                <a:ea typeface="+mn-ea"/>
                <a:cs typeface="+mn-cs"/>
              </a:defRPr>
            </a:lvl1pPr>
            <a:lvl2pPr marL="685800" indent="-228600" algn="l" defTabSz="914400" rtl="0" eaLnBrk="1" latinLnBrk="0" hangingPunct="1">
              <a:lnSpc>
                <a:spcPct val="100000"/>
              </a:lnSpc>
              <a:spcBef>
                <a:spcPts val="500"/>
              </a:spcBef>
              <a:buFont typeface="DM Sans" panose="020B0604020202020204" pitchFamily="34" charset="0"/>
              <a:buChar char="•"/>
              <a:defRPr sz="2000" b="0" i="0" kern="1200">
                <a:solidFill>
                  <a:schemeClr val="tx1"/>
                </a:solidFill>
                <a:latin typeface="Montserrat" pitchFamily="2" charset="77"/>
                <a:ea typeface="+mn-ea"/>
                <a:cs typeface="+mn-cs"/>
              </a:defRPr>
            </a:lvl2pPr>
            <a:lvl3pPr marL="1143000" indent="-228600" algn="l" defTabSz="914400" rtl="0" eaLnBrk="1" latinLnBrk="0" hangingPunct="1">
              <a:lnSpc>
                <a:spcPct val="100000"/>
              </a:lnSpc>
              <a:spcBef>
                <a:spcPts val="500"/>
              </a:spcBef>
              <a:buFont typeface="DM Sans"/>
              <a:buChar char="-"/>
              <a:defRPr sz="2000" b="0" i="0" kern="1200">
                <a:solidFill>
                  <a:schemeClr val="tx1"/>
                </a:solidFill>
                <a:latin typeface="Montserrat" pitchFamily="2" charset="77"/>
                <a:ea typeface="+mn-ea"/>
                <a:cs typeface="+mn-cs"/>
              </a:defRPr>
            </a:lvl3pPr>
            <a:lvl4pPr marL="1600200" indent="-228600" algn="l" defTabSz="914400" rtl="0" eaLnBrk="1" latinLnBrk="0" hangingPunct="1">
              <a:lnSpc>
                <a:spcPct val="100000"/>
              </a:lnSpc>
              <a:spcBef>
                <a:spcPts val="500"/>
              </a:spcBef>
              <a:buFont typeface="DM Sans"/>
              <a:buChar char="-"/>
              <a:defRPr sz="1800" b="0" i="0" kern="1200">
                <a:solidFill>
                  <a:schemeClr val="tx1"/>
                </a:solidFill>
                <a:latin typeface="Montserrat" pitchFamily="2" charset="77"/>
                <a:ea typeface="+mn-ea"/>
                <a:cs typeface="+mn-cs"/>
              </a:defRPr>
            </a:lvl4pPr>
            <a:lvl5pPr marL="2057400" indent="-228600" algn="l" defTabSz="914400" rtl="0" eaLnBrk="1" latinLnBrk="0" hangingPunct="1">
              <a:lnSpc>
                <a:spcPct val="100000"/>
              </a:lnSpc>
              <a:spcBef>
                <a:spcPts val="500"/>
              </a:spcBef>
              <a:buFont typeface="DM Sans" panose="020B0604020202020204" pitchFamily="34" charset="0"/>
              <a:buChar char="•"/>
              <a:defRPr sz="1800" b="0" i="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DM Sans" panose="020B0604020202020204" pitchFamily="34" charset="0"/>
              <a:buNone/>
              <a:tabLst/>
              <a:defRPr/>
            </a:pPr>
            <a:r>
              <a:rPr kumimoji="0" lang="en-US" sz="2100" b="1" i="0" u="none" strike="noStrike" kern="1200" cap="none" spc="0" normalizeH="0" baseline="0" noProof="0" dirty="0">
                <a:ln>
                  <a:noFill/>
                </a:ln>
                <a:solidFill>
                  <a:srgbClr val="FFFFFF"/>
                </a:solidFill>
                <a:effectLst/>
                <a:uLnTx/>
                <a:uFillTx/>
                <a:latin typeface="+mn-lt"/>
                <a:ea typeface="+mn-ea"/>
                <a:cs typeface="+mn-cs"/>
              </a:rPr>
              <a:t>Purpose</a:t>
            </a:r>
            <a:endParaRPr kumimoji="0" lang="en-US" sz="2000" b="0" i="0" u="none" strike="noStrike" kern="1200" cap="none" spc="0" normalizeH="0" baseline="0" noProof="0" dirty="0">
              <a:ln>
                <a:noFill/>
              </a:ln>
              <a:solidFill>
                <a:srgbClr val="FFFFFF"/>
              </a:solidFill>
              <a:effectLst/>
              <a:uLnTx/>
              <a:uFillTx/>
              <a:latin typeface="+mn-lt"/>
              <a:ea typeface="+mn-ea"/>
              <a:cs typeface="+mn-cs"/>
            </a:endParaRPr>
          </a:p>
          <a:p>
            <a:pPr marL="0" marR="0" lvl="0" indent="0" algn="l" defTabSz="914400" rtl="0" eaLnBrk="1" fontAlgn="auto" latinLnBrk="0" hangingPunct="1">
              <a:lnSpc>
                <a:spcPct val="100000"/>
              </a:lnSpc>
              <a:spcBef>
                <a:spcPts val="1000"/>
              </a:spcBef>
              <a:spcAft>
                <a:spcPts val="0"/>
              </a:spcAft>
              <a:buClrTx/>
              <a:buSzTx/>
              <a:buFont typeface="DM Sans" panose="020B0604020202020204" pitchFamily="34" charset="0"/>
              <a:buNone/>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To drive progress and achievement through human connections.</a:t>
            </a:r>
          </a:p>
          <a:p>
            <a:pPr marL="0" marR="0" lvl="0" indent="0" algn="l" defTabSz="914400" rtl="0" eaLnBrk="1" fontAlgn="auto" latinLnBrk="0" hangingPunct="1">
              <a:lnSpc>
                <a:spcPct val="100000"/>
              </a:lnSpc>
              <a:spcBef>
                <a:spcPts val="1000"/>
              </a:spcBef>
              <a:spcAft>
                <a:spcPts val="0"/>
              </a:spcAft>
              <a:buClrTx/>
              <a:buSzTx/>
              <a:buFont typeface="DM Sans" panose="020B0604020202020204" pitchFamily="34" charset="0"/>
              <a:buNone/>
              <a:tabLst/>
              <a:defRPr/>
            </a:pPr>
            <a:endParaRPr kumimoji="0" lang="en-US" sz="2000" b="0" i="0" u="none" strike="noStrike" kern="1200" cap="none" spc="0" normalizeH="0" baseline="0" noProof="0" dirty="0">
              <a:ln>
                <a:noFill/>
              </a:ln>
              <a:solidFill>
                <a:srgbClr val="FFFFFF"/>
              </a:solidFill>
              <a:effectLst/>
              <a:uLnTx/>
              <a:uFillTx/>
              <a:latin typeface="+mn-lt"/>
              <a:ea typeface="+mn-ea"/>
              <a:cs typeface="+mn-cs"/>
            </a:endParaRPr>
          </a:p>
        </p:txBody>
      </p:sp>
    </p:spTree>
    <p:extLst>
      <p:ext uri="{BB962C8B-B14F-4D97-AF65-F5344CB8AC3E}">
        <p14:creationId xmlns:p14="http://schemas.microsoft.com/office/powerpoint/2010/main" val="325870114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2" grpId="0"/>
      <p:bldP spid="3" grpId="0"/>
      <p:bldP spid="5" grpId="0"/>
    </p:bldLst>
  </p:timing>
  <p:hf hdr="0" ftr="0" dt="0"/>
  <p:extLst>
    <p:ext uri="{DCECCB84-F9BA-43D5-87BE-67443E8EF086}">
      <p15:sldGuideLst xmlns:p15="http://schemas.microsoft.com/office/powerpoint/2012/main">
        <p15:guide id="1" orient="horz" pos="2160">
          <p15:clr>
            <a:srgbClr val="FBAE40"/>
          </p15:clr>
        </p15:guide>
        <p15:guide id="2" pos="3840">
          <p15:clr>
            <a:srgbClr val="FBAE40"/>
          </p15:clr>
        </p15:guide>
        <p15:guide id="3" pos="480">
          <p15:clr>
            <a:srgbClr val="FBAE40"/>
          </p15:clr>
        </p15:guide>
        <p15:guide id="4" pos="72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1">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797B692-BB02-D3B5-2BFF-19E815EAD02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17A57C70-AF72-059E-B341-B3673E314E41}"/>
              </a:ext>
            </a:extLst>
          </p:cNvPr>
          <p:cNvSpPr>
            <a:spLocks noGrp="1"/>
          </p:cNvSpPr>
          <p:nvPr>
            <p:ph type="title" hasCustomPrompt="1"/>
          </p:nvPr>
        </p:nvSpPr>
        <p:spPr>
          <a:xfrm>
            <a:off x="408125" y="2464905"/>
            <a:ext cx="8415131" cy="1696451"/>
          </a:xfrm>
        </p:spPr>
        <p:txBody>
          <a:bodyPr lIns="0" tIns="0" rIns="0" bIns="0" anchor="ctr">
            <a:noAutofit/>
          </a:bodyPr>
          <a:lstStyle>
            <a:lvl1pPr>
              <a:lnSpc>
                <a:spcPct val="90000"/>
              </a:lnSpc>
              <a:defRPr sz="5000" b="1" i="0">
                <a:latin typeface="+mj-lt"/>
              </a:defRPr>
            </a:lvl1pPr>
          </a:lstStyle>
          <a:p>
            <a:r>
              <a:rPr lang="en-US" dirty="0"/>
              <a:t>Title lorem ipsum dolor</a:t>
            </a:r>
          </a:p>
        </p:txBody>
      </p:sp>
      <p:pic>
        <p:nvPicPr>
          <p:cNvPr id="11" name="Graphic 10">
            <a:extLst>
              <a:ext uri="{FF2B5EF4-FFF2-40B4-BE49-F238E27FC236}">
                <a16:creationId xmlns:a16="http://schemas.microsoft.com/office/drawing/2014/main" id="{3A796EBE-B2D0-5C11-1F6A-ED0B98A8D0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30156" y="350611"/>
            <a:ext cx="1793495" cy="439914"/>
          </a:xfrm>
          <a:prstGeom prst="rect">
            <a:avLst/>
          </a:prstGeom>
        </p:spPr>
      </p:pic>
      <p:sp>
        <p:nvSpPr>
          <p:cNvPr id="4" name="TextBox 3">
            <a:extLst>
              <a:ext uri="{FF2B5EF4-FFF2-40B4-BE49-F238E27FC236}">
                <a16:creationId xmlns:a16="http://schemas.microsoft.com/office/drawing/2014/main" id="{B2D1003B-B35B-0AAF-BA2C-C9E5744BF4D3}"/>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
        <p:nvSpPr>
          <p:cNvPr id="5" name="TextBox 4">
            <a:extLst>
              <a:ext uri="{FF2B5EF4-FFF2-40B4-BE49-F238E27FC236}">
                <a16:creationId xmlns:a16="http://schemas.microsoft.com/office/drawing/2014/main" id="{AB677EF0-7BCF-8461-DAFE-B6049B8C8CC9}"/>
              </a:ext>
            </a:extLst>
          </p:cNvPr>
          <p:cNvSpPr txBox="1"/>
          <p:nvPr userDrawn="1"/>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tx1"/>
                </a:solidFill>
                <a:latin typeface="+mn-lt"/>
              </a:rPr>
              <a:t>‹#›</a:t>
            </a:fld>
            <a:endParaRPr lang="en-US" sz="800" b="1" i="0" dirty="0">
              <a:solidFill>
                <a:schemeClr val="tx1"/>
              </a:solidFill>
              <a:latin typeface="+mn-lt"/>
            </a:endParaRPr>
          </a:p>
        </p:txBody>
      </p:sp>
    </p:spTree>
    <p:extLst>
      <p:ext uri="{BB962C8B-B14F-4D97-AF65-F5344CB8AC3E}">
        <p14:creationId xmlns:p14="http://schemas.microsoft.com/office/powerpoint/2010/main" val="1728883414"/>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2">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9937FFB-C174-57C8-67ED-5CB956F5B83B}"/>
              </a:ext>
            </a:extLst>
          </p:cNvPr>
          <p:cNvPicPr>
            <a:picLocks noGrp="1" noRo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rcRect l="5756" b="5756"/>
          <a:stretch>
            <a:fillRect/>
          </a:stretch>
        </p:blipFill>
        <p:spPr>
          <a:xfrm>
            <a:off x="0" y="0"/>
            <a:ext cx="12192000" cy="6858000"/>
          </a:xfrm>
          <a:prstGeom prst="rect">
            <a:avLst/>
          </a:prstGeom>
        </p:spPr>
      </p:pic>
      <p:pic>
        <p:nvPicPr>
          <p:cNvPr id="11" name="Graphic 10">
            <a:extLst>
              <a:ext uri="{FF2B5EF4-FFF2-40B4-BE49-F238E27FC236}">
                <a16:creationId xmlns:a16="http://schemas.microsoft.com/office/drawing/2014/main" id="{3A796EBE-B2D0-5C11-1F6A-ED0B98A8D06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030156" y="350611"/>
            <a:ext cx="1793495" cy="439914"/>
          </a:xfrm>
          <a:prstGeom prst="rect">
            <a:avLst/>
          </a:prstGeom>
        </p:spPr>
      </p:pic>
      <p:sp>
        <p:nvSpPr>
          <p:cNvPr id="3" name="Title 1">
            <a:extLst>
              <a:ext uri="{FF2B5EF4-FFF2-40B4-BE49-F238E27FC236}">
                <a16:creationId xmlns:a16="http://schemas.microsoft.com/office/drawing/2014/main" id="{53B4EE03-87B8-8009-3C04-AD281A8BF192}"/>
              </a:ext>
            </a:extLst>
          </p:cNvPr>
          <p:cNvSpPr>
            <a:spLocks noGrp="1"/>
          </p:cNvSpPr>
          <p:nvPr>
            <p:ph type="title" hasCustomPrompt="1"/>
          </p:nvPr>
        </p:nvSpPr>
        <p:spPr>
          <a:xfrm>
            <a:off x="408125" y="2464905"/>
            <a:ext cx="8415131" cy="1696451"/>
          </a:xfrm>
        </p:spPr>
        <p:txBody>
          <a:bodyPr lIns="0" tIns="0" rIns="0" bIns="0" anchor="ctr">
            <a:noAutofit/>
          </a:bodyPr>
          <a:lstStyle>
            <a:lvl1pPr>
              <a:lnSpc>
                <a:spcPct val="90000"/>
              </a:lnSpc>
              <a:defRPr sz="5000" b="1" i="0">
                <a:latin typeface="+mj-lt"/>
              </a:defRPr>
            </a:lvl1pPr>
          </a:lstStyle>
          <a:p>
            <a:r>
              <a:rPr lang="en-US" dirty="0"/>
              <a:t>Title lorem ipsum dolor</a:t>
            </a:r>
          </a:p>
        </p:txBody>
      </p:sp>
      <p:sp>
        <p:nvSpPr>
          <p:cNvPr id="6" name="TextBox 5">
            <a:extLst>
              <a:ext uri="{FF2B5EF4-FFF2-40B4-BE49-F238E27FC236}">
                <a16:creationId xmlns:a16="http://schemas.microsoft.com/office/drawing/2014/main" id="{708E2DD0-E665-2EEE-A679-C089552AA3CF}"/>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
        <p:nvSpPr>
          <p:cNvPr id="7" name="TextBox 6">
            <a:extLst>
              <a:ext uri="{FF2B5EF4-FFF2-40B4-BE49-F238E27FC236}">
                <a16:creationId xmlns:a16="http://schemas.microsoft.com/office/drawing/2014/main" id="{F0C13BBC-090D-C157-0FA0-81945483B0F3}"/>
              </a:ext>
            </a:extLst>
          </p:cNvPr>
          <p:cNvSpPr txBox="1"/>
          <p:nvPr userDrawn="1"/>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tx1"/>
                </a:solidFill>
                <a:latin typeface="+mn-lt"/>
              </a:rPr>
              <a:t>‹#›</a:t>
            </a:fld>
            <a:endParaRPr lang="en-US" sz="800" b="1" i="0" dirty="0">
              <a:solidFill>
                <a:schemeClr val="tx1"/>
              </a:solidFill>
              <a:latin typeface="+mn-lt"/>
            </a:endParaRPr>
          </a:p>
        </p:txBody>
      </p:sp>
    </p:spTree>
    <p:extLst>
      <p:ext uri="{BB962C8B-B14F-4D97-AF65-F5344CB8AC3E}">
        <p14:creationId xmlns:p14="http://schemas.microsoft.com/office/powerpoint/2010/main" val="1384935766"/>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3">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CF2E292-9876-312D-6BC6-3D2A90C95331}"/>
              </a:ext>
            </a:extLst>
          </p:cNvPr>
          <p:cNvPicPr/>
          <p:nvPr userDrawn="1"/>
        </p:nvPicPr>
        <p:blipFill>
          <a:blip r:embed="rId2"/>
          <a:stretch>
            <a:fillRect/>
          </a:stretch>
        </p:blipFill>
        <p:spPr>
          <a:xfrm>
            <a:off x="0" y="0"/>
            <a:ext cx="12192000" cy="6858000"/>
          </a:xfrm>
          <a:prstGeom prst="rect">
            <a:avLst/>
          </a:prstGeom>
        </p:spPr>
      </p:pic>
      <p:pic>
        <p:nvPicPr>
          <p:cNvPr id="10" name="Picture 9">
            <a:extLst>
              <a:ext uri="{FF2B5EF4-FFF2-40B4-BE49-F238E27FC236}">
                <a16:creationId xmlns:a16="http://schemas.microsoft.com/office/drawing/2014/main" id="{CA1E4C5C-9936-B7F7-21C4-1B9C5F1E19B4}"/>
              </a:ext>
            </a:extLst>
          </p:cNvPr>
          <p:cNvPicPr>
            <a:picLocks noGrp="1" noRot="1" noChangeAspect="1" noMove="1" noResize="1" noEditPoints="1" noAdjustHandles="1" noChangeArrowheads="1" noChangeShapeType="1" noCrop="1"/>
          </p:cNvPicPr>
          <p:nvPr/>
        </p:nvPicPr>
        <p:blipFill>
          <a:blip r:embed="rId2"/>
          <a:stretch>
            <a:fillRect/>
          </a:stretch>
        </p:blipFill>
        <p:spPr>
          <a:xfrm>
            <a:off x="0" y="0"/>
            <a:ext cx="12192000" cy="6858000"/>
          </a:xfrm>
          <a:prstGeom prst="rect">
            <a:avLst/>
          </a:prstGeom>
        </p:spPr>
      </p:pic>
      <p:pic>
        <p:nvPicPr>
          <p:cNvPr id="11" name="Graphic 10">
            <a:extLst>
              <a:ext uri="{FF2B5EF4-FFF2-40B4-BE49-F238E27FC236}">
                <a16:creationId xmlns:a16="http://schemas.microsoft.com/office/drawing/2014/main" id="{3A796EBE-B2D0-5C11-1F6A-ED0B98A8D06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030156" y="350611"/>
            <a:ext cx="1793495" cy="439914"/>
          </a:xfrm>
          <a:prstGeom prst="rect">
            <a:avLst/>
          </a:prstGeom>
        </p:spPr>
      </p:pic>
      <p:sp>
        <p:nvSpPr>
          <p:cNvPr id="3" name="Title 1">
            <a:extLst>
              <a:ext uri="{FF2B5EF4-FFF2-40B4-BE49-F238E27FC236}">
                <a16:creationId xmlns:a16="http://schemas.microsoft.com/office/drawing/2014/main" id="{247DB6E5-E5D9-A686-F7F6-EFF564AA5540}"/>
              </a:ext>
            </a:extLst>
          </p:cNvPr>
          <p:cNvSpPr>
            <a:spLocks noGrp="1"/>
          </p:cNvSpPr>
          <p:nvPr>
            <p:ph type="title" hasCustomPrompt="1"/>
          </p:nvPr>
        </p:nvSpPr>
        <p:spPr>
          <a:xfrm>
            <a:off x="408125" y="2464905"/>
            <a:ext cx="8415131" cy="1696451"/>
          </a:xfrm>
        </p:spPr>
        <p:txBody>
          <a:bodyPr lIns="0" tIns="0" rIns="0" bIns="0" anchor="ctr">
            <a:noAutofit/>
          </a:bodyPr>
          <a:lstStyle>
            <a:lvl1pPr>
              <a:lnSpc>
                <a:spcPct val="90000"/>
              </a:lnSpc>
              <a:defRPr sz="5000" b="1" i="0">
                <a:latin typeface="+mj-lt"/>
              </a:defRPr>
            </a:lvl1pPr>
          </a:lstStyle>
          <a:p>
            <a:r>
              <a:rPr lang="en-US" dirty="0"/>
              <a:t>Title lorem ipsum dolor</a:t>
            </a:r>
          </a:p>
        </p:txBody>
      </p:sp>
      <p:sp>
        <p:nvSpPr>
          <p:cNvPr id="5" name="TextBox 4">
            <a:extLst>
              <a:ext uri="{FF2B5EF4-FFF2-40B4-BE49-F238E27FC236}">
                <a16:creationId xmlns:a16="http://schemas.microsoft.com/office/drawing/2014/main" id="{399B781E-8B2D-EC60-1D75-874EC90B5E31}"/>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
        <p:nvSpPr>
          <p:cNvPr id="6" name="TextBox 5">
            <a:extLst>
              <a:ext uri="{FF2B5EF4-FFF2-40B4-BE49-F238E27FC236}">
                <a16:creationId xmlns:a16="http://schemas.microsoft.com/office/drawing/2014/main" id="{86461AA4-FE3C-8FDF-4B09-BC790B44F488}"/>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tx1"/>
                </a:solidFill>
                <a:latin typeface="+mn-lt"/>
              </a:rPr>
              <a:t>‹#›</a:t>
            </a:fld>
            <a:endParaRPr lang="en-US" sz="800" b="1" i="0" dirty="0">
              <a:solidFill>
                <a:schemeClr val="tx1"/>
              </a:solidFill>
              <a:latin typeface="+mn-lt"/>
            </a:endParaRPr>
          </a:p>
        </p:txBody>
      </p:sp>
      <p:sp>
        <p:nvSpPr>
          <p:cNvPr id="4" name="TextBox 3">
            <a:extLst>
              <a:ext uri="{FF2B5EF4-FFF2-40B4-BE49-F238E27FC236}">
                <a16:creationId xmlns:a16="http://schemas.microsoft.com/office/drawing/2014/main" id="{488E6C2D-5880-0EAD-5B52-1E9061B82062}"/>
              </a:ext>
            </a:extLst>
          </p:cNvPr>
          <p:cNvSpPr txBox="1"/>
          <p:nvPr userDrawn="1"/>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©2025 EXTREME NETWORKS, INC. ALL RIGHTS RESERVED.</a:t>
            </a:r>
          </a:p>
        </p:txBody>
      </p:sp>
      <p:sp>
        <p:nvSpPr>
          <p:cNvPr id="7" name="TextBox 6">
            <a:extLst>
              <a:ext uri="{FF2B5EF4-FFF2-40B4-BE49-F238E27FC236}">
                <a16:creationId xmlns:a16="http://schemas.microsoft.com/office/drawing/2014/main" id="{2608226D-96C1-3688-41A9-F16A1FB37B4E}"/>
              </a:ext>
            </a:extLst>
          </p:cNvPr>
          <p:cNvSpPr txBox="1"/>
          <p:nvPr userDrawn="1"/>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tx1"/>
                </a:solidFill>
                <a:latin typeface="+mn-lt"/>
              </a:rPr>
              <a:t>‹#›</a:t>
            </a:fld>
            <a:endParaRPr lang="en-US" sz="800" b="1" i="0" dirty="0">
              <a:solidFill>
                <a:schemeClr val="tx1"/>
              </a:solidFill>
              <a:latin typeface="+mn-lt"/>
            </a:endParaRPr>
          </a:p>
        </p:txBody>
      </p:sp>
    </p:spTree>
    <p:extLst>
      <p:ext uri="{BB962C8B-B14F-4D97-AF65-F5344CB8AC3E}">
        <p14:creationId xmlns:p14="http://schemas.microsoft.com/office/powerpoint/2010/main" val="3122798501"/>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No Image Slide">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AF12A1FB-0A77-2515-B556-BFBBE99462E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10607" y="222069"/>
            <a:ext cx="1318093" cy="323306"/>
          </a:xfrm>
          <a:prstGeom prst="rect">
            <a:avLst/>
          </a:prstGeom>
        </p:spPr>
      </p:pic>
      <p:grpSp>
        <p:nvGrpSpPr>
          <p:cNvPr id="16" name="Group 15">
            <a:extLst>
              <a:ext uri="{FF2B5EF4-FFF2-40B4-BE49-F238E27FC236}">
                <a16:creationId xmlns:a16="http://schemas.microsoft.com/office/drawing/2014/main" id="{4005B461-DD42-3F81-94AF-1EC24ECF8CC9}"/>
              </a:ext>
            </a:extLst>
          </p:cNvPr>
          <p:cNvGrpSpPr/>
          <p:nvPr/>
        </p:nvGrpSpPr>
        <p:grpSpPr>
          <a:xfrm>
            <a:off x="0" y="-12701"/>
            <a:ext cx="11417300" cy="1275984"/>
            <a:chOff x="0" y="-12701"/>
            <a:chExt cx="11417300" cy="1275984"/>
          </a:xfrm>
        </p:grpSpPr>
        <p:sp>
          <p:nvSpPr>
            <p:cNvPr id="17" name="Process 4">
              <a:extLst>
                <a:ext uri="{FF2B5EF4-FFF2-40B4-BE49-F238E27FC236}">
                  <a16:creationId xmlns:a16="http://schemas.microsoft.com/office/drawing/2014/main" id="{2E9D25B6-7268-474D-3C24-273A03E70DD0}"/>
                </a:ext>
              </a:extLst>
            </p:cNvPr>
            <p:cNvSpPr/>
            <p:nvPr/>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mn-lt"/>
              </a:endParaRPr>
            </a:p>
          </p:txBody>
        </p:sp>
        <p:sp>
          <p:nvSpPr>
            <p:cNvPr id="18" name="Arc 11">
              <a:extLst>
                <a:ext uri="{FF2B5EF4-FFF2-40B4-BE49-F238E27FC236}">
                  <a16:creationId xmlns:a16="http://schemas.microsoft.com/office/drawing/2014/main" id="{3B5BBFDC-C521-7B60-77A9-635B8A8BA959}"/>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i="0">
                <a:latin typeface="+mn-lt"/>
              </a:endParaRPr>
            </a:p>
          </p:txBody>
        </p:sp>
        <p:sp>
          <p:nvSpPr>
            <p:cNvPr id="19" name="Arc 11">
              <a:extLst>
                <a:ext uri="{FF2B5EF4-FFF2-40B4-BE49-F238E27FC236}">
                  <a16:creationId xmlns:a16="http://schemas.microsoft.com/office/drawing/2014/main" id="{C7C5CF6B-5BC8-DA6F-DDFE-95DAC61B0CE9}"/>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i="0">
                <a:latin typeface="+mn-lt"/>
              </a:endParaRPr>
            </a:p>
          </p:txBody>
        </p:sp>
      </p:grpSp>
      <p:sp>
        <p:nvSpPr>
          <p:cNvPr id="20" name="Text Placeholder 16">
            <a:extLst>
              <a:ext uri="{FF2B5EF4-FFF2-40B4-BE49-F238E27FC236}">
                <a16:creationId xmlns:a16="http://schemas.microsoft.com/office/drawing/2014/main" id="{5385F7F3-9C46-A4F7-460A-D3F96D01A114}"/>
              </a:ext>
            </a:extLst>
          </p:cNvPr>
          <p:cNvSpPr>
            <a:spLocks noGrp="1"/>
          </p:cNvSpPr>
          <p:nvPr>
            <p:ph type="body" sz="quarter" idx="12" hasCustomPrompt="1"/>
          </p:nvPr>
        </p:nvSpPr>
        <p:spPr>
          <a:xfrm>
            <a:off x="449351" y="398928"/>
            <a:ext cx="8405486" cy="381001"/>
          </a:xfrm>
          <a:prstGeom prst="rect">
            <a:avLst/>
          </a:prstGeom>
        </p:spPr>
        <p:txBody>
          <a:bodyPr anchor="ctr">
            <a:noAutofit/>
          </a:bodyPr>
          <a:lstStyle>
            <a:lvl1pPr marL="45720" indent="0">
              <a:buNone/>
              <a:defRPr sz="2200" b="1" i="0">
                <a:solidFill>
                  <a:srgbClr val="440099"/>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21" name="Content Placeholder 13">
            <a:extLst>
              <a:ext uri="{FF2B5EF4-FFF2-40B4-BE49-F238E27FC236}">
                <a16:creationId xmlns:a16="http://schemas.microsoft.com/office/drawing/2014/main" id="{162C9D8C-65B7-16CB-DDA9-01D10393C6CB}"/>
              </a:ext>
            </a:extLst>
          </p:cNvPr>
          <p:cNvSpPr>
            <a:spLocks noGrp="1"/>
          </p:cNvSpPr>
          <p:nvPr>
            <p:ph sz="quarter" idx="10" hasCustomPrompt="1"/>
          </p:nvPr>
        </p:nvSpPr>
        <p:spPr>
          <a:xfrm>
            <a:off x="438872" y="1524000"/>
            <a:ext cx="11314255" cy="4572000"/>
          </a:xfrm>
          <a:prstGeom prst="rect">
            <a:avLst/>
          </a:prstGeom>
        </p:spPr>
        <p:txBody>
          <a:bodyPr lIns="0" rIns="0">
            <a:normAutofit/>
          </a:bodyPr>
          <a:lstStyle>
            <a:lvl1pPr marL="45720" indent="0">
              <a:buNone/>
              <a:defRPr sz="1800" b="0" i="0">
                <a:solidFill>
                  <a:schemeClr val="tx1"/>
                </a:solidFill>
                <a:latin typeface="+mn-lt"/>
              </a:defRPr>
            </a:lvl1pPr>
            <a:lvl2pPr marL="11113" indent="0">
              <a:buNone/>
              <a:tabLst/>
              <a:defRPr sz="1600" b="0" i="0">
                <a:solidFill>
                  <a:schemeClr val="tx1"/>
                </a:solidFill>
                <a:latin typeface="+mn-lt"/>
              </a:defRPr>
            </a:lvl2pPr>
            <a:lvl3pPr marL="346075" indent="-207963">
              <a:buSzPct val="100000"/>
              <a:buFont typeface="DM Sans" panose="020B0604020202020204" pitchFamily="34" charset="0"/>
              <a:buChar char="•"/>
              <a:tabLst/>
              <a:defRPr sz="1400" b="0" i="0">
                <a:solidFill>
                  <a:schemeClr val="tx1"/>
                </a:solidFill>
                <a:latin typeface="DM Sans" pitchFamily="2" charset="77"/>
              </a:defRPr>
            </a:lvl3pPr>
            <a:lvl4pPr>
              <a:defRPr sz="1400" b="0" i="0">
                <a:latin typeface="Montserrat" pitchFamily="2" charset="77"/>
              </a:defRPr>
            </a:lvl4pPr>
            <a:lvl5pPr>
              <a:defRPr sz="1400" b="0" i="0">
                <a:latin typeface="Montserrat" pitchFamily="2" charset="77"/>
              </a:defRPr>
            </a:lvl5pPr>
          </a:lstStyle>
          <a:p>
            <a:pPr lvl="0"/>
            <a:r>
              <a:rPr lang="en-US" dirty="0"/>
              <a:t>CLICK TO EDIT MASTER TEXT STYLES (B1*)</a:t>
            </a:r>
          </a:p>
          <a:p>
            <a:pPr lvl="1"/>
            <a:r>
              <a:rPr lang="en-US" dirty="0"/>
              <a:t>SUBHEAD (B2*)</a:t>
            </a:r>
          </a:p>
          <a:p>
            <a:pPr lvl="1"/>
            <a:endParaRPr lang="en-US" dirty="0"/>
          </a:p>
          <a:p>
            <a:pPr lvl="1"/>
            <a:r>
              <a:rPr lang="en-US" dirty="0"/>
              <a:t>Body Copy (B3*)</a:t>
            </a:r>
          </a:p>
          <a:p>
            <a:pPr lvl="2"/>
            <a:r>
              <a:rPr lang="en-US" dirty="0"/>
              <a:t>Third level (Bullet*)</a:t>
            </a:r>
          </a:p>
        </p:txBody>
      </p:sp>
      <p:sp>
        <p:nvSpPr>
          <p:cNvPr id="2" name="TextBox 1">
            <a:extLst>
              <a:ext uri="{FF2B5EF4-FFF2-40B4-BE49-F238E27FC236}">
                <a16:creationId xmlns:a16="http://schemas.microsoft.com/office/drawing/2014/main" id="{81FC23E9-0291-9C7F-0EE5-A602B8687046}"/>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
        <p:nvSpPr>
          <p:cNvPr id="3" name="TextBox 2">
            <a:extLst>
              <a:ext uri="{FF2B5EF4-FFF2-40B4-BE49-F238E27FC236}">
                <a16:creationId xmlns:a16="http://schemas.microsoft.com/office/drawing/2014/main" id="{0D78141A-4115-1A55-3954-93B4C5936AEF}"/>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tx1"/>
                </a:solidFill>
                <a:latin typeface="+mn-lt"/>
              </a:rPr>
              <a:t>‹#›</a:t>
            </a:fld>
            <a:endParaRPr lang="en-US" sz="800" b="1" i="0" dirty="0">
              <a:solidFill>
                <a:schemeClr val="tx1"/>
              </a:solidFill>
              <a:latin typeface="+mn-lt"/>
            </a:endParaRPr>
          </a:p>
        </p:txBody>
      </p:sp>
    </p:spTree>
    <p:extLst>
      <p:ext uri="{BB962C8B-B14F-4D97-AF65-F5344CB8AC3E}">
        <p14:creationId xmlns:p14="http://schemas.microsoft.com/office/powerpoint/2010/main" val="1503177120"/>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guide id="3" pos="480">
          <p15:clr>
            <a:srgbClr val="FBAE40"/>
          </p15:clr>
        </p15:guide>
        <p15:guide id="4" pos="720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No Image Slide">
    <p:bg>
      <p:bgRef idx="1001">
        <a:schemeClr val="bg1"/>
      </p:bgRef>
    </p:bg>
    <p:spTree>
      <p:nvGrpSpPr>
        <p:cNvPr id="1" name=""/>
        <p:cNvGrpSpPr/>
        <p:nvPr/>
      </p:nvGrpSpPr>
      <p:grpSpPr>
        <a:xfrm>
          <a:off x="0" y="0"/>
          <a:ext cx="0" cy="0"/>
          <a:chOff x="0" y="0"/>
          <a:chExt cx="0" cy="0"/>
        </a:xfrm>
      </p:grpSpPr>
      <p:sp>
        <p:nvSpPr>
          <p:cNvPr id="6" name="Process 4">
            <a:extLst>
              <a:ext uri="{FF2B5EF4-FFF2-40B4-BE49-F238E27FC236}">
                <a16:creationId xmlns:a16="http://schemas.microsoft.com/office/drawing/2014/main" id="{32E88B8B-3B5E-F170-32D9-3657184C2724}"/>
              </a:ext>
            </a:extLst>
          </p:cNvPr>
          <p:cNvSpPr/>
          <p:nvPr/>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7" name="Arc 11">
            <a:extLst>
              <a:ext uri="{FF2B5EF4-FFF2-40B4-BE49-F238E27FC236}">
                <a16:creationId xmlns:a16="http://schemas.microsoft.com/office/drawing/2014/main" id="{6F706A84-7378-7467-6F2A-FE1ACD1A9507}"/>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8" name="Arc 11">
            <a:extLst>
              <a:ext uri="{FF2B5EF4-FFF2-40B4-BE49-F238E27FC236}">
                <a16:creationId xmlns:a16="http://schemas.microsoft.com/office/drawing/2014/main" id="{AD2B79E9-9F57-4BEE-896E-A45068177D4B}"/>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pic>
        <p:nvPicPr>
          <p:cNvPr id="15" name="Graphic 14">
            <a:extLst>
              <a:ext uri="{FF2B5EF4-FFF2-40B4-BE49-F238E27FC236}">
                <a16:creationId xmlns:a16="http://schemas.microsoft.com/office/drawing/2014/main" id="{AF12A1FB-0A77-2515-B556-BFBBE99462E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10607" y="222069"/>
            <a:ext cx="1318093" cy="323306"/>
          </a:xfrm>
          <a:prstGeom prst="rect">
            <a:avLst/>
          </a:prstGeom>
        </p:spPr>
      </p:pic>
      <p:sp>
        <p:nvSpPr>
          <p:cNvPr id="3" name="Arc 11">
            <a:extLst>
              <a:ext uri="{FF2B5EF4-FFF2-40B4-BE49-F238E27FC236}">
                <a16:creationId xmlns:a16="http://schemas.microsoft.com/office/drawing/2014/main" id="{2F454A41-7409-A14C-59B1-5328340D4370}"/>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9" name="Arc 11">
            <a:extLst>
              <a:ext uri="{FF2B5EF4-FFF2-40B4-BE49-F238E27FC236}">
                <a16:creationId xmlns:a16="http://schemas.microsoft.com/office/drawing/2014/main" id="{D1AC7873-5F3D-C062-C5B4-AB06712BAB2D}"/>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4" name="Arc 11">
            <a:extLst>
              <a:ext uri="{FF2B5EF4-FFF2-40B4-BE49-F238E27FC236}">
                <a16:creationId xmlns:a16="http://schemas.microsoft.com/office/drawing/2014/main" id="{3EB565AB-BB60-7DC8-4319-9F8068E92E44}"/>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6" name="Arc 11">
            <a:extLst>
              <a:ext uri="{FF2B5EF4-FFF2-40B4-BE49-F238E27FC236}">
                <a16:creationId xmlns:a16="http://schemas.microsoft.com/office/drawing/2014/main" id="{6E88BE40-E6A0-380F-50ED-FB5DFE1A00E6}"/>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4" name="TextBox 23">
            <a:extLst>
              <a:ext uri="{FF2B5EF4-FFF2-40B4-BE49-F238E27FC236}">
                <a16:creationId xmlns:a16="http://schemas.microsoft.com/office/drawing/2014/main" id="{D5396B82-9ED9-1B5D-1D55-F210DDF642A4}"/>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
        <p:nvSpPr>
          <p:cNvPr id="25" name="TextBox 24">
            <a:extLst>
              <a:ext uri="{FF2B5EF4-FFF2-40B4-BE49-F238E27FC236}">
                <a16:creationId xmlns:a16="http://schemas.microsoft.com/office/drawing/2014/main" id="{9EB7373A-E020-1CDE-AB6F-F558354BEF12}"/>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tx1"/>
                </a:solidFill>
                <a:latin typeface="+mn-lt"/>
              </a:rPr>
              <a:t>‹#›</a:t>
            </a:fld>
            <a:endParaRPr lang="en-US" sz="800" b="1" i="0" dirty="0">
              <a:solidFill>
                <a:schemeClr val="tx1"/>
              </a:solidFill>
              <a:latin typeface="+mn-lt"/>
            </a:endParaRPr>
          </a:p>
        </p:txBody>
      </p:sp>
      <p:sp>
        <p:nvSpPr>
          <p:cNvPr id="2" name="Text Placeholder 16">
            <a:extLst>
              <a:ext uri="{FF2B5EF4-FFF2-40B4-BE49-F238E27FC236}">
                <a16:creationId xmlns:a16="http://schemas.microsoft.com/office/drawing/2014/main" id="{9A485B60-D307-1FBE-3F4A-6EC62A5B3DC2}"/>
              </a:ext>
            </a:extLst>
          </p:cNvPr>
          <p:cNvSpPr>
            <a:spLocks noGrp="1"/>
          </p:cNvSpPr>
          <p:nvPr>
            <p:ph type="body" sz="quarter" idx="12" hasCustomPrompt="1"/>
          </p:nvPr>
        </p:nvSpPr>
        <p:spPr>
          <a:xfrm>
            <a:off x="449351" y="398928"/>
            <a:ext cx="8405486" cy="381001"/>
          </a:xfrm>
          <a:prstGeom prst="rect">
            <a:avLst/>
          </a:prstGeom>
        </p:spPr>
        <p:txBody>
          <a:bodyPr anchor="ctr">
            <a:noAutofit/>
          </a:bodyPr>
          <a:lstStyle>
            <a:lvl1pPr marL="45720" indent="0">
              <a:buNone/>
              <a:defRPr sz="2200" b="1" i="0">
                <a:solidFill>
                  <a:schemeClr val="tx1"/>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4" name="Content Placeholder 13">
            <a:extLst>
              <a:ext uri="{FF2B5EF4-FFF2-40B4-BE49-F238E27FC236}">
                <a16:creationId xmlns:a16="http://schemas.microsoft.com/office/drawing/2014/main" id="{D3AD43B1-11CA-5C23-B839-C832D254A026}"/>
              </a:ext>
            </a:extLst>
          </p:cNvPr>
          <p:cNvSpPr>
            <a:spLocks noGrp="1"/>
          </p:cNvSpPr>
          <p:nvPr>
            <p:ph sz="quarter" idx="10" hasCustomPrompt="1"/>
          </p:nvPr>
        </p:nvSpPr>
        <p:spPr>
          <a:xfrm>
            <a:off x="438872" y="1524000"/>
            <a:ext cx="11314255" cy="4572000"/>
          </a:xfrm>
          <a:prstGeom prst="rect">
            <a:avLst/>
          </a:prstGeom>
        </p:spPr>
        <p:txBody>
          <a:bodyPr lIns="0" rIns="0">
            <a:normAutofit/>
          </a:bodyPr>
          <a:lstStyle>
            <a:lvl1pPr marL="45720" indent="0">
              <a:buNone/>
              <a:defRPr sz="1800" b="0" i="0">
                <a:solidFill>
                  <a:schemeClr val="tx1"/>
                </a:solidFill>
                <a:latin typeface="+mn-lt"/>
              </a:defRPr>
            </a:lvl1pPr>
            <a:lvl2pPr marL="11113" indent="0">
              <a:buNone/>
              <a:tabLst/>
              <a:defRPr sz="1600" b="0" i="0">
                <a:solidFill>
                  <a:schemeClr val="tx1"/>
                </a:solidFill>
                <a:latin typeface="+mn-lt"/>
              </a:defRPr>
            </a:lvl2pPr>
            <a:lvl3pPr marL="346075" indent="-207963">
              <a:buSzPct val="100000"/>
              <a:buFont typeface="DM Sans" panose="020B0604020202020204" pitchFamily="34" charset="0"/>
              <a:buChar char="•"/>
              <a:tabLst/>
              <a:defRPr sz="1400" b="0" i="0">
                <a:solidFill>
                  <a:schemeClr val="tx1"/>
                </a:solidFill>
                <a:latin typeface="DM Sans" pitchFamily="2" charset="77"/>
              </a:defRPr>
            </a:lvl3pPr>
            <a:lvl4pPr>
              <a:defRPr sz="1400" b="0" i="0">
                <a:latin typeface="Montserrat" pitchFamily="2" charset="77"/>
              </a:defRPr>
            </a:lvl4pPr>
            <a:lvl5pPr>
              <a:defRPr sz="1400" b="0" i="0">
                <a:latin typeface="Montserrat" pitchFamily="2" charset="77"/>
              </a:defRPr>
            </a:lvl5pPr>
          </a:lstStyle>
          <a:p>
            <a:pPr lvl="0"/>
            <a:r>
              <a:rPr lang="en-US" dirty="0"/>
              <a:t>CLICK TO EDIT MASTER TEXT STYLES (B1*)</a:t>
            </a:r>
          </a:p>
          <a:p>
            <a:pPr lvl="1"/>
            <a:r>
              <a:rPr lang="en-US" dirty="0"/>
              <a:t>SUBHEAD (B2*)</a:t>
            </a:r>
          </a:p>
          <a:p>
            <a:pPr lvl="1"/>
            <a:endParaRPr lang="en-US" dirty="0"/>
          </a:p>
          <a:p>
            <a:pPr lvl="1"/>
            <a:r>
              <a:rPr lang="en-US" dirty="0"/>
              <a:t>Body Copy (B3*)</a:t>
            </a:r>
          </a:p>
          <a:p>
            <a:pPr lvl="2"/>
            <a:r>
              <a:rPr lang="en-US" dirty="0"/>
              <a:t>Third level (Bullet*)</a:t>
            </a:r>
          </a:p>
        </p:txBody>
      </p:sp>
      <p:sp>
        <p:nvSpPr>
          <p:cNvPr id="10" name="Arc 11">
            <a:extLst>
              <a:ext uri="{FF2B5EF4-FFF2-40B4-BE49-F238E27FC236}">
                <a16:creationId xmlns:a16="http://schemas.microsoft.com/office/drawing/2014/main" id="{B5FAFD7A-BCA0-FFB2-782A-93C2D58DD0F2}"/>
              </a:ext>
            </a:extLst>
          </p:cNvPr>
          <p:cNvSpPr/>
          <p:nvPr userDrawn="1"/>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1" name="Arc 11">
            <a:extLst>
              <a:ext uri="{FF2B5EF4-FFF2-40B4-BE49-F238E27FC236}">
                <a16:creationId xmlns:a16="http://schemas.microsoft.com/office/drawing/2014/main" id="{16F6F1AE-5CF9-055B-60E8-D7FC0666B2B2}"/>
              </a:ext>
            </a:extLst>
          </p:cNvPr>
          <p:cNvSpPr/>
          <p:nvPr userDrawn="1"/>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Tree>
    <p:extLst>
      <p:ext uri="{BB962C8B-B14F-4D97-AF65-F5344CB8AC3E}">
        <p14:creationId xmlns:p14="http://schemas.microsoft.com/office/powerpoint/2010/main" val="3652621682"/>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guide id="3" pos="480">
          <p15:clr>
            <a:srgbClr val="FBAE40"/>
          </p15:clr>
        </p15:guide>
        <p15:guide id="4" pos="720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_Subhead">
    <p:bg>
      <p:bgRef idx="1001">
        <a:schemeClr val="bg1"/>
      </p:bgRef>
    </p:bg>
    <p:spTree>
      <p:nvGrpSpPr>
        <p:cNvPr id="1" name=""/>
        <p:cNvGrpSpPr/>
        <p:nvPr/>
      </p:nvGrpSpPr>
      <p:grpSpPr>
        <a:xfrm>
          <a:off x="0" y="0"/>
          <a:ext cx="0" cy="0"/>
          <a:chOff x="0" y="0"/>
          <a:chExt cx="0" cy="0"/>
        </a:xfrm>
      </p:grpSpPr>
      <p:sp>
        <p:nvSpPr>
          <p:cNvPr id="7" name="Process 4">
            <a:extLst>
              <a:ext uri="{FF2B5EF4-FFF2-40B4-BE49-F238E27FC236}">
                <a16:creationId xmlns:a16="http://schemas.microsoft.com/office/drawing/2014/main" id="{7E4B4A88-634C-1074-63CE-918842DC61EC}"/>
              </a:ext>
            </a:extLst>
          </p:cNvPr>
          <p:cNvSpPr/>
          <p:nvPr userDrawn="1"/>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8" name="Arc 11">
            <a:extLst>
              <a:ext uri="{FF2B5EF4-FFF2-40B4-BE49-F238E27FC236}">
                <a16:creationId xmlns:a16="http://schemas.microsoft.com/office/drawing/2014/main" id="{1D786CD7-879C-13F8-4C93-2A9312A0E74D}"/>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1" name="Arc 11">
            <a:extLst>
              <a:ext uri="{FF2B5EF4-FFF2-40B4-BE49-F238E27FC236}">
                <a16:creationId xmlns:a16="http://schemas.microsoft.com/office/drawing/2014/main" id="{98AD9463-9BD4-A1BC-C528-A12B48BB629F}"/>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pic>
        <p:nvPicPr>
          <p:cNvPr id="22" name="Graphic 21">
            <a:extLst>
              <a:ext uri="{FF2B5EF4-FFF2-40B4-BE49-F238E27FC236}">
                <a16:creationId xmlns:a16="http://schemas.microsoft.com/office/drawing/2014/main" id="{866DBC5F-E285-9D89-CAFF-CC2DC9DE72F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10607" y="222069"/>
            <a:ext cx="1318093" cy="323306"/>
          </a:xfrm>
          <a:prstGeom prst="rect">
            <a:avLst/>
          </a:prstGeom>
        </p:spPr>
      </p:pic>
      <p:sp>
        <p:nvSpPr>
          <p:cNvPr id="3" name="Arc 11">
            <a:extLst>
              <a:ext uri="{FF2B5EF4-FFF2-40B4-BE49-F238E27FC236}">
                <a16:creationId xmlns:a16="http://schemas.microsoft.com/office/drawing/2014/main" id="{E302EDF6-2BE8-22B3-32DE-6EF8127348DB}"/>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4" name="Arc 11">
            <a:extLst>
              <a:ext uri="{FF2B5EF4-FFF2-40B4-BE49-F238E27FC236}">
                <a16:creationId xmlns:a16="http://schemas.microsoft.com/office/drawing/2014/main" id="{8ABF0A7D-DAEE-C8AC-AB00-32839EE14075}"/>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7" name="Arc 11">
            <a:extLst>
              <a:ext uri="{FF2B5EF4-FFF2-40B4-BE49-F238E27FC236}">
                <a16:creationId xmlns:a16="http://schemas.microsoft.com/office/drawing/2014/main" id="{04866CCD-0DA8-6856-F1DC-14279EEA39A1}"/>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8" name="Arc 11">
            <a:extLst>
              <a:ext uri="{FF2B5EF4-FFF2-40B4-BE49-F238E27FC236}">
                <a16:creationId xmlns:a16="http://schemas.microsoft.com/office/drawing/2014/main" id="{FDD3E30C-DF5B-54B9-3531-A4F82F3F409E}"/>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3" name="TextBox 22">
            <a:extLst>
              <a:ext uri="{FF2B5EF4-FFF2-40B4-BE49-F238E27FC236}">
                <a16:creationId xmlns:a16="http://schemas.microsoft.com/office/drawing/2014/main" id="{4F600884-7B64-29E4-C62D-F2861E9960D5}"/>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
        <p:nvSpPr>
          <p:cNvPr id="24" name="TextBox 23">
            <a:extLst>
              <a:ext uri="{FF2B5EF4-FFF2-40B4-BE49-F238E27FC236}">
                <a16:creationId xmlns:a16="http://schemas.microsoft.com/office/drawing/2014/main" id="{07BC874F-52B2-24FD-779F-573923C1C55E}"/>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tx1"/>
                </a:solidFill>
                <a:latin typeface="+mn-lt"/>
              </a:rPr>
              <a:t>‹#›</a:t>
            </a:fld>
            <a:endParaRPr lang="en-US" sz="800" b="1" i="0" dirty="0">
              <a:solidFill>
                <a:schemeClr val="tx1"/>
              </a:solidFill>
              <a:latin typeface="+mn-lt"/>
            </a:endParaRPr>
          </a:p>
        </p:txBody>
      </p:sp>
      <p:sp>
        <p:nvSpPr>
          <p:cNvPr id="2" name="Content Placeholder 13">
            <a:extLst>
              <a:ext uri="{FF2B5EF4-FFF2-40B4-BE49-F238E27FC236}">
                <a16:creationId xmlns:a16="http://schemas.microsoft.com/office/drawing/2014/main" id="{C12D1B44-F198-9772-FBA6-5A016CA85646}"/>
              </a:ext>
            </a:extLst>
          </p:cNvPr>
          <p:cNvSpPr>
            <a:spLocks noGrp="1"/>
          </p:cNvSpPr>
          <p:nvPr>
            <p:ph sz="quarter" idx="10" hasCustomPrompt="1"/>
          </p:nvPr>
        </p:nvSpPr>
        <p:spPr>
          <a:xfrm>
            <a:off x="438872" y="1524000"/>
            <a:ext cx="11314255" cy="4572000"/>
          </a:xfrm>
          <a:prstGeom prst="rect">
            <a:avLst/>
          </a:prstGeom>
        </p:spPr>
        <p:txBody>
          <a:bodyPr lIns="0" rIns="0">
            <a:normAutofit/>
          </a:bodyPr>
          <a:lstStyle>
            <a:lvl1pPr marL="45720" indent="0">
              <a:buNone/>
              <a:defRPr sz="1800" b="0" i="0">
                <a:solidFill>
                  <a:schemeClr val="tx1"/>
                </a:solidFill>
                <a:latin typeface="+mn-lt"/>
              </a:defRPr>
            </a:lvl1pPr>
            <a:lvl2pPr marL="11113" indent="0">
              <a:buNone/>
              <a:tabLst/>
              <a:defRPr sz="1600" b="0" i="0">
                <a:solidFill>
                  <a:schemeClr val="tx1"/>
                </a:solidFill>
                <a:latin typeface="+mn-lt"/>
              </a:defRPr>
            </a:lvl2pPr>
            <a:lvl3pPr marL="346075" indent="-207963">
              <a:buSzPct val="100000"/>
              <a:buFont typeface="DM Sans" panose="020B0604020202020204" pitchFamily="34" charset="0"/>
              <a:buChar char="•"/>
              <a:tabLst/>
              <a:defRPr sz="1400" b="0" i="0">
                <a:solidFill>
                  <a:schemeClr val="tx1"/>
                </a:solidFill>
                <a:latin typeface="DM Sans" pitchFamily="2" charset="77"/>
              </a:defRPr>
            </a:lvl3pPr>
            <a:lvl4pPr>
              <a:defRPr sz="1400" b="0" i="0">
                <a:latin typeface="Montserrat" pitchFamily="2" charset="77"/>
              </a:defRPr>
            </a:lvl4pPr>
            <a:lvl5pPr>
              <a:defRPr sz="1400" b="0" i="0">
                <a:latin typeface="Montserrat" pitchFamily="2" charset="77"/>
              </a:defRPr>
            </a:lvl5pPr>
          </a:lstStyle>
          <a:p>
            <a:pPr lvl="0"/>
            <a:r>
              <a:rPr lang="en-US" dirty="0"/>
              <a:t>CLICK TO EDIT MASTER TEXT STYLES (B1*)</a:t>
            </a:r>
          </a:p>
          <a:p>
            <a:pPr lvl="1"/>
            <a:r>
              <a:rPr lang="en-US" dirty="0"/>
              <a:t>SUBHEAD (B2*)</a:t>
            </a:r>
          </a:p>
          <a:p>
            <a:pPr lvl="1"/>
            <a:endParaRPr lang="en-US" dirty="0"/>
          </a:p>
          <a:p>
            <a:pPr lvl="1"/>
            <a:r>
              <a:rPr lang="en-US" dirty="0"/>
              <a:t>Body Copy (B3*)</a:t>
            </a:r>
          </a:p>
          <a:p>
            <a:pPr lvl="2"/>
            <a:r>
              <a:rPr lang="en-US" dirty="0"/>
              <a:t>Third level (Bullet*)</a:t>
            </a:r>
          </a:p>
        </p:txBody>
      </p:sp>
      <p:sp>
        <p:nvSpPr>
          <p:cNvPr id="9" name="Text Placeholder 16">
            <a:extLst>
              <a:ext uri="{FF2B5EF4-FFF2-40B4-BE49-F238E27FC236}">
                <a16:creationId xmlns:a16="http://schemas.microsoft.com/office/drawing/2014/main" id="{BCC454B0-81C4-5D60-E40F-62A790DF9215}"/>
              </a:ext>
            </a:extLst>
          </p:cNvPr>
          <p:cNvSpPr>
            <a:spLocks noGrp="1"/>
          </p:cNvSpPr>
          <p:nvPr>
            <p:ph type="body" sz="quarter" idx="14" hasCustomPrompt="1"/>
          </p:nvPr>
        </p:nvSpPr>
        <p:spPr>
          <a:xfrm>
            <a:off x="449351" y="380998"/>
            <a:ext cx="8260696" cy="381001"/>
          </a:xfrm>
          <a:prstGeom prst="rect">
            <a:avLst/>
          </a:prstGeom>
        </p:spPr>
        <p:txBody>
          <a:bodyPr anchor="b">
            <a:noAutofit/>
          </a:bodyPr>
          <a:lstStyle>
            <a:lvl1pPr marL="45720" indent="0">
              <a:buNone/>
              <a:defRPr sz="2200" b="1" i="0">
                <a:solidFill>
                  <a:schemeClr val="tx1"/>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10" name="Text Placeholder 16">
            <a:extLst>
              <a:ext uri="{FF2B5EF4-FFF2-40B4-BE49-F238E27FC236}">
                <a16:creationId xmlns:a16="http://schemas.microsoft.com/office/drawing/2014/main" id="{E641E20A-8C5B-7507-2029-A37B497E959A}"/>
              </a:ext>
            </a:extLst>
          </p:cNvPr>
          <p:cNvSpPr>
            <a:spLocks noGrp="1"/>
          </p:cNvSpPr>
          <p:nvPr>
            <p:ph type="body" sz="quarter" idx="15" hasCustomPrompt="1"/>
          </p:nvPr>
        </p:nvSpPr>
        <p:spPr>
          <a:xfrm>
            <a:off x="449351" y="837300"/>
            <a:ext cx="8260696" cy="381001"/>
          </a:xfrm>
          <a:prstGeom prst="rect">
            <a:avLst/>
          </a:prstGeom>
        </p:spPr>
        <p:txBody>
          <a:bodyPr anchor="t">
            <a:noAutofit/>
          </a:bodyPr>
          <a:lstStyle>
            <a:lvl1pPr marL="45720" indent="0">
              <a:buNone/>
              <a:defRPr sz="1400" b="0" i="0">
                <a:solidFill>
                  <a:schemeClr val="tx1"/>
                </a:solidFill>
                <a:latin typeface="DM Sans Medium" pitchFamily="50" charset="0"/>
              </a:defRPr>
            </a:lvl1pPr>
            <a:lvl2pPr>
              <a:defRPr sz="3400"/>
            </a:lvl2pPr>
            <a:lvl3pPr>
              <a:defRPr sz="3400"/>
            </a:lvl3pPr>
            <a:lvl4pPr>
              <a:defRPr sz="3400"/>
            </a:lvl4pPr>
            <a:lvl5pPr>
              <a:defRPr sz="3400"/>
            </a:lvl5pPr>
          </a:lstStyle>
          <a:p>
            <a:pPr lvl="0"/>
            <a:r>
              <a:rPr lang="en-US" dirty="0"/>
              <a:t>Title Goes Here (H2*)</a:t>
            </a:r>
          </a:p>
        </p:txBody>
      </p:sp>
      <p:sp>
        <p:nvSpPr>
          <p:cNvPr id="5" name="Arc 11">
            <a:extLst>
              <a:ext uri="{FF2B5EF4-FFF2-40B4-BE49-F238E27FC236}">
                <a16:creationId xmlns:a16="http://schemas.microsoft.com/office/drawing/2014/main" id="{42CEE70D-E198-0724-82EE-9C372FF36B1C}"/>
              </a:ext>
            </a:extLst>
          </p:cNvPr>
          <p:cNvSpPr/>
          <p:nvPr userDrawn="1"/>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6" name="Arc 11">
            <a:extLst>
              <a:ext uri="{FF2B5EF4-FFF2-40B4-BE49-F238E27FC236}">
                <a16:creationId xmlns:a16="http://schemas.microsoft.com/office/drawing/2014/main" id="{A88BEE7A-A983-69C7-412C-5AF8E05B10E0}"/>
              </a:ext>
            </a:extLst>
          </p:cNvPr>
          <p:cNvSpPr/>
          <p:nvPr userDrawn="1"/>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Tree>
    <p:extLst>
      <p:ext uri="{BB962C8B-B14F-4D97-AF65-F5344CB8AC3E}">
        <p14:creationId xmlns:p14="http://schemas.microsoft.com/office/powerpoint/2010/main" val="3607621675"/>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guide id="3" pos="480">
          <p15:clr>
            <a:srgbClr val="FBAE40"/>
          </p15:clr>
        </p15:guide>
        <p15:guide id="4" pos="720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_Text_&amp;_Image-1">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2C76B7F-6C1E-99D5-47BB-AFBDCE486DD5}"/>
              </a:ext>
            </a:extLst>
          </p:cNvPr>
          <p:cNvSpPr>
            <a:spLocks noGrp="1" noRot="1" noMove="1" noResize="1" noEditPoints="1" noAdjustHandles="1" noChangeArrowheads="1" noChangeShapeType="1"/>
          </p:cNvSpPr>
          <p:nvPr/>
        </p:nvSpPr>
        <p:spPr>
          <a:xfrm>
            <a:off x="7992534" y="1260475"/>
            <a:ext cx="4199466" cy="559752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pic>
        <p:nvPicPr>
          <p:cNvPr id="6" name="Picture 5" descr="A purple circle with black background  AI-generated content may be incorrect.">
            <a:extLst>
              <a:ext uri="{FF2B5EF4-FFF2-40B4-BE49-F238E27FC236}">
                <a16:creationId xmlns:a16="http://schemas.microsoft.com/office/drawing/2014/main" id="{57F2D080-1DB2-79C1-3F02-8F74D90AA5A3}"/>
              </a:ext>
            </a:extLst>
          </p:cNvPr>
          <p:cNvPicPr>
            <a:picLocks noGrp="1" noRot="1" noMove="1" noResize="1" noEditPoints="1" noAdjustHandles="1" noChangeArrowheads="1" noChangeShapeType="1" noCrop="1"/>
          </p:cNvPicPr>
          <p:nvPr/>
        </p:nvPicPr>
        <p:blipFill>
          <a:blip r:embed="rId2" cstate="screen">
            <a:extLst>
              <a:ext uri="{28A0092B-C50C-407E-A947-70E740481C1C}">
                <a14:useLocalDpi xmlns:a14="http://schemas.microsoft.com/office/drawing/2010/main"/>
              </a:ext>
            </a:extLst>
          </a:blip>
          <a:srcRect/>
          <a:stretch/>
        </p:blipFill>
        <p:spPr>
          <a:xfrm>
            <a:off x="37281" y="1260473"/>
            <a:ext cx="10953193" cy="5597525"/>
          </a:xfrm>
          <a:prstGeom prst="rect">
            <a:avLst/>
          </a:prstGeom>
        </p:spPr>
      </p:pic>
      <p:sp>
        <p:nvSpPr>
          <p:cNvPr id="5" name="Process 4">
            <a:extLst>
              <a:ext uri="{FF2B5EF4-FFF2-40B4-BE49-F238E27FC236}">
                <a16:creationId xmlns:a16="http://schemas.microsoft.com/office/drawing/2014/main" id="{702124D0-3ECE-3545-6DE4-F9B12CE0DC2C}"/>
              </a:ext>
            </a:extLst>
          </p:cNvPr>
          <p:cNvSpPr>
            <a:spLocks noGrp="1" noRot="1" noMove="1" noResize="1" noEditPoints="1" noAdjustHandles="1" noChangeArrowheads="1" noChangeShapeType="1"/>
          </p:cNvSpPr>
          <p:nvPr userDrawn="1"/>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12" name="Arc 11">
            <a:extLst>
              <a:ext uri="{FF2B5EF4-FFF2-40B4-BE49-F238E27FC236}">
                <a16:creationId xmlns:a16="http://schemas.microsoft.com/office/drawing/2014/main" id="{04DD7991-F962-C1CD-1B70-FD0B6F8E28AD}"/>
              </a:ext>
            </a:extLst>
          </p:cNvPr>
          <p:cNvSpPr>
            <a:spLocks noGrp="1" noRot="1" noMove="1" noResize="1" noEditPoints="1" noAdjustHandles="1" noChangeArrowheads="1" noChangeShapeType="1"/>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3" name="Arc 11">
            <a:extLst>
              <a:ext uri="{FF2B5EF4-FFF2-40B4-BE49-F238E27FC236}">
                <a16:creationId xmlns:a16="http://schemas.microsoft.com/office/drawing/2014/main" id="{D87D93B1-025A-7212-05B1-00BE09AA861B}"/>
              </a:ext>
            </a:extLst>
          </p:cNvPr>
          <p:cNvSpPr>
            <a:spLocks noGrp="1" noRot="1" noMove="1" noResize="1" noEditPoints="1" noAdjustHandles="1" noChangeArrowheads="1" noChangeShapeType="1"/>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pic>
        <p:nvPicPr>
          <p:cNvPr id="11" name="Graphic 10">
            <a:extLst>
              <a:ext uri="{FF2B5EF4-FFF2-40B4-BE49-F238E27FC236}">
                <a16:creationId xmlns:a16="http://schemas.microsoft.com/office/drawing/2014/main" id="{3A796EBE-B2D0-5C11-1F6A-ED0B98A8D06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10607" y="222069"/>
            <a:ext cx="1318093" cy="323306"/>
          </a:xfrm>
          <a:prstGeom prst="rect">
            <a:avLst/>
          </a:prstGeom>
        </p:spPr>
      </p:pic>
      <p:sp>
        <p:nvSpPr>
          <p:cNvPr id="16" name="Text Placeholder 8">
            <a:extLst>
              <a:ext uri="{FF2B5EF4-FFF2-40B4-BE49-F238E27FC236}">
                <a16:creationId xmlns:a16="http://schemas.microsoft.com/office/drawing/2014/main" id="{C9B33E52-0E5C-84E1-F822-339C1BD81C22}"/>
              </a:ext>
            </a:extLst>
          </p:cNvPr>
          <p:cNvSpPr>
            <a:spLocks noGrp="1"/>
          </p:cNvSpPr>
          <p:nvPr>
            <p:ph type="body" sz="quarter" idx="14" hasCustomPrompt="1"/>
          </p:nvPr>
        </p:nvSpPr>
        <p:spPr>
          <a:xfrm>
            <a:off x="408125" y="1482543"/>
            <a:ext cx="3193031" cy="308509"/>
          </a:xfrm>
        </p:spPr>
        <p:txBody>
          <a:bodyPr lIns="0" tIns="0" rIns="0" bIns="0" anchor="b">
            <a:noAutofit/>
          </a:bodyPr>
          <a:lstStyle>
            <a:lvl1pPr marL="0" indent="0">
              <a:lnSpc>
                <a:spcPct val="100000"/>
              </a:lnSpc>
              <a:spcBef>
                <a:spcPts val="0"/>
              </a:spcBef>
              <a:spcAft>
                <a:spcPts val="600"/>
              </a:spcAft>
              <a:buFont typeface="DM Sans" panose="020B0604020202020204" pitchFamily="34" charset="0"/>
              <a:buNone/>
              <a:defRPr sz="1300" b="1">
                <a:latin typeface="+mn-lt"/>
              </a:defRPr>
            </a:lvl1pPr>
          </a:lstStyle>
          <a:p>
            <a:pPr lvl="0"/>
            <a:r>
              <a:rPr lang="en-US" dirty="0"/>
              <a:t>Lorem ipsum dolor sit </a:t>
            </a:r>
            <a:r>
              <a:rPr lang="en-US" dirty="0" err="1"/>
              <a:t>amet</a:t>
            </a:r>
            <a:endParaRPr lang="en-US" dirty="0"/>
          </a:p>
        </p:txBody>
      </p:sp>
      <p:sp>
        <p:nvSpPr>
          <p:cNvPr id="18" name="Text Placeholder 8">
            <a:extLst>
              <a:ext uri="{FF2B5EF4-FFF2-40B4-BE49-F238E27FC236}">
                <a16:creationId xmlns:a16="http://schemas.microsoft.com/office/drawing/2014/main" id="{9F1F4F3B-F73D-CF3A-5733-6350CE8A1990}"/>
              </a:ext>
            </a:extLst>
          </p:cNvPr>
          <p:cNvSpPr>
            <a:spLocks noGrp="1"/>
          </p:cNvSpPr>
          <p:nvPr>
            <p:ph type="body" sz="quarter" idx="16" hasCustomPrompt="1"/>
          </p:nvPr>
        </p:nvSpPr>
        <p:spPr>
          <a:xfrm>
            <a:off x="408125" y="1922810"/>
            <a:ext cx="3193031" cy="3992568"/>
          </a:xfrm>
        </p:spPr>
        <p:txBody>
          <a:bodyPr lIns="0" tIns="0" rIns="0" bIns="0" anchor="t">
            <a:noAutofit/>
          </a:bodyPr>
          <a:lstStyle>
            <a:lvl1pPr marL="0" indent="0">
              <a:lnSpc>
                <a:spcPct val="100000"/>
              </a:lnSpc>
              <a:spcBef>
                <a:spcPts val="0"/>
              </a:spcBef>
              <a:spcAft>
                <a:spcPts val="600"/>
              </a:spcAft>
              <a:buFont typeface="DM Sans" panose="020B0604020202020204" pitchFamily="34" charset="0"/>
              <a:buNone/>
              <a:defRPr sz="1300" b="0">
                <a:latin typeface="+mn-lt"/>
              </a:defRPr>
            </a:lvl1pPr>
          </a:lstStyle>
          <a:p>
            <a:pPr lvl="0"/>
            <a:r>
              <a:rPr lang="en-US" dirty="0" err="1">
                <a:effectLst/>
              </a:rPr>
              <a:t>Consectetur</a:t>
            </a:r>
            <a:r>
              <a:rPr lang="en-US" dirty="0">
                <a:effectLst/>
              </a:rPr>
              <a:t> </a:t>
            </a:r>
            <a:r>
              <a:rPr lang="en-US" dirty="0" err="1">
                <a:effectLst/>
              </a:rPr>
              <a:t>adipiscing</a:t>
            </a:r>
            <a:r>
              <a:rPr lang="en-US" dirty="0">
                <a:effectLst/>
              </a:rPr>
              <a:t> </a:t>
            </a:r>
            <a:r>
              <a:rPr lang="en-US" dirty="0" err="1">
                <a:effectLst/>
              </a:rPr>
              <a:t>elit</a:t>
            </a:r>
            <a:r>
              <a:rPr lang="en-US" dirty="0">
                <a:effectLst/>
              </a:rPr>
              <a:t>. Ut sed </a:t>
            </a:r>
            <a:r>
              <a:rPr lang="en-US" dirty="0" err="1">
                <a:effectLst/>
              </a:rPr>
              <a:t>orci</a:t>
            </a:r>
            <a:r>
              <a:rPr lang="en-US" dirty="0">
                <a:effectLst/>
              </a:rPr>
              <a:t> </a:t>
            </a:r>
            <a:r>
              <a:rPr lang="en-US" dirty="0" err="1">
                <a:effectLst/>
              </a:rPr>
              <a:t>molestie</a:t>
            </a:r>
            <a:r>
              <a:rPr lang="en-US" dirty="0">
                <a:effectLst/>
              </a:rPr>
              <a:t>, </a:t>
            </a:r>
            <a:r>
              <a:rPr lang="en-US" dirty="0" err="1">
                <a:effectLst/>
              </a:rPr>
              <a:t>varius</a:t>
            </a:r>
            <a:r>
              <a:rPr lang="en-US" dirty="0">
                <a:effectLst/>
              </a:rPr>
              <a:t> </a:t>
            </a:r>
            <a:r>
              <a:rPr lang="en-US" dirty="0" err="1">
                <a:effectLst/>
              </a:rPr>
              <a:t>lectus</a:t>
            </a:r>
            <a:r>
              <a:rPr lang="en-US" dirty="0">
                <a:effectLst/>
              </a:rPr>
              <a:t> et, </a:t>
            </a:r>
            <a:r>
              <a:rPr lang="en-US" dirty="0" err="1">
                <a:effectLst/>
              </a:rPr>
              <a:t>facilisis</a:t>
            </a:r>
            <a:r>
              <a:rPr lang="en-US" dirty="0">
                <a:effectLst/>
              </a:rPr>
              <a:t> </a:t>
            </a:r>
            <a:r>
              <a:rPr lang="en-US" dirty="0" err="1">
                <a:effectLst/>
              </a:rPr>
              <a:t>massa</a:t>
            </a:r>
            <a:r>
              <a:rPr lang="en-US" dirty="0">
                <a:effectLst/>
              </a:rPr>
              <a:t>. Sed </a:t>
            </a:r>
            <a:r>
              <a:rPr lang="en-US" dirty="0" err="1">
                <a:effectLst/>
              </a:rPr>
              <a:t>consequat</a:t>
            </a:r>
            <a:r>
              <a:rPr lang="en-US" dirty="0">
                <a:effectLst/>
              </a:rPr>
              <a:t>, nisi sed </a:t>
            </a:r>
            <a:r>
              <a:rPr lang="en-US" dirty="0" err="1">
                <a:effectLst/>
              </a:rPr>
              <a:t>bibendum</a:t>
            </a:r>
            <a:r>
              <a:rPr lang="en-US" dirty="0">
                <a:effectLst/>
              </a:rPr>
              <a:t> </a:t>
            </a:r>
            <a:r>
              <a:rPr lang="en-US" dirty="0" err="1">
                <a:effectLst/>
              </a:rPr>
              <a:t>mattis</a:t>
            </a:r>
            <a:r>
              <a:rPr lang="en-US" dirty="0">
                <a:effectLst/>
              </a:rPr>
              <a:t>, </a:t>
            </a:r>
            <a:r>
              <a:rPr lang="en-US" dirty="0" err="1">
                <a:effectLst/>
              </a:rPr>
              <a:t>tortor</a:t>
            </a:r>
            <a:r>
              <a:rPr lang="en-US" dirty="0">
                <a:effectLst/>
              </a:rPr>
              <a:t> </a:t>
            </a:r>
            <a:r>
              <a:rPr lang="en-US" dirty="0" err="1">
                <a:effectLst/>
              </a:rPr>
              <a:t>metus</a:t>
            </a:r>
            <a:r>
              <a:rPr lang="en-US" dirty="0">
                <a:effectLst/>
              </a:rPr>
              <a:t> </a:t>
            </a:r>
            <a:r>
              <a:rPr lang="en-US" dirty="0" err="1">
                <a:effectLst/>
              </a:rPr>
              <a:t>molestie</a:t>
            </a:r>
            <a:r>
              <a:rPr lang="en-US" dirty="0">
                <a:effectLst/>
              </a:rPr>
              <a:t> </a:t>
            </a:r>
            <a:r>
              <a:rPr lang="en-US" dirty="0" err="1">
                <a:effectLst/>
              </a:rPr>
              <a:t>nunc</a:t>
            </a:r>
            <a:r>
              <a:rPr lang="en-US" dirty="0">
                <a:effectLst/>
              </a:rPr>
              <a:t>, non </a:t>
            </a:r>
            <a:r>
              <a:rPr lang="en-US" dirty="0" err="1">
                <a:effectLst/>
              </a:rPr>
              <a:t>vehicula</a:t>
            </a:r>
            <a:r>
              <a:rPr lang="en-US" dirty="0">
                <a:effectLst/>
              </a:rPr>
              <a:t> </a:t>
            </a:r>
            <a:r>
              <a:rPr lang="en-US" dirty="0" err="1">
                <a:effectLst/>
              </a:rPr>
              <a:t>nulla</a:t>
            </a:r>
            <a:r>
              <a:rPr lang="en-US" dirty="0">
                <a:effectLst/>
              </a:rPr>
              <a:t> </a:t>
            </a:r>
            <a:r>
              <a:rPr lang="en-US" dirty="0" err="1">
                <a:effectLst/>
              </a:rPr>
              <a:t>erat</a:t>
            </a:r>
            <a:r>
              <a:rPr lang="en-US" dirty="0">
                <a:effectLst/>
              </a:rPr>
              <a:t> a magna. </a:t>
            </a:r>
            <a:r>
              <a:rPr lang="en-US" dirty="0" err="1">
                <a:effectLst/>
              </a:rPr>
              <a:t>Fusce</a:t>
            </a:r>
            <a:r>
              <a:rPr lang="en-US" dirty="0">
                <a:effectLst/>
              </a:rPr>
              <a:t> at dui </a:t>
            </a:r>
            <a:r>
              <a:rPr lang="en-US" dirty="0" err="1">
                <a:effectLst/>
              </a:rPr>
              <a:t>risus</a:t>
            </a:r>
            <a:r>
              <a:rPr lang="en-US" dirty="0">
                <a:effectLst/>
              </a:rPr>
              <a:t>. Proin </a:t>
            </a:r>
            <a:r>
              <a:rPr lang="en-US" dirty="0" err="1">
                <a:effectLst/>
              </a:rPr>
              <a:t>efficitur</a:t>
            </a:r>
            <a:r>
              <a:rPr lang="en-US" dirty="0">
                <a:effectLst/>
              </a:rPr>
              <a:t> </a:t>
            </a:r>
            <a:r>
              <a:rPr lang="en-US" dirty="0" err="1">
                <a:effectLst/>
              </a:rPr>
              <a:t>lectus</a:t>
            </a:r>
            <a:r>
              <a:rPr lang="en-US" dirty="0">
                <a:effectLst/>
              </a:rPr>
              <a:t> </a:t>
            </a:r>
            <a:r>
              <a:rPr lang="en-US" dirty="0" err="1">
                <a:effectLst/>
              </a:rPr>
              <a:t>neque</a:t>
            </a:r>
            <a:r>
              <a:rPr lang="en-US" dirty="0">
                <a:effectLst/>
              </a:rPr>
              <a:t>, </a:t>
            </a:r>
            <a:r>
              <a:rPr lang="en-US" dirty="0" err="1">
                <a:effectLst/>
              </a:rPr>
              <a:t>quis</a:t>
            </a:r>
            <a:r>
              <a:rPr lang="en-US" dirty="0">
                <a:effectLst/>
              </a:rPr>
              <a:t> semper </a:t>
            </a:r>
            <a:r>
              <a:rPr lang="en-US" dirty="0" err="1">
                <a:effectLst/>
              </a:rPr>
              <a:t>velit</a:t>
            </a:r>
            <a:r>
              <a:rPr lang="en-US" dirty="0">
                <a:effectLst/>
              </a:rPr>
              <a:t> </a:t>
            </a:r>
            <a:r>
              <a:rPr lang="en-US" dirty="0" err="1">
                <a:effectLst/>
              </a:rPr>
              <a:t>placerat</a:t>
            </a:r>
            <a:r>
              <a:rPr lang="en-US" dirty="0">
                <a:effectLst/>
              </a:rPr>
              <a:t> vel. Proin at </a:t>
            </a:r>
            <a:r>
              <a:rPr lang="en-US" dirty="0" err="1">
                <a:effectLst/>
              </a:rPr>
              <a:t>hendrerit</a:t>
            </a:r>
            <a:r>
              <a:rPr lang="en-US" dirty="0">
                <a:effectLst/>
              </a:rPr>
              <a:t> </a:t>
            </a:r>
            <a:r>
              <a:rPr lang="en-US" dirty="0" err="1">
                <a:effectLst/>
              </a:rPr>
              <a:t>tortor</a:t>
            </a:r>
            <a:r>
              <a:rPr lang="en-US" dirty="0">
                <a:effectLst/>
              </a:rPr>
              <a:t>, id tempus sem. </a:t>
            </a:r>
            <a:r>
              <a:rPr lang="en-US" dirty="0" err="1">
                <a:effectLst/>
              </a:rPr>
              <a:t>Suspendisse</a:t>
            </a:r>
            <a:r>
              <a:rPr lang="en-US" dirty="0">
                <a:effectLst/>
              </a:rPr>
              <a:t> non </a:t>
            </a:r>
            <a:r>
              <a:rPr lang="en-US" dirty="0" err="1">
                <a:effectLst/>
              </a:rPr>
              <a:t>lobortis</a:t>
            </a:r>
            <a:r>
              <a:rPr lang="en-US" dirty="0">
                <a:effectLst/>
              </a:rPr>
              <a:t> </a:t>
            </a:r>
            <a:r>
              <a:rPr lang="en-US" dirty="0" err="1">
                <a:effectLst/>
              </a:rPr>
              <a:t>augue</a:t>
            </a:r>
            <a:r>
              <a:rPr lang="en-US" dirty="0">
                <a:effectLst/>
              </a:rPr>
              <a:t>. Nunc </a:t>
            </a:r>
            <a:r>
              <a:rPr lang="en-US" dirty="0" err="1">
                <a:effectLst/>
              </a:rPr>
              <a:t>finibus</a:t>
            </a:r>
            <a:r>
              <a:rPr lang="en-US" dirty="0">
                <a:effectLst/>
              </a:rPr>
              <a:t> auctor </a:t>
            </a:r>
            <a:r>
              <a:rPr lang="en-US" dirty="0" err="1">
                <a:effectLst/>
              </a:rPr>
              <a:t>felis</a:t>
            </a:r>
            <a:r>
              <a:rPr lang="en-US" dirty="0">
                <a:effectLst/>
              </a:rPr>
              <a:t>, </a:t>
            </a:r>
            <a:r>
              <a:rPr lang="en-US" dirty="0" err="1">
                <a:effectLst/>
              </a:rPr>
              <a:t>eu</a:t>
            </a:r>
            <a:r>
              <a:rPr lang="en-US" dirty="0">
                <a:effectLst/>
              </a:rPr>
              <a:t> </a:t>
            </a:r>
            <a:r>
              <a:rPr lang="en-US" dirty="0" err="1">
                <a:effectLst/>
              </a:rPr>
              <a:t>egestas</a:t>
            </a:r>
            <a:r>
              <a:rPr lang="en-US" dirty="0">
                <a:effectLst/>
              </a:rPr>
              <a:t> </a:t>
            </a:r>
            <a:r>
              <a:rPr lang="en-US" dirty="0" err="1">
                <a:effectLst/>
              </a:rPr>
              <a:t>sem</a:t>
            </a:r>
            <a:r>
              <a:rPr lang="en-US" dirty="0">
                <a:effectLst/>
              </a:rPr>
              <a:t> </a:t>
            </a:r>
            <a:r>
              <a:rPr lang="en-US" dirty="0" err="1">
                <a:effectLst/>
              </a:rPr>
              <a:t>sollicitudin</a:t>
            </a:r>
            <a:r>
              <a:rPr lang="en-US" dirty="0">
                <a:effectLst/>
              </a:rPr>
              <a:t> </a:t>
            </a:r>
            <a:r>
              <a:rPr lang="en-US" dirty="0" err="1">
                <a:effectLst/>
              </a:rPr>
              <a:t>eget</a:t>
            </a:r>
            <a:r>
              <a:rPr lang="en-US" dirty="0">
                <a:effectLst/>
              </a:rPr>
              <a:t>. Donec </a:t>
            </a:r>
            <a:r>
              <a:rPr lang="en-US" dirty="0" err="1">
                <a:effectLst/>
              </a:rPr>
              <a:t>vehicula</a:t>
            </a:r>
            <a:r>
              <a:rPr lang="en-US" dirty="0">
                <a:effectLst/>
              </a:rPr>
              <a:t> </a:t>
            </a:r>
            <a:r>
              <a:rPr lang="en-US" dirty="0" err="1">
                <a:effectLst/>
              </a:rPr>
              <a:t>aliquet</a:t>
            </a:r>
            <a:r>
              <a:rPr lang="en-US" dirty="0">
                <a:effectLst/>
              </a:rPr>
              <a:t> ipsum </a:t>
            </a:r>
            <a:r>
              <a:rPr lang="en-US" dirty="0" err="1">
                <a:effectLst/>
              </a:rPr>
              <a:t>eu</a:t>
            </a:r>
            <a:r>
              <a:rPr lang="en-US" dirty="0">
                <a:effectLst/>
              </a:rPr>
              <a:t> </a:t>
            </a:r>
            <a:r>
              <a:rPr lang="en-US" dirty="0" err="1">
                <a:effectLst/>
              </a:rPr>
              <a:t>tincidunt</a:t>
            </a:r>
            <a:r>
              <a:rPr lang="en-US" dirty="0">
                <a:effectLst/>
              </a:rPr>
              <a:t>. </a:t>
            </a:r>
            <a:r>
              <a:rPr lang="en-US" dirty="0" err="1">
                <a:effectLst/>
              </a:rPr>
              <a:t>Curabitur</a:t>
            </a:r>
            <a:r>
              <a:rPr lang="en-US" dirty="0">
                <a:effectLst/>
              </a:rPr>
              <a:t> </a:t>
            </a:r>
            <a:r>
              <a:rPr lang="en-US" dirty="0" err="1">
                <a:effectLst/>
              </a:rPr>
              <a:t>tincidunt</a:t>
            </a:r>
            <a:r>
              <a:rPr lang="en-US" dirty="0">
                <a:effectLst/>
              </a:rPr>
              <a:t> </a:t>
            </a:r>
            <a:r>
              <a:rPr lang="en-US" dirty="0" err="1">
                <a:effectLst/>
              </a:rPr>
              <a:t>turpis</a:t>
            </a:r>
            <a:r>
              <a:rPr lang="en-US" dirty="0">
                <a:effectLst/>
              </a:rPr>
              <a:t> </a:t>
            </a:r>
            <a:r>
              <a:rPr lang="en-US" dirty="0" err="1">
                <a:effectLst/>
              </a:rPr>
              <a:t>neque</a:t>
            </a:r>
            <a:r>
              <a:rPr lang="en-US" dirty="0">
                <a:effectLst/>
              </a:rPr>
              <a:t>, vitae </a:t>
            </a:r>
            <a:r>
              <a:rPr lang="en-US" dirty="0" err="1">
                <a:effectLst/>
              </a:rPr>
              <a:t>placerat</a:t>
            </a:r>
            <a:r>
              <a:rPr lang="en-US" dirty="0">
                <a:effectLst/>
              </a:rPr>
              <a:t> </a:t>
            </a:r>
            <a:r>
              <a:rPr lang="en-US" dirty="0" err="1">
                <a:effectLst/>
              </a:rPr>
              <a:t>metus</a:t>
            </a:r>
            <a:r>
              <a:rPr lang="en-US" dirty="0">
                <a:effectLst/>
              </a:rPr>
              <a:t> tempus non. Nunc tempus </a:t>
            </a:r>
            <a:r>
              <a:rPr lang="en-US" dirty="0" err="1">
                <a:effectLst/>
              </a:rPr>
              <a:t>mauris</a:t>
            </a:r>
            <a:r>
              <a:rPr lang="en-US" dirty="0">
                <a:effectLst/>
              </a:rPr>
              <a:t> magna, at semper </a:t>
            </a:r>
            <a:r>
              <a:rPr lang="en-US" dirty="0" err="1">
                <a:effectLst/>
              </a:rPr>
              <a:t>nisl</a:t>
            </a:r>
            <a:r>
              <a:rPr lang="en-US" dirty="0">
                <a:effectLst/>
              </a:rPr>
              <a:t> </a:t>
            </a:r>
            <a:r>
              <a:rPr lang="en-US" dirty="0" err="1">
                <a:effectLst/>
              </a:rPr>
              <a:t>porttitor</a:t>
            </a:r>
            <a:r>
              <a:rPr lang="en-US" dirty="0">
                <a:effectLst/>
              </a:rPr>
              <a:t> in. Sed et </a:t>
            </a:r>
            <a:r>
              <a:rPr lang="en-US" dirty="0" err="1">
                <a:effectLst/>
              </a:rPr>
              <a:t>mattis</a:t>
            </a:r>
            <a:r>
              <a:rPr lang="en-US" dirty="0">
                <a:effectLst/>
              </a:rPr>
              <a:t> est. </a:t>
            </a:r>
            <a:r>
              <a:rPr lang="en-US" dirty="0" err="1">
                <a:effectLst/>
              </a:rPr>
              <a:t>Nullam</a:t>
            </a:r>
            <a:r>
              <a:rPr lang="en-US" dirty="0">
                <a:effectLst/>
              </a:rPr>
              <a:t> </a:t>
            </a:r>
            <a:r>
              <a:rPr lang="en-US" dirty="0" err="1">
                <a:effectLst/>
              </a:rPr>
              <a:t>rutrum</a:t>
            </a:r>
            <a:r>
              <a:rPr lang="en-US" dirty="0">
                <a:effectLst/>
              </a:rPr>
              <a:t> </a:t>
            </a:r>
            <a:r>
              <a:rPr lang="en-US" dirty="0" err="1">
                <a:effectLst/>
              </a:rPr>
              <a:t>lectus</a:t>
            </a:r>
            <a:r>
              <a:rPr lang="en-US" dirty="0">
                <a:effectLst/>
              </a:rPr>
              <a:t> </a:t>
            </a:r>
            <a:r>
              <a:rPr lang="en-US" dirty="0" err="1">
                <a:effectLst/>
              </a:rPr>
              <a:t>arcu</a:t>
            </a:r>
            <a:r>
              <a:rPr lang="en-US" dirty="0">
                <a:effectLst/>
              </a:rPr>
              <a:t>, </a:t>
            </a:r>
            <a:r>
              <a:rPr lang="en-US" dirty="0" err="1">
                <a:effectLst/>
              </a:rPr>
              <a:t>ut</a:t>
            </a:r>
            <a:r>
              <a:rPr lang="en-US" dirty="0">
                <a:effectLst/>
              </a:rPr>
              <a:t> </a:t>
            </a:r>
            <a:r>
              <a:rPr lang="en-US" dirty="0" err="1">
                <a:effectLst/>
              </a:rPr>
              <a:t>facilisis</a:t>
            </a:r>
            <a:r>
              <a:rPr lang="en-US" dirty="0">
                <a:effectLst/>
              </a:rPr>
              <a:t> dui </a:t>
            </a:r>
            <a:r>
              <a:rPr lang="en-US" dirty="0" err="1">
                <a:effectLst/>
              </a:rPr>
              <a:t>lobortis</a:t>
            </a:r>
            <a:r>
              <a:rPr lang="en-US" dirty="0">
                <a:effectLst/>
              </a:rPr>
              <a:t> </a:t>
            </a:r>
            <a:r>
              <a:rPr lang="en-US" dirty="0" err="1">
                <a:effectLst/>
              </a:rPr>
              <a:t>eu</a:t>
            </a:r>
            <a:r>
              <a:rPr lang="en-US" dirty="0">
                <a:effectLst/>
              </a:rPr>
              <a:t>.</a:t>
            </a:r>
            <a:endParaRPr lang="en-US" dirty="0"/>
          </a:p>
        </p:txBody>
      </p:sp>
      <p:sp>
        <p:nvSpPr>
          <p:cNvPr id="22" name="Content Placeholder 21">
            <a:extLst>
              <a:ext uri="{FF2B5EF4-FFF2-40B4-BE49-F238E27FC236}">
                <a16:creationId xmlns:a16="http://schemas.microsoft.com/office/drawing/2014/main" id="{3FE2127D-6FE6-AFD5-ED49-85209101DFBB}"/>
              </a:ext>
            </a:extLst>
          </p:cNvPr>
          <p:cNvSpPr>
            <a:spLocks noGrp="1"/>
          </p:cNvSpPr>
          <p:nvPr>
            <p:ph sz="quarter" idx="17"/>
          </p:nvPr>
        </p:nvSpPr>
        <p:spPr>
          <a:xfrm>
            <a:off x="6524625" y="1592263"/>
            <a:ext cx="5303838" cy="4819650"/>
          </a:xfrm>
        </p:spPr>
        <p:txBody>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Arc 11">
            <a:extLst>
              <a:ext uri="{FF2B5EF4-FFF2-40B4-BE49-F238E27FC236}">
                <a16:creationId xmlns:a16="http://schemas.microsoft.com/office/drawing/2014/main" id="{F2D3A114-5BB5-932F-328A-072DFC284C58}"/>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4" name="Arc 11">
            <a:extLst>
              <a:ext uri="{FF2B5EF4-FFF2-40B4-BE49-F238E27FC236}">
                <a16:creationId xmlns:a16="http://schemas.microsoft.com/office/drawing/2014/main" id="{89E0E112-EED1-3196-B307-15398844C652}"/>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6" name="Arc 11">
            <a:extLst>
              <a:ext uri="{FF2B5EF4-FFF2-40B4-BE49-F238E27FC236}">
                <a16:creationId xmlns:a16="http://schemas.microsoft.com/office/drawing/2014/main" id="{1AF5D1C9-5CC0-8264-34C4-C2D2881F94C4}"/>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7" name="Arc 11">
            <a:extLst>
              <a:ext uri="{FF2B5EF4-FFF2-40B4-BE49-F238E27FC236}">
                <a16:creationId xmlns:a16="http://schemas.microsoft.com/office/drawing/2014/main" id="{8E3EB17C-C466-D8A4-A10F-0A04AFB6165D}"/>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33" name="TextBox 32">
            <a:extLst>
              <a:ext uri="{FF2B5EF4-FFF2-40B4-BE49-F238E27FC236}">
                <a16:creationId xmlns:a16="http://schemas.microsoft.com/office/drawing/2014/main" id="{E07508C9-B427-5FAE-07E8-DA3BE67FFD68}"/>
              </a:ext>
            </a:extLst>
          </p:cNvPr>
          <p:cNvSpPr txBox="1"/>
          <p:nvPr/>
        </p:nvSpPr>
        <p:spPr>
          <a:xfrm>
            <a:off x="9362303" y="6561438"/>
            <a:ext cx="2224217" cy="184666"/>
          </a:xfrm>
          <a:prstGeom prst="rect">
            <a:avLst/>
          </a:prstGeom>
          <a:noFill/>
        </p:spPr>
        <p:txBody>
          <a:bodyPr wrap="square" rtlCol="0">
            <a:spAutoFit/>
          </a:bodyPr>
          <a:lstStyle/>
          <a:p>
            <a:pPr algn="r"/>
            <a:r>
              <a:rPr lang="en-US" sz="600" dirty="0">
                <a:solidFill>
                  <a:srgbClr val="FFFFFF"/>
                </a:solidFill>
                <a:latin typeface="+mn-lt"/>
              </a:rPr>
              <a:t>©2026 EXTREME NETWORKS, INC. ALL RIGHTS RESERVED.</a:t>
            </a:r>
          </a:p>
        </p:txBody>
      </p:sp>
      <p:sp>
        <p:nvSpPr>
          <p:cNvPr id="34" name="TextBox 33">
            <a:extLst>
              <a:ext uri="{FF2B5EF4-FFF2-40B4-BE49-F238E27FC236}">
                <a16:creationId xmlns:a16="http://schemas.microsoft.com/office/drawing/2014/main" id="{D51C1569-5AFA-AA2E-6F76-37E8631A3D0F}"/>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smtClean="0">
                <a:solidFill>
                  <a:srgbClr val="FFFFFF"/>
                </a:solidFill>
                <a:latin typeface="+mn-lt"/>
              </a:rPr>
              <a:pPr algn="r"/>
              <a:t>‹#›</a:t>
            </a:fld>
            <a:endParaRPr lang="en-US" sz="800" b="1" dirty="0">
              <a:solidFill>
                <a:srgbClr val="FFFFFF"/>
              </a:solidFill>
              <a:latin typeface="+mn-lt"/>
            </a:endParaRPr>
          </a:p>
        </p:txBody>
      </p:sp>
      <p:sp>
        <p:nvSpPr>
          <p:cNvPr id="2" name="Text Placeholder 16">
            <a:extLst>
              <a:ext uri="{FF2B5EF4-FFF2-40B4-BE49-F238E27FC236}">
                <a16:creationId xmlns:a16="http://schemas.microsoft.com/office/drawing/2014/main" id="{0C86FA90-E4BB-2314-D4BD-9273BC91CF7C}"/>
              </a:ext>
            </a:extLst>
          </p:cNvPr>
          <p:cNvSpPr>
            <a:spLocks noGrp="1"/>
          </p:cNvSpPr>
          <p:nvPr>
            <p:ph type="body" sz="quarter" idx="12" hasCustomPrompt="1"/>
          </p:nvPr>
        </p:nvSpPr>
        <p:spPr>
          <a:xfrm>
            <a:off x="449351" y="398928"/>
            <a:ext cx="8405486" cy="381001"/>
          </a:xfrm>
          <a:prstGeom prst="rect">
            <a:avLst/>
          </a:prstGeom>
        </p:spPr>
        <p:txBody>
          <a:bodyPr anchor="ctr">
            <a:noAutofit/>
          </a:bodyPr>
          <a:lstStyle>
            <a:lvl1pPr marL="45720" indent="0">
              <a:buNone/>
              <a:defRPr sz="2200" b="1" i="0">
                <a:solidFill>
                  <a:srgbClr val="440099"/>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3" name="Rectangle 2">
            <a:extLst>
              <a:ext uri="{FF2B5EF4-FFF2-40B4-BE49-F238E27FC236}">
                <a16:creationId xmlns:a16="http://schemas.microsoft.com/office/drawing/2014/main" id="{F019AEF8-A015-9412-A6B7-0295892D82A4}"/>
              </a:ext>
            </a:extLst>
          </p:cNvPr>
          <p:cNvSpPr/>
          <p:nvPr userDrawn="1"/>
        </p:nvSpPr>
        <p:spPr>
          <a:xfrm>
            <a:off x="7992534" y="1260475"/>
            <a:ext cx="4199466" cy="559752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pic>
        <p:nvPicPr>
          <p:cNvPr id="7" name="Picture 6" descr="A purple circle with black background  AI-generated content may be incorrect.">
            <a:extLst>
              <a:ext uri="{FF2B5EF4-FFF2-40B4-BE49-F238E27FC236}">
                <a16:creationId xmlns:a16="http://schemas.microsoft.com/office/drawing/2014/main" id="{12B3D863-D5ED-FB29-1B7B-7063C4D23F1A}"/>
              </a:ext>
            </a:extLst>
          </p:cNvPr>
          <p:cNvPicPr/>
          <p:nvPr userDrawn="1"/>
        </p:nvPicPr>
        <p:blipFill>
          <a:blip r:embed="rId2" cstate="screen">
            <a:extLst>
              <a:ext uri="{28A0092B-C50C-407E-A947-70E740481C1C}">
                <a14:useLocalDpi xmlns:a14="http://schemas.microsoft.com/office/drawing/2010/main"/>
              </a:ext>
            </a:extLst>
          </a:blip>
          <a:srcRect/>
          <a:stretch/>
        </p:blipFill>
        <p:spPr>
          <a:xfrm>
            <a:off x="37281" y="1260473"/>
            <a:ext cx="10953193" cy="5597525"/>
          </a:xfrm>
          <a:prstGeom prst="rect">
            <a:avLst/>
          </a:prstGeom>
        </p:spPr>
      </p:pic>
      <p:sp>
        <p:nvSpPr>
          <p:cNvPr id="9" name="Arc 11">
            <a:extLst>
              <a:ext uri="{FF2B5EF4-FFF2-40B4-BE49-F238E27FC236}">
                <a16:creationId xmlns:a16="http://schemas.microsoft.com/office/drawing/2014/main" id="{0F614761-9B88-E7B9-631C-B4633E46DD20}"/>
              </a:ext>
            </a:extLst>
          </p:cNvPr>
          <p:cNvSpPr/>
          <p:nvPr userDrawn="1"/>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5" name="Arc 11">
            <a:extLst>
              <a:ext uri="{FF2B5EF4-FFF2-40B4-BE49-F238E27FC236}">
                <a16:creationId xmlns:a16="http://schemas.microsoft.com/office/drawing/2014/main" id="{3C35EE29-E2D3-36FE-A160-3A952214FCFA}"/>
              </a:ext>
            </a:extLst>
          </p:cNvPr>
          <p:cNvSpPr/>
          <p:nvPr userDrawn="1"/>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7" name="TextBox 16">
            <a:extLst>
              <a:ext uri="{FF2B5EF4-FFF2-40B4-BE49-F238E27FC236}">
                <a16:creationId xmlns:a16="http://schemas.microsoft.com/office/drawing/2014/main" id="{99E0444A-17DD-CDF4-772D-01D36A49CDCD}"/>
              </a:ext>
            </a:extLst>
          </p:cNvPr>
          <p:cNvSpPr txBox="1"/>
          <p:nvPr userDrawn="1"/>
        </p:nvSpPr>
        <p:spPr>
          <a:xfrm>
            <a:off x="9362303" y="6561438"/>
            <a:ext cx="2224217" cy="184666"/>
          </a:xfrm>
          <a:prstGeom prst="rect">
            <a:avLst/>
          </a:prstGeom>
          <a:noFill/>
        </p:spPr>
        <p:txBody>
          <a:bodyPr wrap="square" rtlCol="0">
            <a:spAutoFit/>
          </a:bodyPr>
          <a:lstStyle/>
          <a:p>
            <a:pPr algn="r"/>
            <a:r>
              <a:rPr lang="en-US" sz="600" dirty="0">
                <a:solidFill>
                  <a:srgbClr val="FFFFFF"/>
                </a:solidFill>
                <a:latin typeface="+mn-lt"/>
              </a:rPr>
              <a:t>©2025 EXTREME NETWORKS, INC. ALL RIGHTS RESERVED.</a:t>
            </a:r>
          </a:p>
        </p:txBody>
      </p:sp>
      <p:sp>
        <p:nvSpPr>
          <p:cNvPr id="19" name="TextBox 18">
            <a:extLst>
              <a:ext uri="{FF2B5EF4-FFF2-40B4-BE49-F238E27FC236}">
                <a16:creationId xmlns:a16="http://schemas.microsoft.com/office/drawing/2014/main" id="{307855D4-5AB6-3628-0570-A109359D5C1A}"/>
              </a:ext>
            </a:extLst>
          </p:cNvPr>
          <p:cNvSpPr txBox="1"/>
          <p:nvPr userDrawn="1"/>
        </p:nvSpPr>
        <p:spPr>
          <a:xfrm>
            <a:off x="11528854" y="6536202"/>
            <a:ext cx="374823" cy="215444"/>
          </a:xfrm>
          <a:prstGeom prst="rect">
            <a:avLst/>
          </a:prstGeom>
          <a:noFill/>
        </p:spPr>
        <p:txBody>
          <a:bodyPr wrap="square" rtlCol="0">
            <a:spAutoFit/>
          </a:bodyPr>
          <a:lstStyle/>
          <a:p>
            <a:pPr algn="r"/>
            <a:fld id="{4D173BAC-2D4A-1041-958B-8C29CE0F6A24}" type="slidenum">
              <a:rPr lang="en-US" sz="800" b="1" smtClean="0">
                <a:solidFill>
                  <a:srgbClr val="FFFFFF"/>
                </a:solidFill>
                <a:latin typeface="+mn-lt"/>
              </a:rPr>
              <a:pPr algn="r"/>
              <a:t>‹#›</a:t>
            </a:fld>
            <a:endParaRPr lang="en-US" sz="800" b="1" dirty="0">
              <a:solidFill>
                <a:srgbClr val="FFFFFF"/>
              </a:solidFill>
              <a:latin typeface="+mn-lt"/>
            </a:endParaRPr>
          </a:p>
        </p:txBody>
      </p:sp>
    </p:spTree>
    <p:extLst>
      <p:ext uri="{BB962C8B-B14F-4D97-AF65-F5344CB8AC3E}">
        <p14:creationId xmlns:p14="http://schemas.microsoft.com/office/powerpoint/2010/main" val="3808271157"/>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_Text_&amp;_Image-1">
    <p:bg>
      <p:bgRef idx="1001">
        <a:schemeClr val="bg1"/>
      </p:bgRef>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4182C9F5-4136-79AD-C391-76880F92CDAF}"/>
              </a:ext>
            </a:extLst>
          </p:cNvPr>
          <p:cNvSpPr>
            <a:spLocks noGrp="1" noRot="1" noMove="1" noResize="1" noEditPoints="1" noAdjustHandles="1" noChangeArrowheads="1" noChangeShapeType="1"/>
          </p:cNvSpPr>
          <p:nvPr/>
        </p:nvSpPr>
        <p:spPr>
          <a:xfrm>
            <a:off x="7992534" y="1260475"/>
            <a:ext cx="4199466" cy="559752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pic>
        <p:nvPicPr>
          <p:cNvPr id="15" name="Picture 14" descr="A purple circle with black background  AI-generated content may be incorrect.">
            <a:extLst>
              <a:ext uri="{FF2B5EF4-FFF2-40B4-BE49-F238E27FC236}">
                <a16:creationId xmlns:a16="http://schemas.microsoft.com/office/drawing/2014/main" id="{39AFC1BF-A482-2E7E-DE17-7182A03ECC53}"/>
              </a:ext>
            </a:extLst>
          </p:cNvPr>
          <p:cNvPicPr>
            <a:picLocks noGrp="1" noRot="1" noChangeAspect="1" noMove="1" noResize="1" noEditPoints="1" noAdjustHandles="1" noChangeArrowheads="1" noChangeShapeType="1" noCrop="1"/>
          </p:cNvPicPr>
          <p:nvPr/>
        </p:nvPicPr>
        <p:blipFill>
          <a:blip r:embed="rId2" cstate="screen">
            <a:extLst>
              <a:ext uri="{28A0092B-C50C-407E-A947-70E740481C1C}">
                <a14:useLocalDpi xmlns:a14="http://schemas.microsoft.com/office/drawing/2010/main"/>
              </a:ext>
            </a:extLst>
          </a:blip>
          <a:srcRect/>
          <a:stretch/>
        </p:blipFill>
        <p:spPr>
          <a:xfrm>
            <a:off x="37281" y="1260473"/>
            <a:ext cx="10953193" cy="5597525"/>
          </a:xfrm>
          <a:prstGeom prst="rect">
            <a:avLst/>
          </a:prstGeom>
        </p:spPr>
      </p:pic>
      <p:sp>
        <p:nvSpPr>
          <p:cNvPr id="5" name="Process 4">
            <a:extLst>
              <a:ext uri="{FF2B5EF4-FFF2-40B4-BE49-F238E27FC236}">
                <a16:creationId xmlns:a16="http://schemas.microsoft.com/office/drawing/2014/main" id="{702124D0-3ECE-3545-6DE4-F9B12CE0DC2C}"/>
              </a:ext>
            </a:extLst>
          </p:cNvPr>
          <p:cNvSpPr>
            <a:spLocks noGrp="1" noRot="1" noMove="1" noResize="1" noEditPoints="1" noAdjustHandles="1" noChangeArrowheads="1" noChangeShapeType="1"/>
          </p:cNvSpPr>
          <p:nvPr userDrawn="1"/>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12" name="Arc 11">
            <a:extLst>
              <a:ext uri="{FF2B5EF4-FFF2-40B4-BE49-F238E27FC236}">
                <a16:creationId xmlns:a16="http://schemas.microsoft.com/office/drawing/2014/main" id="{04DD7991-F962-C1CD-1B70-FD0B6F8E28AD}"/>
              </a:ext>
            </a:extLst>
          </p:cNvPr>
          <p:cNvSpPr>
            <a:spLocks noGrp="1" noRot="1" noMove="1" noResize="1" noEditPoints="1" noAdjustHandles="1" noChangeArrowheads="1" noChangeShapeType="1"/>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3" name="Arc 11">
            <a:extLst>
              <a:ext uri="{FF2B5EF4-FFF2-40B4-BE49-F238E27FC236}">
                <a16:creationId xmlns:a16="http://schemas.microsoft.com/office/drawing/2014/main" id="{D87D93B1-025A-7212-05B1-00BE09AA861B}"/>
              </a:ext>
            </a:extLst>
          </p:cNvPr>
          <p:cNvSpPr>
            <a:spLocks noGrp="1" noRot="1" noMove="1" noResize="1" noEditPoints="1" noAdjustHandles="1" noChangeArrowheads="1" noChangeShapeType="1"/>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pic>
        <p:nvPicPr>
          <p:cNvPr id="11" name="Graphic 10">
            <a:extLst>
              <a:ext uri="{FF2B5EF4-FFF2-40B4-BE49-F238E27FC236}">
                <a16:creationId xmlns:a16="http://schemas.microsoft.com/office/drawing/2014/main" id="{3A796EBE-B2D0-5C11-1F6A-ED0B98A8D06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10607" y="222069"/>
            <a:ext cx="1318093" cy="323306"/>
          </a:xfrm>
          <a:prstGeom prst="rect">
            <a:avLst/>
          </a:prstGeom>
        </p:spPr>
      </p:pic>
      <p:sp>
        <p:nvSpPr>
          <p:cNvPr id="22" name="Content Placeholder 21">
            <a:extLst>
              <a:ext uri="{FF2B5EF4-FFF2-40B4-BE49-F238E27FC236}">
                <a16:creationId xmlns:a16="http://schemas.microsoft.com/office/drawing/2014/main" id="{3FE2127D-6FE6-AFD5-ED49-85209101DFBB}"/>
              </a:ext>
            </a:extLst>
          </p:cNvPr>
          <p:cNvSpPr>
            <a:spLocks noGrp="1"/>
          </p:cNvSpPr>
          <p:nvPr>
            <p:ph sz="quarter" idx="17"/>
          </p:nvPr>
        </p:nvSpPr>
        <p:spPr>
          <a:xfrm>
            <a:off x="6524625" y="1592263"/>
            <a:ext cx="5303838" cy="4819650"/>
          </a:xfrm>
        </p:spPr>
        <p:txBody>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Arc 11">
            <a:extLst>
              <a:ext uri="{FF2B5EF4-FFF2-40B4-BE49-F238E27FC236}">
                <a16:creationId xmlns:a16="http://schemas.microsoft.com/office/drawing/2014/main" id="{F2D3A114-5BB5-932F-328A-072DFC284C58}"/>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4" name="Arc 11">
            <a:extLst>
              <a:ext uri="{FF2B5EF4-FFF2-40B4-BE49-F238E27FC236}">
                <a16:creationId xmlns:a16="http://schemas.microsoft.com/office/drawing/2014/main" id="{89E0E112-EED1-3196-B307-15398844C652}"/>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6" name="Arc 11">
            <a:extLst>
              <a:ext uri="{FF2B5EF4-FFF2-40B4-BE49-F238E27FC236}">
                <a16:creationId xmlns:a16="http://schemas.microsoft.com/office/drawing/2014/main" id="{1AF5D1C9-5CC0-8264-34C4-C2D2881F94C4}"/>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7" name="Arc 11">
            <a:extLst>
              <a:ext uri="{FF2B5EF4-FFF2-40B4-BE49-F238E27FC236}">
                <a16:creationId xmlns:a16="http://schemas.microsoft.com/office/drawing/2014/main" id="{8E3EB17C-C466-D8A4-A10F-0A04AFB6165D}"/>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5" name="TextBox 24">
            <a:extLst>
              <a:ext uri="{FF2B5EF4-FFF2-40B4-BE49-F238E27FC236}">
                <a16:creationId xmlns:a16="http://schemas.microsoft.com/office/drawing/2014/main" id="{41D79885-DAD2-7016-4EB8-23532EDACA1D}"/>
              </a:ext>
            </a:extLst>
          </p:cNvPr>
          <p:cNvSpPr txBox="1"/>
          <p:nvPr/>
        </p:nvSpPr>
        <p:spPr>
          <a:xfrm>
            <a:off x="9362303" y="6561438"/>
            <a:ext cx="2224217" cy="184666"/>
          </a:xfrm>
          <a:prstGeom prst="rect">
            <a:avLst/>
          </a:prstGeom>
          <a:noFill/>
        </p:spPr>
        <p:txBody>
          <a:bodyPr wrap="square" rtlCol="0">
            <a:spAutoFit/>
          </a:bodyPr>
          <a:lstStyle/>
          <a:p>
            <a:pPr algn="r"/>
            <a:r>
              <a:rPr lang="en-US" sz="600" dirty="0">
                <a:solidFill>
                  <a:srgbClr val="FFFFFF"/>
                </a:solidFill>
                <a:latin typeface="+mn-lt"/>
              </a:rPr>
              <a:t>©2026 EXTREME NETWORKS, INC. ALL RIGHTS RESERVED.</a:t>
            </a:r>
          </a:p>
        </p:txBody>
      </p:sp>
      <p:sp>
        <p:nvSpPr>
          <p:cNvPr id="28" name="TextBox 27">
            <a:extLst>
              <a:ext uri="{FF2B5EF4-FFF2-40B4-BE49-F238E27FC236}">
                <a16:creationId xmlns:a16="http://schemas.microsoft.com/office/drawing/2014/main" id="{4E2793FB-07A6-3981-727A-BA9B41144F5E}"/>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smtClean="0">
                <a:solidFill>
                  <a:srgbClr val="FFFFFF"/>
                </a:solidFill>
                <a:latin typeface="+mn-lt"/>
              </a:rPr>
              <a:pPr algn="r"/>
              <a:t>‹#›</a:t>
            </a:fld>
            <a:endParaRPr lang="en-US" sz="800" b="1" dirty="0">
              <a:solidFill>
                <a:srgbClr val="FFFFFF"/>
              </a:solidFill>
              <a:latin typeface="+mn-lt"/>
            </a:endParaRPr>
          </a:p>
        </p:txBody>
      </p:sp>
      <p:sp>
        <p:nvSpPr>
          <p:cNvPr id="2" name="Text Placeholder 16">
            <a:extLst>
              <a:ext uri="{FF2B5EF4-FFF2-40B4-BE49-F238E27FC236}">
                <a16:creationId xmlns:a16="http://schemas.microsoft.com/office/drawing/2014/main" id="{78E028F1-F761-719B-DC78-7B6144B81EEB}"/>
              </a:ext>
            </a:extLst>
          </p:cNvPr>
          <p:cNvSpPr>
            <a:spLocks noGrp="1"/>
          </p:cNvSpPr>
          <p:nvPr>
            <p:ph type="body" sz="quarter" idx="18" hasCustomPrompt="1"/>
          </p:nvPr>
        </p:nvSpPr>
        <p:spPr>
          <a:xfrm>
            <a:off x="449351" y="380998"/>
            <a:ext cx="8260696" cy="381001"/>
          </a:xfrm>
          <a:prstGeom prst="rect">
            <a:avLst/>
          </a:prstGeom>
        </p:spPr>
        <p:txBody>
          <a:bodyPr anchor="b">
            <a:noAutofit/>
          </a:bodyPr>
          <a:lstStyle>
            <a:lvl1pPr marL="45720" indent="0">
              <a:buNone/>
              <a:defRPr sz="2200" b="1" i="0">
                <a:solidFill>
                  <a:srgbClr val="440099"/>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3" name="Text Placeholder 16">
            <a:extLst>
              <a:ext uri="{FF2B5EF4-FFF2-40B4-BE49-F238E27FC236}">
                <a16:creationId xmlns:a16="http://schemas.microsoft.com/office/drawing/2014/main" id="{ED240E59-0A6E-E9E6-69A8-31120C6CF34A}"/>
              </a:ext>
            </a:extLst>
          </p:cNvPr>
          <p:cNvSpPr>
            <a:spLocks noGrp="1"/>
          </p:cNvSpPr>
          <p:nvPr>
            <p:ph type="body" sz="quarter" idx="15" hasCustomPrompt="1"/>
          </p:nvPr>
        </p:nvSpPr>
        <p:spPr>
          <a:xfrm>
            <a:off x="449351" y="837300"/>
            <a:ext cx="8260696" cy="381001"/>
          </a:xfrm>
          <a:prstGeom prst="rect">
            <a:avLst/>
          </a:prstGeom>
        </p:spPr>
        <p:txBody>
          <a:bodyPr anchor="t">
            <a:noAutofit/>
          </a:bodyPr>
          <a:lstStyle>
            <a:lvl1pPr marL="45720" indent="0">
              <a:buNone/>
              <a:defRPr sz="1400" b="0" i="0">
                <a:solidFill>
                  <a:schemeClr val="tx1"/>
                </a:solidFill>
                <a:latin typeface="DM Sans Medium" pitchFamily="50" charset="0"/>
              </a:defRPr>
            </a:lvl1pPr>
            <a:lvl2pPr>
              <a:defRPr sz="3400"/>
            </a:lvl2pPr>
            <a:lvl3pPr>
              <a:defRPr sz="3400"/>
            </a:lvl3pPr>
            <a:lvl4pPr>
              <a:defRPr sz="3400"/>
            </a:lvl4pPr>
            <a:lvl5pPr>
              <a:defRPr sz="3400"/>
            </a:lvl5pPr>
          </a:lstStyle>
          <a:p>
            <a:pPr lvl="0"/>
            <a:r>
              <a:rPr lang="en-US" dirty="0"/>
              <a:t>Title Goes Here (H2*)</a:t>
            </a:r>
          </a:p>
        </p:txBody>
      </p:sp>
      <p:sp>
        <p:nvSpPr>
          <p:cNvPr id="7" name="Text Placeholder 8">
            <a:extLst>
              <a:ext uri="{FF2B5EF4-FFF2-40B4-BE49-F238E27FC236}">
                <a16:creationId xmlns:a16="http://schemas.microsoft.com/office/drawing/2014/main" id="{D0E012C5-56A3-901B-E5BA-2CA2AF75FAE4}"/>
              </a:ext>
            </a:extLst>
          </p:cNvPr>
          <p:cNvSpPr>
            <a:spLocks noGrp="1"/>
          </p:cNvSpPr>
          <p:nvPr>
            <p:ph type="body" sz="quarter" idx="14" hasCustomPrompt="1"/>
          </p:nvPr>
        </p:nvSpPr>
        <p:spPr>
          <a:xfrm>
            <a:off x="408125" y="1482543"/>
            <a:ext cx="3193031" cy="308509"/>
          </a:xfrm>
        </p:spPr>
        <p:txBody>
          <a:bodyPr lIns="0" tIns="0" rIns="0" bIns="0" anchor="b">
            <a:noAutofit/>
          </a:bodyPr>
          <a:lstStyle>
            <a:lvl1pPr marL="0" indent="0">
              <a:lnSpc>
                <a:spcPct val="100000"/>
              </a:lnSpc>
              <a:spcBef>
                <a:spcPts val="0"/>
              </a:spcBef>
              <a:spcAft>
                <a:spcPts val="600"/>
              </a:spcAft>
              <a:buFont typeface="DM Sans" panose="020B0604020202020204" pitchFamily="34" charset="0"/>
              <a:buNone/>
              <a:defRPr sz="1300" b="1">
                <a:latin typeface="+mn-lt"/>
              </a:defRPr>
            </a:lvl1pPr>
          </a:lstStyle>
          <a:p>
            <a:pPr lvl="0"/>
            <a:r>
              <a:rPr lang="en-US" dirty="0"/>
              <a:t>Lorem ipsum dolor sit </a:t>
            </a:r>
            <a:r>
              <a:rPr lang="en-US" dirty="0" err="1"/>
              <a:t>amet</a:t>
            </a:r>
            <a:endParaRPr lang="en-US" dirty="0"/>
          </a:p>
        </p:txBody>
      </p:sp>
      <p:sp>
        <p:nvSpPr>
          <p:cNvPr id="8" name="Text Placeholder 8">
            <a:extLst>
              <a:ext uri="{FF2B5EF4-FFF2-40B4-BE49-F238E27FC236}">
                <a16:creationId xmlns:a16="http://schemas.microsoft.com/office/drawing/2014/main" id="{5EFEADCA-FEFE-B3AA-4FC3-1B7FE6F16CBA}"/>
              </a:ext>
            </a:extLst>
          </p:cNvPr>
          <p:cNvSpPr>
            <a:spLocks noGrp="1"/>
          </p:cNvSpPr>
          <p:nvPr>
            <p:ph type="body" sz="quarter" idx="16" hasCustomPrompt="1"/>
          </p:nvPr>
        </p:nvSpPr>
        <p:spPr>
          <a:xfrm>
            <a:off x="408125" y="1922810"/>
            <a:ext cx="3193031" cy="3992568"/>
          </a:xfrm>
        </p:spPr>
        <p:txBody>
          <a:bodyPr lIns="0" tIns="0" rIns="0" bIns="0" anchor="t">
            <a:noAutofit/>
          </a:bodyPr>
          <a:lstStyle>
            <a:lvl1pPr marL="0" indent="0">
              <a:lnSpc>
                <a:spcPct val="100000"/>
              </a:lnSpc>
              <a:spcBef>
                <a:spcPts val="0"/>
              </a:spcBef>
              <a:spcAft>
                <a:spcPts val="600"/>
              </a:spcAft>
              <a:buFont typeface="DM Sans" panose="020B0604020202020204" pitchFamily="34" charset="0"/>
              <a:buNone/>
              <a:defRPr sz="1300" b="0">
                <a:latin typeface="+mn-lt"/>
              </a:defRPr>
            </a:lvl1pPr>
          </a:lstStyle>
          <a:p>
            <a:pPr lvl="0"/>
            <a:r>
              <a:rPr lang="en-US" dirty="0" err="1">
                <a:effectLst/>
              </a:rPr>
              <a:t>Consectetur</a:t>
            </a:r>
            <a:r>
              <a:rPr lang="en-US" dirty="0">
                <a:effectLst/>
              </a:rPr>
              <a:t> </a:t>
            </a:r>
            <a:r>
              <a:rPr lang="en-US" dirty="0" err="1">
                <a:effectLst/>
              </a:rPr>
              <a:t>adipiscing</a:t>
            </a:r>
            <a:r>
              <a:rPr lang="en-US" dirty="0">
                <a:effectLst/>
              </a:rPr>
              <a:t> </a:t>
            </a:r>
            <a:r>
              <a:rPr lang="en-US" dirty="0" err="1">
                <a:effectLst/>
              </a:rPr>
              <a:t>elit</a:t>
            </a:r>
            <a:r>
              <a:rPr lang="en-US" dirty="0">
                <a:effectLst/>
              </a:rPr>
              <a:t>. Ut sed </a:t>
            </a:r>
            <a:r>
              <a:rPr lang="en-US" dirty="0" err="1">
                <a:effectLst/>
              </a:rPr>
              <a:t>orci</a:t>
            </a:r>
            <a:r>
              <a:rPr lang="en-US" dirty="0">
                <a:effectLst/>
              </a:rPr>
              <a:t> </a:t>
            </a:r>
            <a:r>
              <a:rPr lang="en-US" dirty="0" err="1">
                <a:effectLst/>
              </a:rPr>
              <a:t>molestie</a:t>
            </a:r>
            <a:r>
              <a:rPr lang="en-US" dirty="0">
                <a:effectLst/>
              </a:rPr>
              <a:t>, </a:t>
            </a:r>
            <a:r>
              <a:rPr lang="en-US" dirty="0" err="1">
                <a:effectLst/>
              </a:rPr>
              <a:t>varius</a:t>
            </a:r>
            <a:r>
              <a:rPr lang="en-US" dirty="0">
                <a:effectLst/>
              </a:rPr>
              <a:t> </a:t>
            </a:r>
            <a:r>
              <a:rPr lang="en-US" dirty="0" err="1">
                <a:effectLst/>
              </a:rPr>
              <a:t>lectus</a:t>
            </a:r>
            <a:r>
              <a:rPr lang="en-US" dirty="0">
                <a:effectLst/>
              </a:rPr>
              <a:t> et, </a:t>
            </a:r>
            <a:r>
              <a:rPr lang="en-US" dirty="0" err="1">
                <a:effectLst/>
              </a:rPr>
              <a:t>facilisis</a:t>
            </a:r>
            <a:r>
              <a:rPr lang="en-US" dirty="0">
                <a:effectLst/>
              </a:rPr>
              <a:t> </a:t>
            </a:r>
            <a:r>
              <a:rPr lang="en-US" dirty="0" err="1">
                <a:effectLst/>
              </a:rPr>
              <a:t>massa</a:t>
            </a:r>
            <a:r>
              <a:rPr lang="en-US" dirty="0">
                <a:effectLst/>
              </a:rPr>
              <a:t>. Sed </a:t>
            </a:r>
            <a:r>
              <a:rPr lang="en-US" dirty="0" err="1">
                <a:effectLst/>
              </a:rPr>
              <a:t>consequat</a:t>
            </a:r>
            <a:r>
              <a:rPr lang="en-US" dirty="0">
                <a:effectLst/>
              </a:rPr>
              <a:t>, nisi sed </a:t>
            </a:r>
            <a:r>
              <a:rPr lang="en-US" dirty="0" err="1">
                <a:effectLst/>
              </a:rPr>
              <a:t>bibendum</a:t>
            </a:r>
            <a:r>
              <a:rPr lang="en-US" dirty="0">
                <a:effectLst/>
              </a:rPr>
              <a:t> </a:t>
            </a:r>
            <a:r>
              <a:rPr lang="en-US" dirty="0" err="1">
                <a:effectLst/>
              </a:rPr>
              <a:t>mattis</a:t>
            </a:r>
            <a:r>
              <a:rPr lang="en-US" dirty="0">
                <a:effectLst/>
              </a:rPr>
              <a:t>, </a:t>
            </a:r>
            <a:r>
              <a:rPr lang="en-US" dirty="0" err="1">
                <a:effectLst/>
              </a:rPr>
              <a:t>tortor</a:t>
            </a:r>
            <a:r>
              <a:rPr lang="en-US" dirty="0">
                <a:effectLst/>
              </a:rPr>
              <a:t> </a:t>
            </a:r>
            <a:r>
              <a:rPr lang="en-US" dirty="0" err="1">
                <a:effectLst/>
              </a:rPr>
              <a:t>metus</a:t>
            </a:r>
            <a:r>
              <a:rPr lang="en-US" dirty="0">
                <a:effectLst/>
              </a:rPr>
              <a:t> </a:t>
            </a:r>
            <a:r>
              <a:rPr lang="en-US" dirty="0" err="1">
                <a:effectLst/>
              </a:rPr>
              <a:t>molestie</a:t>
            </a:r>
            <a:r>
              <a:rPr lang="en-US" dirty="0">
                <a:effectLst/>
              </a:rPr>
              <a:t> </a:t>
            </a:r>
            <a:r>
              <a:rPr lang="en-US" dirty="0" err="1">
                <a:effectLst/>
              </a:rPr>
              <a:t>nunc</a:t>
            </a:r>
            <a:r>
              <a:rPr lang="en-US" dirty="0">
                <a:effectLst/>
              </a:rPr>
              <a:t>, non </a:t>
            </a:r>
            <a:r>
              <a:rPr lang="en-US" dirty="0" err="1">
                <a:effectLst/>
              </a:rPr>
              <a:t>vehicula</a:t>
            </a:r>
            <a:r>
              <a:rPr lang="en-US" dirty="0">
                <a:effectLst/>
              </a:rPr>
              <a:t> </a:t>
            </a:r>
            <a:r>
              <a:rPr lang="en-US" dirty="0" err="1">
                <a:effectLst/>
              </a:rPr>
              <a:t>nulla</a:t>
            </a:r>
            <a:r>
              <a:rPr lang="en-US" dirty="0">
                <a:effectLst/>
              </a:rPr>
              <a:t> </a:t>
            </a:r>
            <a:r>
              <a:rPr lang="en-US" dirty="0" err="1">
                <a:effectLst/>
              </a:rPr>
              <a:t>erat</a:t>
            </a:r>
            <a:r>
              <a:rPr lang="en-US" dirty="0">
                <a:effectLst/>
              </a:rPr>
              <a:t> a magna. </a:t>
            </a:r>
            <a:r>
              <a:rPr lang="en-US" dirty="0" err="1">
                <a:effectLst/>
              </a:rPr>
              <a:t>Fusce</a:t>
            </a:r>
            <a:r>
              <a:rPr lang="en-US" dirty="0">
                <a:effectLst/>
              </a:rPr>
              <a:t> at dui </a:t>
            </a:r>
            <a:r>
              <a:rPr lang="en-US" dirty="0" err="1">
                <a:effectLst/>
              </a:rPr>
              <a:t>risus</a:t>
            </a:r>
            <a:r>
              <a:rPr lang="en-US" dirty="0">
                <a:effectLst/>
              </a:rPr>
              <a:t>. Proin </a:t>
            </a:r>
            <a:r>
              <a:rPr lang="en-US" dirty="0" err="1">
                <a:effectLst/>
              </a:rPr>
              <a:t>efficitur</a:t>
            </a:r>
            <a:r>
              <a:rPr lang="en-US" dirty="0">
                <a:effectLst/>
              </a:rPr>
              <a:t> </a:t>
            </a:r>
            <a:r>
              <a:rPr lang="en-US" dirty="0" err="1">
                <a:effectLst/>
              </a:rPr>
              <a:t>lectus</a:t>
            </a:r>
            <a:r>
              <a:rPr lang="en-US" dirty="0">
                <a:effectLst/>
              </a:rPr>
              <a:t> </a:t>
            </a:r>
            <a:r>
              <a:rPr lang="en-US" dirty="0" err="1">
                <a:effectLst/>
              </a:rPr>
              <a:t>neque</a:t>
            </a:r>
            <a:r>
              <a:rPr lang="en-US" dirty="0">
                <a:effectLst/>
              </a:rPr>
              <a:t>, </a:t>
            </a:r>
            <a:r>
              <a:rPr lang="en-US" dirty="0" err="1">
                <a:effectLst/>
              </a:rPr>
              <a:t>quis</a:t>
            </a:r>
            <a:r>
              <a:rPr lang="en-US" dirty="0">
                <a:effectLst/>
              </a:rPr>
              <a:t> semper </a:t>
            </a:r>
            <a:r>
              <a:rPr lang="en-US" dirty="0" err="1">
                <a:effectLst/>
              </a:rPr>
              <a:t>velit</a:t>
            </a:r>
            <a:r>
              <a:rPr lang="en-US" dirty="0">
                <a:effectLst/>
              </a:rPr>
              <a:t> </a:t>
            </a:r>
            <a:r>
              <a:rPr lang="en-US" dirty="0" err="1">
                <a:effectLst/>
              </a:rPr>
              <a:t>placerat</a:t>
            </a:r>
            <a:r>
              <a:rPr lang="en-US" dirty="0">
                <a:effectLst/>
              </a:rPr>
              <a:t> vel. Proin at </a:t>
            </a:r>
            <a:r>
              <a:rPr lang="en-US" dirty="0" err="1">
                <a:effectLst/>
              </a:rPr>
              <a:t>hendrerit</a:t>
            </a:r>
            <a:r>
              <a:rPr lang="en-US" dirty="0">
                <a:effectLst/>
              </a:rPr>
              <a:t> </a:t>
            </a:r>
            <a:r>
              <a:rPr lang="en-US" dirty="0" err="1">
                <a:effectLst/>
              </a:rPr>
              <a:t>tortor</a:t>
            </a:r>
            <a:r>
              <a:rPr lang="en-US" dirty="0">
                <a:effectLst/>
              </a:rPr>
              <a:t>, id tempus sem. </a:t>
            </a:r>
            <a:r>
              <a:rPr lang="en-US" dirty="0" err="1">
                <a:effectLst/>
              </a:rPr>
              <a:t>Suspendisse</a:t>
            </a:r>
            <a:r>
              <a:rPr lang="en-US" dirty="0">
                <a:effectLst/>
              </a:rPr>
              <a:t> non </a:t>
            </a:r>
            <a:r>
              <a:rPr lang="en-US" dirty="0" err="1">
                <a:effectLst/>
              </a:rPr>
              <a:t>lobortis</a:t>
            </a:r>
            <a:r>
              <a:rPr lang="en-US" dirty="0">
                <a:effectLst/>
              </a:rPr>
              <a:t> </a:t>
            </a:r>
            <a:r>
              <a:rPr lang="en-US" dirty="0" err="1">
                <a:effectLst/>
              </a:rPr>
              <a:t>augue</a:t>
            </a:r>
            <a:r>
              <a:rPr lang="en-US" dirty="0">
                <a:effectLst/>
              </a:rPr>
              <a:t>. Nunc </a:t>
            </a:r>
            <a:r>
              <a:rPr lang="en-US" dirty="0" err="1">
                <a:effectLst/>
              </a:rPr>
              <a:t>finibus</a:t>
            </a:r>
            <a:r>
              <a:rPr lang="en-US" dirty="0">
                <a:effectLst/>
              </a:rPr>
              <a:t> auctor </a:t>
            </a:r>
            <a:r>
              <a:rPr lang="en-US" dirty="0" err="1">
                <a:effectLst/>
              </a:rPr>
              <a:t>felis</a:t>
            </a:r>
            <a:r>
              <a:rPr lang="en-US" dirty="0">
                <a:effectLst/>
              </a:rPr>
              <a:t>, </a:t>
            </a:r>
            <a:r>
              <a:rPr lang="en-US" dirty="0" err="1">
                <a:effectLst/>
              </a:rPr>
              <a:t>eu</a:t>
            </a:r>
            <a:r>
              <a:rPr lang="en-US" dirty="0">
                <a:effectLst/>
              </a:rPr>
              <a:t> </a:t>
            </a:r>
            <a:r>
              <a:rPr lang="en-US" dirty="0" err="1">
                <a:effectLst/>
              </a:rPr>
              <a:t>egestas</a:t>
            </a:r>
            <a:r>
              <a:rPr lang="en-US" dirty="0">
                <a:effectLst/>
              </a:rPr>
              <a:t> </a:t>
            </a:r>
            <a:r>
              <a:rPr lang="en-US" dirty="0" err="1">
                <a:effectLst/>
              </a:rPr>
              <a:t>sem</a:t>
            </a:r>
            <a:r>
              <a:rPr lang="en-US" dirty="0">
                <a:effectLst/>
              </a:rPr>
              <a:t> </a:t>
            </a:r>
            <a:r>
              <a:rPr lang="en-US" dirty="0" err="1">
                <a:effectLst/>
              </a:rPr>
              <a:t>sollicitudin</a:t>
            </a:r>
            <a:r>
              <a:rPr lang="en-US" dirty="0">
                <a:effectLst/>
              </a:rPr>
              <a:t> </a:t>
            </a:r>
            <a:r>
              <a:rPr lang="en-US" dirty="0" err="1">
                <a:effectLst/>
              </a:rPr>
              <a:t>eget</a:t>
            </a:r>
            <a:r>
              <a:rPr lang="en-US" dirty="0">
                <a:effectLst/>
              </a:rPr>
              <a:t>. Donec </a:t>
            </a:r>
            <a:r>
              <a:rPr lang="en-US" dirty="0" err="1">
                <a:effectLst/>
              </a:rPr>
              <a:t>vehicula</a:t>
            </a:r>
            <a:r>
              <a:rPr lang="en-US" dirty="0">
                <a:effectLst/>
              </a:rPr>
              <a:t> </a:t>
            </a:r>
            <a:r>
              <a:rPr lang="en-US" dirty="0" err="1">
                <a:effectLst/>
              </a:rPr>
              <a:t>aliquet</a:t>
            </a:r>
            <a:r>
              <a:rPr lang="en-US" dirty="0">
                <a:effectLst/>
              </a:rPr>
              <a:t> ipsum </a:t>
            </a:r>
            <a:r>
              <a:rPr lang="en-US" dirty="0" err="1">
                <a:effectLst/>
              </a:rPr>
              <a:t>eu</a:t>
            </a:r>
            <a:r>
              <a:rPr lang="en-US" dirty="0">
                <a:effectLst/>
              </a:rPr>
              <a:t> </a:t>
            </a:r>
            <a:r>
              <a:rPr lang="en-US" dirty="0" err="1">
                <a:effectLst/>
              </a:rPr>
              <a:t>tincidunt</a:t>
            </a:r>
            <a:r>
              <a:rPr lang="en-US" dirty="0">
                <a:effectLst/>
              </a:rPr>
              <a:t>. </a:t>
            </a:r>
            <a:r>
              <a:rPr lang="en-US" dirty="0" err="1">
                <a:effectLst/>
              </a:rPr>
              <a:t>Curabitur</a:t>
            </a:r>
            <a:r>
              <a:rPr lang="en-US" dirty="0">
                <a:effectLst/>
              </a:rPr>
              <a:t> </a:t>
            </a:r>
            <a:r>
              <a:rPr lang="en-US" dirty="0" err="1">
                <a:effectLst/>
              </a:rPr>
              <a:t>tincidunt</a:t>
            </a:r>
            <a:r>
              <a:rPr lang="en-US" dirty="0">
                <a:effectLst/>
              </a:rPr>
              <a:t> </a:t>
            </a:r>
            <a:r>
              <a:rPr lang="en-US" dirty="0" err="1">
                <a:effectLst/>
              </a:rPr>
              <a:t>turpis</a:t>
            </a:r>
            <a:r>
              <a:rPr lang="en-US" dirty="0">
                <a:effectLst/>
              </a:rPr>
              <a:t> </a:t>
            </a:r>
            <a:r>
              <a:rPr lang="en-US" dirty="0" err="1">
                <a:effectLst/>
              </a:rPr>
              <a:t>neque</a:t>
            </a:r>
            <a:r>
              <a:rPr lang="en-US" dirty="0">
                <a:effectLst/>
              </a:rPr>
              <a:t>, vitae </a:t>
            </a:r>
            <a:r>
              <a:rPr lang="en-US" dirty="0" err="1">
                <a:effectLst/>
              </a:rPr>
              <a:t>placerat</a:t>
            </a:r>
            <a:r>
              <a:rPr lang="en-US" dirty="0">
                <a:effectLst/>
              </a:rPr>
              <a:t> </a:t>
            </a:r>
            <a:r>
              <a:rPr lang="en-US" dirty="0" err="1">
                <a:effectLst/>
              </a:rPr>
              <a:t>metus</a:t>
            </a:r>
            <a:r>
              <a:rPr lang="en-US" dirty="0">
                <a:effectLst/>
              </a:rPr>
              <a:t> tempus non. Nunc tempus </a:t>
            </a:r>
            <a:r>
              <a:rPr lang="en-US" dirty="0" err="1">
                <a:effectLst/>
              </a:rPr>
              <a:t>mauris</a:t>
            </a:r>
            <a:r>
              <a:rPr lang="en-US" dirty="0">
                <a:effectLst/>
              </a:rPr>
              <a:t> magna, at semper </a:t>
            </a:r>
            <a:r>
              <a:rPr lang="en-US" dirty="0" err="1">
                <a:effectLst/>
              </a:rPr>
              <a:t>nisl</a:t>
            </a:r>
            <a:r>
              <a:rPr lang="en-US" dirty="0">
                <a:effectLst/>
              </a:rPr>
              <a:t> </a:t>
            </a:r>
            <a:r>
              <a:rPr lang="en-US" dirty="0" err="1">
                <a:effectLst/>
              </a:rPr>
              <a:t>porttitor</a:t>
            </a:r>
            <a:r>
              <a:rPr lang="en-US" dirty="0">
                <a:effectLst/>
              </a:rPr>
              <a:t> in. Sed et </a:t>
            </a:r>
            <a:r>
              <a:rPr lang="en-US" dirty="0" err="1">
                <a:effectLst/>
              </a:rPr>
              <a:t>mattis</a:t>
            </a:r>
            <a:r>
              <a:rPr lang="en-US" dirty="0">
                <a:effectLst/>
              </a:rPr>
              <a:t> est. </a:t>
            </a:r>
            <a:r>
              <a:rPr lang="en-US" dirty="0" err="1">
                <a:effectLst/>
              </a:rPr>
              <a:t>Nullam</a:t>
            </a:r>
            <a:r>
              <a:rPr lang="en-US" dirty="0">
                <a:effectLst/>
              </a:rPr>
              <a:t> </a:t>
            </a:r>
            <a:r>
              <a:rPr lang="en-US" dirty="0" err="1">
                <a:effectLst/>
              </a:rPr>
              <a:t>rutrum</a:t>
            </a:r>
            <a:r>
              <a:rPr lang="en-US" dirty="0">
                <a:effectLst/>
              </a:rPr>
              <a:t> </a:t>
            </a:r>
            <a:r>
              <a:rPr lang="en-US" dirty="0" err="1">
                <a:effectLst/>
              </a:rPr>
              <a:t>lectus</a:t>
            </a:r>
            <a:r>
              <a:rPr lang="en-US" dirty="0">
                <a:effectLst/>
              </a:rPr>
              <a:t> </a:t>
            </a:r>
            <a:r>
              <a:rPr lang="en-US" dirty="0" err="1">
                <a:effectLst/>
              </a:rPr>
              <a:t>arcu</a:t>
            </a:r>
            <a:r>
              <a:rPr lang="en-US" dirty="0">
                <a:effectLst/>
              </a:rPr>
              <a:t>, </a:t>
            </a:r>
            <a:r>
              <a:rPr lang="en-US" dirty="0" err="1">
                <a:effectLst/>
              </a:rPr>
              <a:t>ut</a:t>
            </a:r>
            <a:r>
              <a:rPr lang="en-US" dirty="0">
                <a:effectLst/>
              </a:rPr>
              <a:t> </a:t>
            </a:r>
            <a:r>
              <a:rPr lang="en-US" dirty="0" err="1">
                <a:effectLst/>
              </a:rPr>
              <a:t>facilisis</a:t>
            </a:r>
            <a:r>
              <a:rPr lang="en-US" dirty="0">
                <a:effectLst/>
              </a:rPr>
              <a:t> dui </a:t>
            </a:r>
            <a:r>
              <a:rPr lang="en-US" dirty="0" err="1">
                <a:effectLst/>
              </a:rPr>
              <a:t>lobortis</a:t>
            </a:r>
            <a:r>
              <a:rPr lang="en-US" dirty="0">
                <a:effectLst/>
              </a:rPr>
              <a:t> </a:t>
            </a:r>
            <a:r>
              <a:rPr lang="en-US" dirty="0" err="1">
                <a:effectLst/>
              </a:rPr>
              <a:t>eu</a:t>
            </a:r>
            <a:r>
              <a:rPr lang="en-US" dirty="0">
                <a:effectLst/>
              </a:rPr>
              <a:t>.</a:t>
            </a:r>
            <a:endParaRPr lang="en-US" dirty="0"/>
          </a:p>
        </p:txBody>
      </p:sp>
      <p:sp>
        <p:nvSpPr>
          <p:cNvPr id="6" name="Arc 11">
            <a:extLst>
              <a:ext uri="{FF2B5EF4-FFF2-40B4-BE49-F238E27FC236}">
                <a16:creationId xmlns:a16="http://schemas.microsoft.com/office/drawing/2014/main" id="{F57977DA-1224-2D7E-6C59-B4282257D5BF}"/>
              </a:ext>
            </a:extLst>
          </p:cNvPr>
          <p:cNvSpPr/>
          <p:nvPr userDrawn="1"/>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9" name="Arc 11">
            <a:extLst>
              <a:ext uri="{FF2B5EF4-FFF2-40B4-BE49-F238E27FC236}">
                <a16:creationId xmlns:a16="http://schemas.microsoft.com/office/drawing/2014/main" id="{3C035B15-3BB4-3AC3-AA79-0D68A3EE563F}"/>
              </a:ext>
            </a:extLst>
          </p:cNvPr>
          <p:cNvSpPr/>
          <p:nvPr userDrawn="1"/>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Tree>
    <p:extLst>
      <p:ext uri="{BB962C8B-B14F-4D97-AF65-F5344CB8AC3E}">
        <p14:creationId xmlns:p14="http://schemas.microsoft.com/office/powerpoint/2010/main" val="3304500021"/>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_Text_&amp;_Image-2">
    <p:bg>
      <p:bgRef idx="1001">
        <a:schemeClr val="bg1"/>
      </p:bgRef>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68CC1EB5-4531-9F0A-EEEE-42249A6215D2}"/>
              </a:ext>
            </a:extLst>
          </p:cNvPr>
          <p:cNvSpPr>
            <a:spLocks noGrp="1" noRot="1" noMove="1" noResize="1" noEditPoints="1" noAdjustHandles="1" noChangeArrowheads="1" noChangeShapeType="1"/>
          </p:cNvSpPr>
          <p:nvPr/>
        </p:nvSpPr>
        <p:spPr>
          <a:xfrm>
            <a:off x="7992534" y="1260475"/>
            <a:ext cx="4199466" cy="559752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pic>
        <p:nvPicPr>
          <p:cNvPr id="15" name="Picture 14" descr="A purple circle with black background  AI-generated content may be incorrect.">
            <a:extLst>
              <a:ext uri="{FF2B5EF4-FFF2-40B4-BE49-F238E27FC236}">
                <a16:creationId xmlns:a16="http://schemas.microsoft.com/office/drawing/2014/main" id="{1CE05478-4A19-0B29-D6C8-8DA8C34FD278}"/>
              </a:ext>
            </a:extLst>
          </p:cNvPr>
          <p:cNvPicPr>
            <a:picLocks noGrp="1" noRot="1" noMove="1" noResize="1" noEditPoints="1" noAdjustHandles="1" noChangeArrowheads="1" noChangeShapeType="1" noCrop="1"/>
          </p:cNvPicPr>
          <p:nvPr/>
        </p:nvPicPr>
        <p:blipFill>
          <a:blip r:embed="rId2" cstate="screen">
            <a:extLst>
              <a:ext uri="{28A0092B-C50C-407E-A947-70E740481C1C}">
                <a14:useLocalDpi xmlns:a14="http://schemas.microsoft.com/office/drawing/2010/main"/>
              </a:ext>
            </a:extLst>
          </a:blip>
          <a:srcRect/>
          <a:stretch/>
        </p:blipFill>
        <p:spPr>
          <a:xfrm>
            <a:off x="150725" y="1260473"/>
            <a:ext cx="10839748" cy="5597525"/>
          </a:xfrm>
          <a:prstGeom prst="rect">
            <a:avLst/>
          </a:prstGeom>
        </p:spPr>
      </p:pic>
      <p:sp>
        <p:nvSpPr>
          <p:cNvPr id="18" name="Content Placeholder 21">
            <a:extLst>
              <a:ext uri="{FF2B5EF4-FFF2-40B4-BE49-F238E27FC236}">
                <a16:creationId xmlns:a16="http://schemas.microsoft.com/office/drawing/2014/main" id="{29686CDF-F134-F304-1AEE-E64BF19CBBF3}"/>
              </a:ext>
            </a:extLst>
          </p:cNvPr>
          <p:cNvSpPr>
            <a:spLocks noGrp="1"/>
          </p:cNvSpPr>
          <p:nvPr>
            <p:ph sz="quarter" idx="17"/>
          </p:nvPr>
        </p:nvSpPr>
        <p:spPr>
          <a:xfrm>
            <a:off x="6524625" y="1592263"/>
            <a:ext cx="5303838" cy="481965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rocess 4">
            <a:extLst>
              <a:ext uri="{FF2B5EF4-FFF2-40B4-BE49-F238E27FC236}">
                <a16:creationId xmlns:a16="http://schemas.microsoft.com/office/drawing/2014/main" id="{702124D0-3ECE-3545-6DE4-F9B12CE0DC2C}"/>
              </a:ext>
            </a:extLst>
          </p:cNvPr>
          <p:cNvSpPr>
            <a:spLocks noGrp="1" noRot="1" noMove="1" noResize="1" noEditPoints="1" noAdjustHandles="1" noChangeArrowheads="1" noChangeShapeType="1"/>
          </p:cNvSpPr>
          <p:nvPr userDrawn="1"/>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12" name="Arc 11">
            <a:extLst>
              <a:ext uri="{FF2B5EF4-FFF2-40B4-BE49-F238E27FC236}">
                <a16:creationId xmlns:a16="http://schemas.microsoft.com/office/drawing/2014/main" id="{04DD7991-F962-C1CD-1B70-FD0B6F8E28AD}"/>
              </a:ext>
            </a:extLst>
          </p:cNvPr>
          <p:cNvSpPr>
            <a:spLocks noGrp="1" noRot="1" noMove="1" noResize="1" noEditPoints="1" noAdjustHandles="1" noChangeArrowheads="1" noChangeShapeType="1"/>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3" name="Arc 11">
            <a:extLst>
              <a:ext uri="{FF2B5EF4-FFF2-40B4-BE49-F238E27FC236}">
                <a16:creationId xmlns:a16="http://schemas.microsoft.com/office/drawing/2014/main" id="{D87D93B1-025A-7212-05B1-00BE09AA861B}"/>
              </a:ext>
            </a:extLst>
          </p:cNvPr>
          <p:cNvSpPr>
            <a:spLocks noGrp="1" noRot="1" noMove="1" noResize="1" noEditPoints="1" noAdjustHandles="1" noChangeArrowheads="1" noChangeShapeType="1"/>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pic>
        <p:nvPicPr>
          <p:cNvPr id="11" name="Graphic 10">
            <a:extLst>
              <a:ext uri="{FF2B5EF4-FFF2-40B4-BE49-F238E27FC236}">
                <a16:creationId xmlns:a16="http://schemas.microsoft.com/office/drawing/2014/main" id="{3A796EBE-B2D0-5C11-1F6A-ED0B98A8D06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10607" y="222069"/>
            <a:ext cx="1318093" cy="323306"/>
          </a:xfrm>
          <a:prstGeom prst="rect">
            <a:avLst/>
          </a:prstGeom>
        </p:spPr>
      </p:pic>
      <p:sp>
        <p:nvSpPr>
          <p:cNvPr id="7" name="TextBox 6">
            <a:extLst>
              <a:ext uri="{FF2B5EF4-FFF2-40B4-BE49-F238E27FC236}">
                <a16:creationId xmlns:a16="http://schemas.microsoft.com/office/drawing/2014/main" id="{0732E656-E2FB-36EF-46EC-B868E7376E57}"/>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latin typeface="+mn-lt"/>
              </a:rPr>
              <a:t>©2026 EXTREME NETWORKS, INC. ALL RIGHTS RESERVED.</a:t>
            </a:r>
          </a:p>
        </p:txBody>
      </p:sp>
      <p:sp>
        <p:nvSpPr>
          <p:cNvPr id="3" name="TextBox 2">
            <a:extLst>
              <a:ext uri="{FF2B5EF4-FFF2-40B4-BE49-F238E27FC236}">
                <a16:creationId xmlns:a16="http://schemas.microsoft.com/office/drawing/2014/main" id="{AC5324C8-C453-8516-1458-331A7E67CC8E}"/>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latin typeface="+mn-lt"/>
              </a:rPr>
              <a:t>‹#›</a:t>
            </a:fld>
            <a:endParaRPr lang="en-US" sz="800" b="1" i="0" dirty="0">
              <a:latin typeface="+mn-lt"/>
            </a:endParaRPr>
          </a:p>
        </p:txBody>
      </p:sp>
      <p:sp>
        <p:nvSpPr>
          <p:cNvPr id="10" name="Arc 11">
            <a:extLst>
              <a:ext uri="{FF2B5EF4-FFF2-40B4-BE49-F238E27FC236}">
                <a16:creationId xmlns:a16="http://schemas.microsoft.com/office/drawing/2014/main" id="{0FB4F19E-A27A-D732-C768-386174C0A18B}"/>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9" name="Arc 11">
            <a:extLst>
              <a:ext uri="{FF2B5EF4-FFF2-40B4-BE49-F238E27FC236}">
                <a16:creationId xmlns:a16="http://schemas.microsoft.com/office/drawing/2014/main" id="{B9FCBD26-6A26-3E58-8990-3674DAB0639F}"/>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6" name="Arc 11">
            <a:extLst>
              <a:ext uri="{FF2B5EF4-FFF2-40B4-BE49-F238E27FC236}">
                <a16:creationId xmlns:a16="http://schemas.microsoft.com/office/drawing/2014/main" id="{7CC91FF5-CE4E-2D86-F395-51ADACC2AB2F}"/>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7" name="Arc 11">
            <a:extLst>
              <a:ext uri="{FF2B5EF4-FFF2-40B4-BE49-F238E27FC236}">
                <a16:creationId xmlns:a16="http://schemas.microsoft.com/office/drawing/2014/main" id="{85C0BEE1-5C5D-A1F4-1EBC-D1B74B91313C}"/>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 name="Text Placeholder 16">
            <a:extLst>
              <a:ext uri="{FF2B5EF4-FFF2-40B4-BE49-F238E27FC236}">
                <a16:creationId xmlns:a16="http://schemas.microsoft.com/office/drawing/2014/main" id="{1A63AF69-5E20-AAE9-7313-6F7606B82435}"/>
              </a:ext>
            </a:extLst>
          </p:cNvPr>
          <p:cNvSpPr>
            <a:spLocks noGrp="1"/>
          </p:cNvSpPr>
          <p:nvPr>
            <p:ph type="body" sz="quarter" idx="12" hasCustomPrompt="1"/>
          </p:nvPr>
        </p:nvSpPr>
        <p:spPr>
          <a:xfrm>
            <a:off x="449351" y="398928"/>
            <a:ext cx="8405486" cy="381001"/>
          </a:xfrm>
          <a:prstGeom prst="rect">
            <a:avLst/>
          </a:prstGeom>
        </p:spPr>
        <p:txBody>
          <a:bodyPr anchor="ctr">
            <a:noAutofit/>
          </a:bodyPr>
          <a:lstStyle>
            <a:lvl1pPr marL="45720" indent="0">
              <a:buNone/>
              <a:defRPr sz="2200" b="1" i="0">
                <a:solidFill>
                  <a:schemeClr val="tx1"/>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4" name="Text Placeholder 8">
            <a:extLst>
              <a:ext uri="{FF2B5EF4-FFF2-40B4-BE49-F238E27FC236}">
                <a16:creationId xmlns:a16="http://schemas.microsoft.com/office/drawing/2014/main" id="{DB36B7F1-1F55-8D43-BD5D-AF41641B9798}"/>
              </a:ext>
            </a:extLst>
          </p:cNvPr>
          <p:cNvSpPr>
            <a:spLocks noGrp="1"/>
          </p:cNvSpPr>
          <p:nvPr>
            <p:ph type="body" sz="quarter" idx="14" hasCustomPrompt="1"/>
          </p:nvPr>
        </p:nvSpPr>
        <p:spPr>
          <a:xfrm>
            <a:off x="408125" y="1482543"/>
            <a:ext cx="3193031" cy="308509"/>
          </a:xfrm>
        </p:spPr>
        <p:txBody>
          <a:bodyPr lIns="0" tIns="0" rIns="0" bIns="0" anchor="b">
            <a:noAutofit/>
          </a:bodyPr>
          <a:lstStyle>
            <a:lvl1pPr marL="0" indent="0">
              <a:lnSpc>
                <a:spcPct val="100000"/>
              </a:lnSpc>
              <a:spcBef>
                <a:spcPts val="0"/>
              </a:spcBef>
              <a:spcAft>
                <a:spcPts val="600"/>
              </a:spcAft>
              <a:buFont typeface="DM Sans" panose="020B0604020202020204" pitchFamily="34" charset="0"/>
              <a:buNone/>
              <a:defRPr sz="1300" b="1">
                <a:latin typeface="+mn-lt"/>
              </a:defRPr>
            </a:lvl1pPr>
          </a:lstStyle>
          <a:p>
            <a:pPr lvl="0"/>
            <a:r>
              <a:rPr lang="en-US" dirty="0"/>
              <a:t>Lorem ipsum dolor sit </a:t>
            </a:r>
            <a:r>
              <a:rPr lang="en-US" dirty="0" err="1"/>
              <a:t>amet</a:t>
            </a:r>
            <a:endParaRPr lang="en-US" dirty="0"/>
          </a:p>
        </p:txBody>
      </p:sp>
      <p:sp>
        <p:nvSpPr>
          <p:cNvPr id="8" name="Text Placeholder 8">
            <a:extLst>
              <a:ext uri="{FF2B5EF4-FFF2-40B4-BE49-F238E27FC236}">
                <a16:creationId xmlns:a16="http://schemas.microsoft.com/office/drawing/2014/main" id="{BBFB5289-350D-23A6-BED8-2B271B0D4B12}"/>
              </a:ext>
            </a:extLst>
          </p:cNvPr>
          <p:cNvSpPr>
            <a:spLocks noGrp="1"/>
          </p:cNvSpPr>
          <p:nvPr>
            <p:ph type="body" sz="quarter" idx="16" hasCustomPrompt="1"/>
          </p:nvPr>
        </p:nvSpPr>
        <p:spPr>
          <a:xfrm>
            <a:off x="408125" y="1922810"/>
            <a:ext cx="3193031" cy="3992568"/>
          </a:xfrm>
        </p:spPr>
        <p:txBody>
          <a:bodyPr lIns="0" tIns="0" rIns="0" bIns="0" anchor="t">
            <a:noAutofit/>
          </a:bodyPr>
          <a:lstStyle>
            <a:lvl1pPr marL="0" indent="0">
              <a:lnSpc>
                <a:spcPct val="100000"/>
              </a:lnSpc>
              <a:spcBef>
                <a:spcPts val="0"/>
              </a:spcBef>
              <a:spcAft>
                <a:spcPts val="600"/>
              </a:spcAft>
              <a:buFont typeface="DM Sans" panose="020B0604020202020204" pitchFamily="34" charset="0"/>
              <a:buNone/>
              <a:defRPr sz="1300" b="0">
                <a:latin typeface="+mn-lt"/>
              </a:defRPr>
            </a:lvl1pPr>
          </a:lstStyle>
          <a:p>
            <a:pPr lvl="0"/>
            <a:r>
              <a:rPr lang="en-US" dirty="0" err="1">
                <a:effectLst/>
              </a:rPr>
              <a:t>Consectetur</a:t>
            </a:r>
            <a:r>
              <a:rPr lang="en-US" dirty="0">
                <a:effectLst/>
              </a:rPr>
              <a:t> </a:t>
            </a:r>
            <a:r>
              <a:rPr lang="en-US" dirty="0" err="1">
                <a:effectLst/>
              </a:rPr>
              <a:t>adipiscing</a:t>
            </a:r>
            <a:r>
              <a:rPr lang="en-US" dirty="0">
                <a:effectLst/>
              </a:rPr>
              <a:t> </a:t>
            </a:r>
            <a:r>
              <a:rPr lang="en-US" dirty="0" err="1">
                <a:effectLst/>
              </a:rPr>
              <a:t>elit</a:t>
            </a:r>
            <a:r>
              <a:rPr lang="en-US" dirty="0">
                <a:effectLst/>
              </a:rPr>
              <a:t>. Ut sed </a:t>
            </a:r>
            <a:r>
              <a:rPr lang="en-US" dirty="0" err="1">
                <a:effectLst/>
              </a:rPr>
              <a:t>orci</a:t>
            </a:r>
            <a:r>
              <a:rPr lang="en-US" dirty="0">
                <a:effectLst/>
              </a:rPr>
              <a:t> </a:t>
            </a:r>
            <a:r>
              <a:rPr lang="en-US" dirty="0" err="1">
                <a:effectLst/>
              </a:rPr>
              <a:t>molestie</a:t>
            </a:r>
            <a:r>
              <a:rPr lang="en-US" dirty="0">
                <a:effectLst/>
              </a:rPr>
              <a:t>, </a:t>
            </a:r>
            <a:r>
              <a:rPr lang="en-US" dirty="0" err="1">
                <a:effectLst/>
              </a:rPr>
              <a:t>varius</a:t>
            </a:r>
            <a:r>
              <a:rPr lang="en-US" dirty="0">
                <a:effectLst/>
              </a:rPr>
              <a:t> </a:t>
            </a:r>
            <a:r>
              <a:rPr lang="en-US" dirty="0" err="1">
                <a:effectLst/>
              </a:rPr>
              <a:t>lectus</a:t>
            </a:r>
            <a:r>
              <a:rPr lang="en-US" dirty="0">
                <a:effectLst/>
              </a:rPr>
              <a:t> et, </a:t>
            </a:r>
            <a:r>
              <a:rPr lang="en-US" dirty="0" err="1">
                <a:effectLst/>
              </a:rPr>
              <a:t>facilisis</a:t>
            </a:r>
            <a:r>
              <a:rPr lang="en-US" dirty="0">
                <a:effectLst/>
              </a:rPr>
              <a:t> </a:t>
            </a:r>
            <a:r>
              <a:rPr lang="en-US" dirty="0" err="1">
                <a:effectLst/>
              </a:rPr>
              <a:t>massa</a:t>
            </a:r>
            <a:r>
              <a:rPr lang="en-US" dirty="0">
                <a:effectLst/>
              </a:rPr>
              <a:t>. Sed </a:t>
            </a:r>
            <a:r>
              <a:rPr lang="en-US" dirty="0" err="1">
                <a:effectLst/>
              </a:rPr>
              <a:t>consequat</a:t>
            </a:r>
            <a:r>
              <a:rPr lang="en-US" dirty="0">
                <a:effectLst/>
              </a:rPr>
              <a:t>, nisi sed </a:t>
            </a:r>
            <a:r>
              <a:rPr lang="en-US" dirty="0" err="1">
                <a:effectLst/>
              </a:rPr>
              <a:t>bibendum</a:t>
            </a:r>
            <a:r>
              <a:rPr lang="en-US" dirty="0">
                <a:effectLst/>
              </a:rPr>
              <a:t> </a:t>
            </a:r>
            <a:r>
              <a:rPr lang="en-US" dirty="0" err="1">
                <a:effectLst/>
              </a:rPr>
              <a:t>mattis</a:t>
            </a:r>
            <a:r>
              <a:rPr lang="en-US" dirty="0">
                <a:effectLst/>
              </a:rPr>
              <a:t>, </a:t>
            </a:r>
            <a:r>
              <a:rPr lang="en-US" dirty="0" err="1">
                <a:effectLst/>
              </a:rPr>
              <a:t>tortor</a:t>
            </a:r>
            <a:r>
              <a:rPr lang="en-US" dirty="0">
                <a:effectLst/>
              </a:rPr>
              <a:t> </a:t>
            </a:r>
            <a:r>
              <a:rPr lang="en-US" dirty="0" err="1">
                <a:effectLst/>
              </a:rPr>
              <a:t>metus</a:t>
            </a:r>
            <a:r>
              <a:rPr lang="en-US" dirty="0">
                <a:effectLst/>
              </a:rPr>
              <a:t> </a:t>
            </a:r>
            <a:r>
              <a:rPr lang="en-US" dirty="0" err="1">
                <a:effectLst/>
              </a:rPr>
              <a:t>molestie</a:t>
            </a:r>
            <a:r>
              <a:rPr lang="en-US" dirty="0">
                <a:effectLst/>
              </a:rPr>
              <a:t> </a:t>
            </a:r>
            <a:r>
              <a:rPr lang="en-US" dirty="0" err="1">
                <a:effectLst/>
              </a:rPr>
              <a:t>nunc</a:t>
            </a:r>
            <a:r>
              <a:rPr lang="en-US" dirty="0">
                <a:effectLst/>
              </a:rPr>
              <a:t>, non </a:t>
            </a:r>
            <a:r>
              <a:rPr lang="en-US" dirty="0" err="1">
                <a:effectLst/>
              </a:rPr>
              <a:t>vehicula</a:t>
            </a:r>
            <a:r>
              <a:rPr lang="en-US" dirty="0">
                <a:effectLst/>
              </a:rPr>
              <a:t> </a:t>
            </a:r>
            <a:r>
              <a:rPr lang="en-US" dirty="0" err="1">
                <a:effectLst/>
              </a:rPr>
              <a:t>nulla</a:t>
            </a:r>
            <a:r>
              <a:rPr lang="en-US" dirty="0">
                <a:effectLst/>
              </a:rPr>
              <a:t> </a:t>
            </a:r>
            <a:r>
              <a:rPr lang="en-US" dirty="0" err="1">
                <a:effectLst/>
              </a:rPr>
              <a:t>erat</a:t>
            </a:r>
            <a:r>
              <a:rPr lang="en-US" dirty="0">
                <a:effectLst/>
              </a:rPr>
              <a:t> a magna. </a:t>
            </a:r>
            <a:r>
              <a:rPr lang="en-US" dirty="0" err="1">
                <a:effectLst/>
              </a:rPr>
              <a:t>Fusce</a:t>
            </a:r>
            <a:r>
              <a:rPr lang="en-US" dirty="0">
                <a:effectLst/>
              </a:rPr>
              <a:t> at dui </a:t>
            </a:r>
            <a:r>
              <a:rPr lang="en-US" dirty="0" err="1">
                <a:effectLst/>
              </a:rPr>
              <a:t>risus</a:t>
            </a:r>
            <a:r>
              <a:rPr lang="en-US" dirty="0">
                <a:effectLst/>
              </a:rPr>
              <a:t>. Proin </a:t>
            </a:r>
            <a:r>
              <a:rPr lang="en-US" dirty="0" err="1">
                <a:effectLst/>
              </a:rPr>
              <a:t>efficitur</a:t>
            </a:r>
            <a:r>
              <a:rPr lang="en-US" dirty="0">
                <a:effectLst/>
              </a:rPr>
              <a:t> </a:t>
            </a:r>
            <a:r>
              <a:rPr lang="en-US" dirty="0" err="1">
                <a:effectLst/>
              </a:rPr>
              <a:t>lectus</a:t>
            </a:r>
            <a:r>
              <a:rPr lang="en-US" dirty="0">
                <a:effectLst/>
              </a:rPr>
              <a:t> </a:t>
            </a:r>
            <a:r>
              <a:rPr lang="en-US" dirty="0" err="1">
                <a:effectLst/>
              </a:rPr>
              <a:t>neque</a:t>
            </a:r>
            <a:r>
              <a:rPr lang="en-US" dirty="0">
                <a:effectLst/>
              </a:rPr>
              <a:t>, </a:t>
            </a:r>
            <a:r>
              <a:rPr lang="en-US" dirty="0" err="1">
                <a:effectLst/>
              </a:rPr>
              <a:t>quis</a:t>
            </a:r>
            <a:r>
              <a:rPr lang="en-US" dirty="0">
                <a:effectLst/>
              </a:rPr>
              <a:t> semper </a:t>
            </a:r>
            <a:r>
              <a:rPr lang="en-US" dirty="0" err="1">
                <a:effectLst/>
              </a:rPr>
              <a:t>velit</a:t>
            </a:r>
            <a:r>
              <a:rPr lang="en-US" dirty="0">
                <a:effectLst/>
              </a:rPr>
              <a:t> </a:t>
            </a:r>
            <a:r>
              <a:rPr lang="en-US" dirty="0" err="1">
                <a:effectLst/>
              </a:rPr>
              <a:t>placerat</a:t>
            </a:r>
            <a:r>
              <a:rPr lang="en-US" dirty="0">
                <a:effectLst/>
              </a:rPr>
              <a:t> vel. Proin at </a:t>
            </a:r>
            <a:r>
              <a:rPr lang="en-US" dirty="0" err="1">
                <a:effectLst/>
              </a:rPr>
              <a:t>hendrerit</a:t>
            </a:r>
            <a:r>
              <a:rPr lang="en-US" dirty="0">
                <a:effectLst/>
              </a:rPr>
              <a:t> </a:t>
            </a:r>
            <a:r>
              <a:rPr lang="en-US" dirty="0" err="1">
                <a:effectLst/>
              </a:rPr>
              <a:t>tortor</a:t>
            </a:r>
            <a:r>
              <a:rPr lang="en-US" dirty="0">
                <a:effectLst/>
              </a:rPr>
              <a:t>, id tempus sem. </a:t>
            </a:r>
            <a:r>
              <a:rPr lang="en-US" dirty="0" err="1">
                <a:effectLst/>
              </a:rPr>
              <a:t>Suspendisse</a:t>
            </a:r>
            <a:r>
              <a:rPr lang="en-US" dirty="0">
                <a:effectLst/>
              </a:rPr>
              <a:t> non </a:t>
            </a:r>
            <a:r>
              <a:rPr lang="en-US" dirty="0" err="1">
                <a:effectLst/>
              </a:rPr>
              <a:t>lobortis</a:t>
            </a:r>
            <a:r>
              <a:rPr lang="en-US" dirty="0">
                <a:effectLst/>
              </a:rPr>
              <a:t> </a:t>
            </a:r>
            <a:r>
              <a:rPr lang="en-US" dirty="0" err="1">
                <a:effectLst/>
              </a:rPr>
              <a:t>augue</a:t>
            </a:r>
            <a:r>
              <a:rPr lang="en-US" dirty="0">
                <a:effectLst/>
              </a:rPr>
              <a:t>. Nunc </a:t>
            </a:r>
            <a:r>
              <a:rPr lang="en-US" dirty="0" err="1">
                <a:effectLst/>
              </a:rPr>
              <a:t>finibus</a:t>
            </a:r>
            <a:r>
              <a:rPr lang="en-US" dirty="0">
                <a:effectLst/>
              </a:rPr>
              <a:t> auctor </a:t>
            </a:r>
            <a:r>
              <a:rPr lang="en-US" dirty="0" err="1">
                <a:effectLst/>
              </a:rPr>
              <a:t>felis</a:t>
            </a:r>
            <a:r>
              <a:rPr lang="en-US" dirty="0">
                <a:effectLst/>
              </a:rPr>
              <a:t>, </a:t>
            </a:r>
            <a:r>
              <a:rPr lang="en-US" dirty="0" err="1">
                <a:effectLst/>
              </a:rPr>
              <a:t>eu</a:t>
            </a:r>
            <a:r>
              <a:rPr lang="en-US" dirty="0">
                <a:effectLst/>
              </a:rPr>
              <a:t> </a:t>
            </a:r>
            <a:r>
              <a:rPr lang="en-US" dirty="0" err="1">
                <a:effectLst/>
              </a:rPr>
              <a:t>egestas</a:t>
            </a:r>
            <a:r>
              <a:rPr lang="en-US" dirty="0">
                <a:effectLst/>
              </a:rPr>
              <a:t> </a:t>
            </a:r>
            <a:r>
              <a:rPr lang="en-US" dirty="0" err="1">
                <a:effectLst/>
              </a:rPr>
              <a:t>sem</a:t>
            </a:r>
            <a:r>
              <a:rPr lang="en-US" dirty="0">
                <a:effectLst/>
              </a:rPr>
              <a:t> </a:t>
            </a:r>
            <a:r>
              <a:rPr lang="en-US" dirty="0" err="1">
                <a:effectLst/>
              </a:rPr>
              <a:t>sollicitudin</a:t>
            </a:r>
            <a:r>
              <a:rPr lang="en-US" dirty="0">
                <a:effectLst/>
              </a:rPr>
              <a:t> </a:t>
            </a:r>
            <a:r>
              <a:rPr lang="en-US" dirty="0" err="1">
                <a:effectLst/>
              </a:rPr>
              <a:t>eget</a:t>
            </a:r>
            <a:r>
              <a:rPr lang="en-US" dirty="0">
                <a:effectLst/>
              </a:rPr>
              <a:t>. Donec </a:t>
            </a:r>
            <a:r>
              <a:rPr lang="en-US" dirty="0" err="1">
                <a:effectLst/>
              </a:rPr>
              <a:t>vehicula</a:t>
            </a:r>
            <a:r>
              <a:rPr lang="en-US" dirty="0">
                <a:effectLst/>
              </a:rPr>
              <a:t> </a:t>
            </a:r>
            <a:r>
              <a:rPr lang="en-US" dirty="0" err="1">
                <a:effectLst/>
              </a:rPr>
              <a:t>aliquet</a:t>
            </a:r>
            <a:r>
              <a:rPr lang="en-US" dirty="0">
                <a:effectLst/>
              </a:rPr>
              <a:t> ipsum </a:t>
            </a:r>
            <a:r>
              <a:rPr lang="en-US" dirty="0" err="1">
                <a:effectLst/>
              </a:rPr>
              <a:t>eu</a:t>
            </a:r>
            <a:r>
              <a:rPr lang="en-US" dirty="0">
                <a:effectLst/>
              </a:rPr>
              <a:t> </a:t>
            </a:r>
            <a:r>
              <a:rPr lang="en-US" dirty="0" err="1">
                <a:effectLst/>
              </a:rPr>
              <a:t>tincidunt</a:t>
            </a:r>
            <a:r>
              <a:rPr lang="en-US" dirty="0">
                <a:effectLst/>
              </a:rPr>
              <a:t>. </a:t>
            </a:r>
            <a:r>
              <a:rPr lang="en-US" dirty="0" err="1">
                <a:effectLst/>
              </a:rPr>
              <a:t>Curabitur</a:t>
            </a:r>
            <a:r>
              <a:rPr lang="en-US" dirty="0">
                <a:effectLst/>
              </a:rPr>
              <a:t> </a:t>
            </a:r>
            <a:r>
              <a:rPr lang="en-US" dirty="0" err="1">
                <a:effectLst/>
              </a:rPr>
              <a:t>tincidunt</a:t>
            </a:r>
            <a:r>
              <a:rPr lang="en-US" dirty="0">
                <a:effectLst/>
              </a:rPr>
              <a:t> </a:t>
            </a:r>
            <a:r>
              <a:rPr lang="en-US" dirty="0" err="1">
                <a:effectLst/>
              </a:rPr>
              <a:t>turpis</a:t>
            </a:r>
            <a:r>
              <a:rPr lang="en-US" dirty="0">
                <a:effectLst/>
              </a:rPr>
              <a:t> </a:t>
            </a:r>
            <a:r>
              <a:rPr lang="en-US" dirty="0" err="1">
                <a:effectLst/>
              </a:rPr>
              <a:t>neque</a:t>
            </a:r>
            <a:r>
              <a:rPr lang="en-US" dirty="0">
                <a:effectLst/>
              </a:rPr>
              <a:t>, vitae </a:t>
            </a:r>
            <a:r>
              <a:rPr lang="en-US" dirty="0" err="1">
                <a:effectLst/>
              </a:rPr>
              <a:t>placerat</a:t>
            </a:r>
            <a:r>
              <a:rPr lang="en-US" dirty="0">
                <a:effectLst/>
              </a:rPr>
              <a:t> </a:t>
            </a:r>
            <a:r>
              <a:rPr lang="en-US" dirty="0" err="1">
                <a:effectLst/>
              </a:rPr>
              <a:t>metus</a:t>
            </a:r>
            <a:r>
              <a:rPr lang="en-US" dirty="0">
                <a:effectLst/>
              </a:rPr>
              <a:t> tempus non. Nunc tempus </a:t>
            </a:r>
            <a:r>
              <a:rPr lang="en-US" dirty="0" err="1">
                <a:effectLst/>
              </a:rPr>
              <a:t>mauris</a:t>
            </a:r>
            <a:r>
              <a:rPr lang="en-US" dirty="0">
                <a:effectLst/>
              </a:rPr>
              <a:t> magna, at semper </a:t>
            </a:r>
            <a:r>
              <a:rPr lang="en-US" dirty="0" err="1">
                <a:effectLst/>
              </a:rPr>
              <a:t>nisl</a:t>
            </a:r>
            <a:r>
              <a:rPr lang="en-US" dirty="0">
                <a:effectLst/>
              </a:rPr>
              <a:t> </a:t>
            </a:r>
            <a:r>
              <a:rPr lang="en-US" dirty="0" err="1">
                <a:effectLst/>
              </a:rPr>
              <a:t>porttitor</a:t>
            </a:r>
            <a:r>
              <a:rPr lang="en-US" dirty="0">
                <a:effectLst/>
              </a:rPr>
              <a:t> in. Sed et </a:t>
            </a:r>
            <a:r>
              <a:rPr lang="en-US" dirty="0" err="1">
                <a:effectLst/>
              </a:rPr>
              <a:t>mattis</a:t>
            </a:r>
            <a:r>
              <a:rPr lang="en-US" dirty="0">
                <a:effectLst/>
              </a:rPr>
              <a:t> est. </a:t>
            </a:r>
            <a:r>
              <a:rPr lang="en-US" dirty="0" err="1">
                <a:effectLst/>
              </a:rPr>
              <a:t>Nullam</a:t>
            </a:r>
            <a:r>
              <a:rPr lang="en-US" dirty="0">
                <a:effectLst/>
              </a:rPr>
              <a:t> </a:t>
            </a:r>
            <a:r>
              <a:rPr lang="en-US" dirty="0" err="1">
                <a:effectLst/>
              </a:rPr>
              <a:t>rutrum</a:t>
            </a:r>
            <a:r>
              <a:rPr lang="en-US" dirty="0">
                <a:effectLst/>
              </a:rPr>
              <a:t> </a:t>
            </a:r>
            <a:r>
              <a:rPr lang="en-US" dirty="0" err="1">
                <a:effectLst/>
              </a:rPr>
              <a:t>lectus</a:t>
            </a:r>
            <a:r>
              <a:rPr lang="en-US" dirty="0">
                <a:effectLst/>
              </a:rPr>
              <a:t> </a:t>
            </a:r>
            <a:r>
              <a:rPr lang="en-US" dirty="0" err="1">
                <a:effectLst/>
              </a:rPr>
              <a:t>arcu</a:t>
            </a:r>
            <a:r>
              <a:rPr lang="en-US" dirty="0">
                <a:effectLst/>
              </a:rPr>
              <a:t>, </a:t>
            </a:r>
            <a:r>
              <a:rPr lang="en-US" dirty="0" err="1">
                <a:effectLst/>
              </a:rPr>
              <a:t>ut</a:t>
            </a:r>
            <a:r>
              <a:rPr lang="en-US" dirty="0">
                <a:effectLst/>
              </a:rPr>
              <a:t> </a:t>
            </a:r>
            <a:r>
              <a:rPr lang="en-US" dirty="0" err="1">
                <a:effectLst/>
              </a:rPr>
              <a:t>facilisis</a:t>
            </a:r>
            <a:r>
              <a:rPr lang="en-US" dirty="0">
                <a:effectLst/>
              </a:rPr>
              <a:t> dui </a:t>
            </a:r>
            <a:r>
              <a:rPr lang="en-US" dirty="0" err="1">
                <a:effectLst/>
              </a:rPr>
              <a:t>lobortis</a:t>
            </a:r>
            <a:r>
              <a:rPr lang="en-US" dirty="0">
                <a:effectLst/>
              </a:rPr>
              <a:t> </a:t>
            </a:r>
            <a:r>
              <a:rPr lang="en-US" dirty="0" err="1">
                <a:effectLst/>
              </a:rPr>
              <a:t>eu</a:t>
            </a:r>
            <a:r>
              <a:rPr lang="en-US" dirty="0">
                <a:effectLst/>
              </a:rPr>
              <a:t>.</a:t>
            </a:r>
            <a:endParaRPr lang="en-US" dirty="0"/>
          </a:p>
        </p:txBody>
      </p:sp>
      <p:sp>
        <p:nvSpPr>
          <p:cNvPr id="17" name="Arc 11">
            <a:extLst>
              <a:ext uri="{FF2B5EF4-FFF2-40B4-BE49-F238E27FC236}">
                <a16:creationId xmlns:a16="http://schemas.microsoft.com/office/drawing/2014/main" id="{7BB7C7AC-EFD4-8F7E-2D6C-5BFF5451506A}"/>
              </a:ext>
            </a:extLst>
          </p:cNvPr>
          <p:cNvSpPr/>
          <p:nvPr userDrawn="1"/>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0" name="Arc 11">
            <a:extLst>
              <a:ext uri="{FF2B5EF4-FFF2-40B4-BE49-F238E27FC236}">
                <a16:creationId xmlns:a16="http://schemas.microsoft.com/office/drawing/2014/main" id="{B45614E9-FE2D-F564-18BF-8502EEAA05B2}"/>
              </a:ext>
            </a:extLst>
          </p:cNvPr>
          <p:cNvSpPr/>
          <p:nvPr userDrawn="1"/>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Tree>
    <p:extLst>
      <p:ext uri="{BB962C8B-B14F-4D97-AF65-F5344CB8AC3E}">
        <p14:creationId xmlns:p14="http://schemas.microsoft.com/office/powerpoint/2010/main" val="3809723762"/>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2_Content_Text_&amp;_Image-2">
    <p:bg>
      <p:bgRef idx="1001">
        <a:schemeClr val="bg1"/>
      </p:bgRef>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68CC1EB5-4531-9F0A-EEEE-42249A6215D2}"/>
              </a:ext>
            </a:extLst>
          </p:cNvPr>
          <p:cNvSpPr>
            <a:spLocks noGrp="1" noRot="1" noMove="1" noResize="1" noEditPoints="1" noAdjustHandles="1" noChangeArrowheads="1" noChangeShapeType="1"/>
          </p:cNvSpPr>
          <p:nvPr/>
        </p:nvSpPr>
        <p:spPr>
          <a:xfrm>
            <a:off x="7992534" y="1260475"/>
            <a:ext cx="4199466" cy="559752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pic>
        <p:nvPicPr>
          <p:cNvPr id="15" name="Picture 14" descr="A purple circle with black background  AI-generated content may be incorrect.">
            <a:extLst>
              <a:ext uri="{FF2B5EF4-FFF2-40B4-BE49-F238E27FC236}">
                <a16:creationId xmlns:a16="http://schemas.microsoft.com/office/drawing/2014/main" id="{1CE05478-4A19-0B29-D6C8-8DA8C34FD278}"/>
              </a:ext>
            </a:extLst>
          </p:cNvPr>
          <p:cNvPicPr>
            <a:picLocks noGrp="1" noRot="1" noMove="1" noResize="1" noEditPoints="1" noAdjustHandles="1" noChangeArrowheads="1" noChangeShapeType="1" noCrop="1"/>
          </p:cNvPicPr>
          <p:nvPr/>
        </p:nvPicPr>
        <p:blipFill>
          <a:blip r:embed="rId2" cstate="screen">
            <a:extLst>
              <a:ext uri="{28A0092B-C50C-407E-A947-70E740481C1C}">
                <a14:useLocalDpi xmlns:a14="http://schemas.microsoft.com/office/drawing/2010/main"/>
              </a:ext>
            </a:extLst>
          </a:blip>
          <a:srcRect/>
          <a:stretch/>
        </p:blipFill>
        <p:spPr>
          <a:xfrm>
            <a:off x="150725" y="1260473"/>
            <a:ext cx="10839748" cy="5597525"/>
          </a:xfrm>
          <a:prstGeom prst="rect">
            <a:avLst/>
          </a:prstGeom>
        </p:spPr>
      </p:pic>
      <p:sp>
        <p:nvSpPr>
          <p:cNvPr id="18" name="Content Placeholder 21">
            <a:extLst>
              <a:ext uri="{FF2B5EF4-FFF2-40B4-BE49-F238E27FC236}">
                <a16:creationId xmlns:a16="http://schemas.microsoft.com/office/drawing/2014/main" id="{29686CDF-F134-F304-1AEE-E64BF19CBBF3}"/>
              </a:ext>
            </a:extLst>
          </p:cNvPr>
          <p:cNvSpPr>
            <a:spLocks noGrp="1"/>
          </p:cNvSpPr>
          <p:nvPr>
            <p:ph sz="quarter" idx="17"/>
          </p:nvPr>
        </p:nvSpPr>
        <p:spPr>
          <a:xfrm>
            <a:off x="6524625" y="1592263"/>
            <a:ext cx="5303838" cy="481965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rocess 4">
            <a:extLst>
              <a:ext uri="{FF2B5EF4-FFF2-40B4-BE49-F238E27FC236}">
                <a16:creationId xmlns:a16="http://schemas.microsoft.com/office/drawing/2014/main" id="{702124D0-3ECE-3545-6DE4-F9B12CE0DC2C}"/>
              </a:ext>
            </a:extLst>
          </p:cNvPr>
          <p:cNvSpPr>
            <a:spLocks noGrp="1" noRot="1" noMove="1" noResize="1" noEditPoints="1" noAdjustHandles="1" noChangeArrowheads="1" noChangeShapeType="1"/>
          </p:cNvSpPr>
          <p:nvPr/>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12" name="Arc 11">
            <a:extLst>
              <a:ext uri="{FF2B5EF4-FFF2-40B4-BE49-F238E27FC236}">
                <a16:creationId xmlns:a16="http://schemas.microsoft.com/office/drawing/2014/main" id="{04DD7991-F962-C1CD-1B70-FD0B6F8E28AD}"/>
              </a:ext>
            </a:extLst>
          </p:cNvPr>
          <p:cNvSpPr>
            <a:spLocks noGrp="1" noRot="1" noMove="1" noResize="1" noEditPoints="1" noAdjustHandles="1" noChangeArrowheads="1" noChangeShapeType="1"/>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3" name="Arc 11">
            <a:extLst>
              <a:ext uri="{FF2B5EF4-FFF2-40B4-BE49-F238E27FC236}">
                <a16:creationId xmlns:a16="http://schemas.microsoft.com/office/drawing/2014/main" id="{D87D93B1-025A-7212-05B1-00BE09AA861B}"/>
              </a:ext>
            </a:extLst>
          </p:cNvPr>
          <p:cNvSpPr>
            <a:spLocks noGrp="1" noRot="1" noMove="1" noResize="1" noEditPoints="1" noAdjustHandles="1" noChangeArrowheads="1" noChangeShapeType="1"/>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pic>
        <p:nvPicPr>
          <p:cNvPr id="11" name="Graphic 10">
            <a:extLst>
              <a:ext uri="{FF2B5EF4-FFF2-40B4-BE49-F238E27FC236}">
                <a16:creationId xmlns:a16="http://schemas.microsoft.com/office/drawing/2014/main" id="{3A796EBE-B2D0-5C11-1F6A-ED0B98A8D06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10607" y="222069"/>
            <a:ext cx="1318093" cy="323306"/>
          </a:xfrm>
          <a:prstGeom prst="rect">
            <a:avLst/>
          </a:prstGeom>
        </p:spPr>
      </p:pic>
      <p:sp>
        <p:nvSpPr>
          <p:cNvPr id="10" name="Arc 11">
            <a:extLst>
              <a:ext uri="{FF2B5EF4-FFF2-40B4-BE49-F238E27FC236}">
                <a16:creationId xmlns:a16="http://schemas.microsoft.com/office/drawing/2014/main" id="{0FB4F19E-A27A-D732-C768-386174C0A18B}"/>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9" name="Arc 11">
            <a:extLst>
              <a:ext uri="{FF2B5EF4-FFF2-40B4-BE49-F238E27FC236}">
                <a16:creationId xmlns:a16="http://schemas.microsoft.com/office/drawing/2014/main" id="{B9FCBD26-6A26-3E58-8990-3674DAB0639F}"/>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6" name="Arc 11">
            <a:extLst>
              <a:ext uri="{FF2B5EF4-FFF2-40B4-BE49-F238E27FC236}">
                <a16:creationId xmlns:a16="http://schemas.microsoft.com/office/drawing/2014/main" id="{7CC91FF5-CE4E-2D86-F395-51ADACC2AB2F}"/>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7" name="Arc 11">
            <a:extLst>
              <a:ext uri="{FF2B5EF4-FFF2-40B4-BE49-F238E27FC236}">
                <a16:creationId xmlns:a16="http://schemas.microsoft.com/office/drawing/2014/main" id="{85C0BEE1-5C5D-A1F4-1EBC-D1B74B91313C}"/>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9" name="TextBox 8">
            <a:extLst>
              <a:ext uri="{FF2B5EF4-FFF2-40B4-BE49-F238E27FC236}">
                <a16:creationId xmlns:a16="http://schemas.microsoft.com/office/drawing/2014/main" id="{0D0CCED7-A5EF-C717-0FDD-FCBAEE40664A}"/>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
        <p:nvSpPr>
          <p:cNvPr id="20" name="TextBox 19">
            <a:extLst>
              <a:ext uri="{FF2B5EF4-FFF2-40B4-BE49-F238E27FC236}">
                <a16:creationId xmlns:a16="http://schemas.microsoft.com/office/drawing/2014/main" id="{559C2C71-2055-C614-FEF6-9BB99D477570}"/>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tx1"/>
                </a:solidFill>
                <a:latin typeface="+mn-lt"/>
              </a:rPr>
              <a:t>‹#›</a:t>
            </a:fld>
            <a:endParaRPr lang="en-US" sz="800" b="1" i="0" dirty="0">
              <a:solidFill>
                <a:schemeClr val="tx1"/>
              </a:solidFill>
              <a:latin typeface="+mn-lt"/>
            </a:endParaRPr>
          </a:p>
        </p:txBody>
      </p:sp>
      <p:sp>
        <p:nvSpPr>
          <p:cNvPr id="2" name="Text Placeholder 16">
            <a:extLst>
              <a:ext uri="{FF2B5EF4-FFF2-40B4-BE49-F238E27FC236}">
                <a16:creationId xmlns:a16="http://schemas.microsoft.com/office/drawing/2014/main" id="{B51047EE-4B09-3AD6-8FB0-79BCDDDAB878}"/>
              </a:ext>
            </a:extLst>
          </p:cNvPr>
          <p:cNvSpPr>
            <a:spLocks noGrp="1"/>
          </p:cNvSpPr>
          <p:nvPr>
            <p:ph type="body" sz="quarter" idx="18" hasCustomPrompt="1"/>
          </p:nvPr>
        </p:nvSpPr>
        <p:spPr>
          <a:xfrm>
            <a:off x="449351" y="380998"/>
            <a:ext cx="8260696" cy="381001"/>
          </a:xfrm>
          <a:prstGeom prst="rect">
            <a:avLst/>
          </a:prstGeom>
        </p:spPr>
        <p:txBody>
          <a:bodyPr anchor="b">
            <a:noAutofit/>
          </a:bodyPr>
          <a:lstStyle>
            <a:lvl1pPr marL="45720" indent="0">
              <a:buNone/>
              <a:defRPr sz="2200" b="1" i="0">
                <a:solidFill>
                  <a:schemeClr val="tx1"/>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3" name="Text Placeholder 16">
            <a:extLst>
              <a:ext uri="{FF2B5EF4-FFF2-40B4-BE49-F238E27FC236}">
                <a16:creationId xmlns:a16="http://schemas.microsoft.com/office/drawing/2014/main" id="{2A28E33E-F514-1D79-BC05-F7FD69CDB502}"/>
              </a:ext>
            </a:extLst>
          </p:cNvPr>
          <p:cNvSpPr>
            <a:spLocks noGrp="1"/>
          </p:cNvSpPr>
          <p:nvPr>
            <p:ph type="body" sz="quarter" idx="15" hasCustomPrompt="1"/>
          </p:nvPr>
        </p:nvSpPr>
        <p:spPr>
          <a:xfrm>
            <a:off x="449351" y="837300"/>
            <a:ext cx="8260696" cy="381001"/>
          </a:xfrm>
          <a:prstGeom prst="rect">
            <a:avLst/>
          </a:prstGeom>
        </p:spPr>
        <p:txBody>
          <a:bodyPr anchor="t">
            <a:noAutofit/>
          </a:bodyPr>
          <a:lstStyle>
            <a:lvl1pPr marL="45720" indent="0">
              <a:buNone/>
              <a:defRPr sz="1400" b="0" i="0">
                <a:solidFill>
                  <a:schemeClr val="tx1"/>
                </a:solidFill>
                <a:latin typeface="DM Sans Medium" pitchFamily="50" charset="0"/>
              </a:defRPr>
            </a:lvl1pPr>
            <a:lvl2pPr>
              <a:defRPr sz="3400"/>
            </a:lvl2pPr>
            <a:lvl3pPr>
              <a:defRPr sz="3400"/>
            </a:lvl3pPr>
            <a:lvl4pPr>
              <a:defRPr sz="3400"/>
            </a:lvl4pPr>
            <a:lvl5pPr>
              <a:defRPr sz="3400"/>
            </a:lvl5pPr>
          </a:lstStyle>
          <a:p>
            <a:pPr lvl="0"/>
            <a:r>
              <a:rPr lang="en-US" dirty="0"/>
              <a:t>Title Goes Here (H2*)</a:t>
            </a:r>
          </a:p>
        </p:txBody>
      </p:sp>
      <p:sp>
        <p:nvSpPr>
          <p:cNvPr id="7" name="Text Placeholder 8">
            <a:extLst>
              <a:ext uri="{FF2B5EF4-FFF2-40B4-BE49-F238E27FC236}">
                <a16:creationId xmlns:a16="http://schemas.microsoft.com/office/drawing/2014/main" id="{3AF5903E-D528-8A43-5DA4-1D135ADE74ED}"/>
              </a:ext>
            </a:extLst>
          </p:cNvPr>
          <p:cNvSpPr>
            <a:spLocks noGrp="1"/>
          </p:cNvSpPr>
          <p:nvPr>
            <p:ph type="body" sz="quarter" idx="14" hasCustomPrompt="1"/>
          </p:nvPr>
        </p:nvSpPr>
        <p:spPr>
          <a:xfrm>
            <a:off x="408125" y="1482543"/>
            <a:ext cx="3193031" cy="308509"/>
          </a:xfrm>
        </p:spPr>
        <p:txBody>
          <a:bodyPr lIns="0" tIns="0" rIns="0" bIns="0" anchor="b">
            <a:noAutofit/>
          </a:bodyPr>
          <a:lstStyle>
            <a:lvl1pPr marL="0" indent="0">
              <a:lnSpc>
                <a:spcPct val="100000"/>
              </a:lnSpc>
              <a:spcBef>
                <a:spcPts val="0"/>
              </a:spcBef>
              <a:spcAft>
                <a:spcPts val="600"/>
              </a:spcAft>
              <a:buFont typeface="DM Sans" panose="020B0604020202020204" pitchFamily="34" charset="0"/>
              <a:buNone/>
              <a:defRPr sz="1300" b="1">
                <a:latin typeface="+mn-lt"/>
              </a:defRPr>
            </a:lvl1pPr>
          </a:lstStyle>
          <a:p>
            <a:pPr lvl="0"/>
            <a:r>
              <a:rPr lang="en-US" dirty="0"/>
              <a:t>Lorem ipsum dolor sit </a:t>
            </a:r>
            <a:r>
              <a:rPr lang="en-US" dirty="0" err="1"/>
              <a:t>amet</a:t>
            </a:r>
            <a:endParaRPr lang="en-US" dirty="0"/>
          </a:p>
        </p:txBody>
      </p:sp>
      <p:sp>
        <p:nvSpPr>
          <p:cNvPr id="8" name="Text Placeholder 8">
            <a:extLst>
              <a:ext uri="{FF2B5EF4-FFF2-40B4-BE49-F238E27FC236}">
                <a16:creationId xmlns:a16="http://schemas.microsoft.com/office/drawing/2014/main" id="{82D3B46B-5713-4114-2117-09FF910A52BD}"/>
              </a:ext>
            </a:extLst>
          </p:cNvPr>
          <p:cNvSpPr>
            <a:spLocks noGrp="1"/>
          </p:cNvSpPr>
          <p:nvPr>
            <p:ph type="body" sz="quarter" idx="16" hasCustomPrompt="1"/>
          </p:nvPr>
        </p:nvSpPr>
        <p:spPr>
          <a:xfrm>
            <a:off x="408125" y="1922810"/>
            <a:ext cx="3193031" cy="3992568"/>
          </a:xfrm>
        </p:spPr>
        <p:txBody>
          <a:bodyPr lIns="0" tIns="0" rIns="0" bIns="0" anchor="t">
            <a:noAutofit/>
          </a:bodyPr>
          <a:lstStyle>
            <a:lvl1pPr marL="0" indent="0">
              <a:lnSpc>
                <a:spcPct val="100000"/>
              </a:lnSpc>
              <a:spcBef>
                <a:spcPts val="0"/>
              </a:spcBef>
              <a:spcAft>
                <a:spcPts val="600"/>
              </a:spcAft>
              <a:buFont typeface="DM Sans" panose="020B0604020202020204" pitchFamily="34" charset="0"/>
              <a:buNone/>
              <a:defRPr sz="1300" b="0">
                <a:latin typeface="+mn-lt"/>
              </a:defRPr>
            </a:lvl1pPr>
          </a:lstStyle>
          <a:p>
            <a:pPr lvl="0"/>
            <a:r>
              <a:rPr lang="en-US" dirty="0" err="1">
                <a:effectLst/>
              </a:rPr>
              <a:t>Consectetur</a:t>
            </a:r>
            <a:r>
              <a:rPr lang="en-US" dirty="0">
                <a:effectLst/>
              </a:rPr>
              <a:t> </a:t>
            </a:r>
            <a:r>
              <a:rPr lang="en-US" dirty="0" err="1">
                <a:effectLst/>
              </a:rPr>
              <a:t>adipiscing</a:t>
            </a:r>
            <a:r>
              <a:rPr lang="en-US" dirty="0">
                <a:effectLst/>
              </a:rPr>
              <a:t> </a:t>
            </a:r>
            <a:r>
              <a:rPr lang="en-US" dirty="0" err="1">
                <a:effectLst/>
              </a:rPr>
              <a:t>elit</a:t>
            </a:r>
            <a:r>
              <a:rPr lang="en-US" dirty="0">
                <a:effectLst/>
              </a:rPr>
              <a:t>. Ut sed </a:t>
            </a:r>
            <a:r>
              <a:rPr lang="en-US" dirty="0" err="1">
                <a:effectLst/>
              </a:rPr>
              <a:t>orci</a:t>
            </a:r>
            <a:r>
              <a:rPr lang="en-US" dirty="0">
                <a:effectLst/>
              </a:rPr>
              <a:t> </a:t>
            </a:r>
            <a:r>
              <a:rPr lang="en-US" dirty="0" err="1">
                <a:effectLst/>
              </a:rPr>
              <a:t>molestie</a:t>
            </a:r>
            <a:r>
              <a:rPr lang="en-US" dirty="0">
                <a:effectLst/>
              </a:rPr>
              <a:t>, </a:t>
            </a:r>
            <a:r>
              <a:rPr lang="en-US" dirty="0" err="1">
                <a:effectLst/>
              </a:rPr>
              <a:t>varius</a:t>
            </a:r>
            <a:r>
              <a:rPr lang="en-US" dirty="0">
                <a:effectLst/>
              </a:rPr>
              <a:t> </a:t>
            </a:r>
            <a:r>
              <a:rPr lang="en-US" dirty="0" err="1">
                <a:effectLst/>
              </a:rPr>
              <a:t>lectus</a:t>
            </a:r>
            <a:r>
              <a:rPr lang="en-US" dirty="0">
                <a:effectLst/>
              </a:rPr>
              <a:t> et, </a:t>
            </a:r>
            <a:r>
              <a:rPr lang="en-US" dirty="0" err="1">
                <a:effectLst/>
              </a:rPr>
              <a:t>facilisis</a:t>
            </a:r>
            <a:r>
              <a:rPr lang="en-US" dirty="0">
                <a:effectLst/>
              </a:rPr>
              <a:t> </a:t>
            </a:r>
            <a:r>
              <a:rPr lang="en-US" dirty="0" err="1">
                <a:effectLst/>
              </a:rPr>
              <a:t>massa</a:t>
            </a:r>
            <a:r>
              <a:rPr lang="en-US" dirty="0">
                <a:effectLst/>
              </a:rPr>
              <a:t>. Sed </a:t>
            </a:r>
            <a:r>
              <a:rPr lang="en-US" dirty="0" err="1">
                <a:effectLst/>
              </a:rPr>
              <a:t>consequat</a:t>
            </a:r>
            <a:r>
              <a:rPr lang="en-US" dirty="0">
                <a:effectLst/>
              </a:rPr>
              <a:t>, nisi sed </a:t>
            </a:r>
            <a:r>
              <a:rPr lang="en-US" dirty="0" err="1">
                <a:effectLst/>
              </a:rPr>
              <a:t>bibendum</a:t>
            </a:r>
            <a:r>
              <a:rPr lang="en-US" dirty="0">
                <a:effectLst/>
              </a:rPr>
              <a:t> </a:t>
            </a:r>
            <a:r>
              <a:rPr lang="en-US" dirty="0" err="1">
                <a:effectLst/>
              </a:rPr>
              <a:t>mattis</a:t>
            </a:r>
            <a:r>
              <a:rPr lang="en-US" dirty="0">
                <a:effectLst/>
              </a:rPr>
              <a:t>, </a:t>
            </a:r>
            <a:r>
              <a:rPr lang="en-US" dirty="0" err="1">
                <a:effectLst/>
              </a:rPr>
              <a:t>tortor</a:t>
            </a:r>
            <a:r>
              <a:rPr lang="en-US" dirty="0">
                <a:effectLst/>
              </a:rPr>
              <a:t> </a:t>
            </a:r>
            <a:r>
              <a:rPr lang="en-US" dirty="0" err="1">
                <a:effectLst/>
              </a:rPr>
              <a:t>metus</a:t>
            </a:r>
            <a:r>
              <a:rPr lang="en-US" dirty="0">
                <a:effectLst/>
              </a:rPr>
              <a:t> </a:t>
            </a:r>
            <a:r>
              <a:rPr lang="en-US" dirty="0" err="1">
                <a:effectLst/>
              </a:rPr>
              <a:t>molestie</a:t>
            </a:r>
            <a:r>
              <a:rPr lang="en-US" dirty="0">
                <a:effectLst/>
              </a:rPr>
              <a:t> </a:t>
            </a:r>
            <a:r>
              <a:rPr lang="en-US" dirty="0" err="1">
                <a:effectLst/>
              </a:rPr>
              <a:t>nunc</a:t>
            </a:r>
            <a:r>
              <a:rPr lang="en-US" dirty="0">
                <a:effectLst/>
              </a:rPr>
              <a:t>, non </a:t>
            </a:r>
            <a:r>
              <a:rPr lang="en-US" dirty="0" err="1">
                <a:effectLst/>
              </a:rPr>
              <a:t>vehicula</a:t>
            </a:r>
            <a:r>
              <a:rPr lang="en-US" dirty="0">
                <a:effectLst/>
              </a:rPr>
              <a:t> </a:t>
            </a:r>
            <a:r>
              <a:rPr lang="en-US" dirty="0" err="1">
                <a:effectLst/>
              </a:rPr>
              <a:t>nulla</a:t>
            </a:r>
            <a:r>
              <a:rPr lang="en-US" dirty="0">
                <a:effectLst/>
              </a:rPr>
              <a:t> </a:t>
            </a:r>
            <a:r>
              <a:rPr lang="en-US" dirty="0" err="1">
                <a:effectLst/>
              </a:rPr>
              <a:t>erat</a:t>
            </a:r>
            <a:r>
              <a:rPr lang="en-US" dirty="0">
                <a:effectLst/>
              </a:rPr>
              <a:t> a magna. </a:t>
            </a:r>
            <a:r>
              <a:rPr lang="en-US" dirty="0" err="1">
                <a:effectLst/>
              </a:rPr>
              <a:t>Fusce</a:t>
            </a:r>
            <a:r>
              <a:rPr lang="en-US" dirty="0">
                <a:effectLst/>
              </a:rPr>
              <a:t> at dui </a:t>
            </a:r>
            <a:r>
              <a:rPr lang="en-US" dirty="0" err="1">
                <a:effectLst/>
              </a:rPr>
              <a:t>risus</a:t>
            </a:r>
            <a:r>
              <a:rPr lang="en-US" dirty="0">
                <a:effectLst/>
              </a:rPr>
              <a:t>. Proin </a:t>
            </a:r>
            <a:r>
              <a:rPr lang="en-US" dirty="0" err="1">
                <a:effectLst/>
              </a:rPr>
              <a:t>efficitur</a:t>
            </a:r>
            <a:r>
              <a:rPr lang="en-US" dirty="0">
                <a:effectLst/>
              </a:rPr>
              <a:t> </a:t>
            </a:r>
            <a:r>
              <a:rPr lang="en-US" dirty="0" err="1">
                <a:effectLst/>
              </a:rPr>
              <a:t>lectus</a:t>
            </a:r>
            <a:r>
              <a:rPr lang="en-US" dirty="0">
                <a:effectLst/>
              </a:rPr>
              <a:t> </a:t>
            </a:r>
            <a:r>
              <a:rPr lang="en-US" dirty="0" err="1">
                <a:effectLst/>
              </a:rPr>
              <a:t>neque</a:t>
            </a:r>
            <a:r>
              <a:rPr lang="en-US" dirty="0">
                <a:effectLst/>
              </a:rPr>
              <a:t>, </a:t>
            </a:r>
            <a:r>
              <a:rPr lang="en-US" dirty="0" err="1">
                <a:effectLst/>
              </a:rPr>
              <a:t>quis</a:t>
            </a:r>
            <a:r>
              <a:rPr lang="en-US" dirty="0">
                <a:effectLst/>
              </a:rPr>
              <a:t> semper </a:t>
            </a:r>
            <a:r>
              <a:rPr lang="en-US" dirty="0" err="1">
                <a:effectLst/>
              </a:rPr>
              <a:t>velit</a:t>
            </a:r>
            <a:r>
              <a:rPr lang="en-US" dirty="0">
                <a:effectLst/>
              </a:rPr>
              <a:t> </a:t>
            </a:r>
            <a:r>
              <a:rPr lang="en-US" dirty="0" err="1">
                <a:effectLst/>
              </a:rPr>
              <a:t>placerat</a:t>
            </a:r>
            <a:r>
              <a:rPr lang="en-US" dirty="0">
                <a:effectLst/>
              </a:rPr>
              <a:t> vel. Proin at </a:t>
            </a:r>
            <a:r>
              <a:rPr lang="en-US" dirty="0" err="1">
                <a:effectLst/>
              </a:rPr>
              <a:t>hendrerit</a:t>
            </a:r>
            <a:r>
              <a:rPr lang="en-US" dirty="0">
                <a:effectLst/>
              </a:rPr>
              <a:t> </a:t>
            </a:r>
            <a:r>
              <a:rPr lang="en-US" dirty="0" err="1">
                <a:effectLst/>
              </a:rPr>
              <a:t>tortor</a:t>
            </a:r>
            <a:r>
              <a:rPr lang="en-US" dirty="0">
                <a:effectLst/>
              </a:rPr>
              <a:t>, id tempus sem. </a:t>
            </a:r>
            <a:r>
              <a:rPr lang="en-US" dirty="0" err="1">
                <a:effectLst/>
              </a:rPr>
              <a:t>Suspendisse</a:t>
            </a:r>
            <a:r>
              <a:rPr lang="en-US" dirty="0">
                <a:effectLst/>
              </a:rPr>
              <a:t> non </a:t>
            </a:r>
            <a:r>
              <a:rPr lang="en-US" dirty="0" err="1">
                <a:effectLst/>
              </a:rPr>
              <a:t>lobortis</a:t>
            </a:r>
            <a:r>
              <a:rPr lang="en-US" dirty="0">
                <a:effectLst/>
              </a:rPr>
              <a:t> </a:t>
            </a:r>
            <a:r>
              <a:rPr lang="en-US" dirty="0" err="1">
                <a:effectLst/>
              </a:rPr>
              <a:t>augue</a:t>
            </a:r>
            <a:r>
              <a:rPr lang="en-US" dirty="0">
                <a:effectLst/>
              </a:rPr>
              <a:t>. Nunc </a:t>
            </a:r>
            <a:r>
              <a:rPr lang="en-US" dirty="0" err="1">
                <a:effectLst/>
              </a:rPr>
              <a:t>finibus</a:t>
            </a:r>
            <a:r>
              <a:rPr lang="en-US" dirty="0">
                <a:effectLst/>
              </a:rPr>
              <a:t> auctor </a:t>
            </a:r>
            <a:r>
              <a:rPr lang="en-US" dirty="0" err="1">
                <a:effectLst/>
              </a:rPr>
              <a:t>felis</a:t>
            </a:r>
            <a:r>
              <a:rPr lang="en-US" dirty="0">
                <a:effectLst/>
              </a:rPr>
              <a:t>, </a:t>
            </a:r>
            <a:r>
              <a:rPr lang="en-US" dirty="0" err="1">
                <a:effectLst/>
              </a:rPr>
              <a:t>eu</a:t>
            </a:r>
            <a:r>
              <a:rPr lang="en-US" dirty="0">
                <a:effectLst/>
              </a:rPr>
              <a:t> </a:t>
            </a:r>
            <a:r>
              <a:rPr lang="en-US" dirty="0" err="1">
                <a:effectLst/>
              </a:rPr>
              <a:t>egestas</a:t>
            </a:r>
            <a:r>
              <a:rPr lang="en-US" dirty="0">
                <a:effectLst/>
              </a:rPr>
              <a:t> </a:t>
            </a:r>
            <a:r>
              <a:rPr lang="en-US" dirty="0" err="1">
                <a:effectLst/>
              </a:rPr>
              <a:t>sem</a:t>
            </a:r>
            <a:r>
              <a:rPr lang="en-US" dirty="0">
                <a:effectLst/>
              </a:rPr>
              <a:t> </a:t>
            </a:r>
            <a:r>
              <a:rPr lang="en-US" dirty="0" err="1">
                <a:effectLst/>
              </a:rPr>
              <a:t>sollicitudin</a:t>
            </a:r>
            <a:r>
              <a:rPr lang="en-US" dirty="0">
                <a:effectLst/>
              </a:rPr>
              <a:t> </a:t>
            </a:r>
            <a:r>
              <a:rPr lang="en-US" dirty="0" err="1">
                <a:effectLst/>
              </a:rPr>
              <a:t>eget</a:t>
            </a:r>
            <a:r>
              <a:rPr lang="en-US" dirty="0">
                <a:effectLst/>
              </a:rPr>
              <a:t>. Donec </a:t>
            </a:r>
            <a:r>
              <a:rPr lang="en-US" dirty="0" err="1">
                <a:effectLst/>
              </a:rPr>
              <a:t>vehicula</a:t>
            </a:r>
            <a:r>
              <a:rPr lang="en-US" dirty="0">
                <a:effectLst/>
              </a:rPr>
              <a:t> </a:t>
            </a:r>
            <a:r>
              <a:rPr lang="en-US" dirty="0" err="1">
                <a:effectLst/>
              </a:rPr>
              <a:t>aliquet</a:t>
            </a:r>
            <a:r>
              <a:rPr lang="en-US" dirty="0">
                <a:effectLst/>
              </a:rPr>
              <a:t> ipsum </a:t>
            </a:r>
            <a:r>
              <a:rPr lang="en-US" dirty="0" err="1">
                <a:effectLst/>
              </a:rPr>
              <a:t>eu</a:t>
            </a:r>
            <a:r>
              <a:rPr lang="en-US" dirty="0">
                <a:effectLst/>
              </a:rPr>
              <a:t> </a:t>
            </a:r>
            <a:r>
              <a:rPr lang="en-US" dirty="0" err="1">
                <a:effectLst/>
              </a:rPr>
              <a:t>tincidunt</a:t>
            </a:r>
            <a:r>
              <a:rPr lang="en-US" dirty="0">
                <a:effectLst/>
              </a:rPr>
              <a:t>. </a:t>
            </a:r>
            <a:r>
              <a:rPr lang="en-US" dirty="0" err="1">
                <a:effectLst/>
              </a:rPr>
              <a:t>Curabitur</a:t>
            </a:r>
            <a:r>
              <a:rPr lang="en-US" dirty="0">
                <a:effectLst/>
              </a:rPr>
              <a:t> </a:t>
            </a:r>
            <a:r>
              <a:rPr lang="en-US" dirty="0" err="1">
                <a:effectLst/>
              </a:rPr>
              <a:t>tincidunt</a:t>
            </a:r>
            <a:r>
              <a:rPr lang="en-US" dirty="0">
                <a:effectLst/>
              </a:rPr>
              <a:t> </a:t>
            </a:r>
            <a:r>
              <a:rPr lang="en-US" dirty="0" err="1">
                <a:effectLst/>
              </a:rPr>
              <a:t>turpis</a:t>
            </a:r>
            <a:r>
              <a:rPr lang="en-US" dirty="0">
                <a:effectLst/>
              </a:rPr>
              <a:t> </a:t>
            </a:r>
            <a:r>
              <a:rPr lang="en-US" dirty="0" err="1">
                <a:effectLst/>
              </a:rPr>
              <a:t>neque</a:t>
            </a:r>
            <a:r>
              <a:rPr lang="en-US" dirty="0">
                <a:effectLst/>
              </a:rPr>
              <a:t>, vitae </a:t>
            </a:r>
            <a:r>
              <a:rPr lang="en-US" dirty="0" err="1">
                <a:effectLst/>
              </a:rPr>
              <a:t>placerat</a:t>
            </a:r>
            <a:r>
              <a:rPr lang="en-US" dirty="0">
                <a:effectLst/>
              </a:rPr>
              <a:t> </a:t>
            </a:r>
            <a:r>
              <a:rPr lang="en-US" dirty="0" err="1">
                <a:effectLst/>
              </a:rPr>
              <a:t>metus</a:t>
            </a:r>
            <a:r>
              <a:rPr lang="en-US" dirty="0">
                <a:effectLst/>
              </a:rPr>
              <a:t> tempus non. Nunc tempus </a:t>
            </a:r>
            <a:r>
              <a:rPr lang="en-US" dirty="0" err="1">
                <a:effectLst/>
              </a:rPr>
              <a:t>mauris</a:t>
            </a:r>
            <a:r>
              <a:rPr lang="en-US" dirty="0">
                <a:effectLst/>
              </a:rPr>
              <a:t> magna, at semper </a:t>
            </a:r>
            <a:r>
              <a:rPr lang="en-US" dirty="0" err="1">
                <a:effectLst/>
              </a:rPr>
              <a:t>nisl</a:t>
            </a:r>
            <a:r>
              <a:rPr lang="en-US" dirty="0">
                <a:effectLst/>
              </a:rPr>
              <a:t> </a:t>
            </a:r>
            <a:r>
              <a:rPr lang="en-US" dirty="0" err="1">
                <a:effectLst/>
              </a:rPr>
              <a:t>porttitor</a:t>
            </a:r>
            <a:r>
              <a:rPr lang="en-US" dirty="0">
                <a:effectLst/>
              </a:rPr>
              <a:t> in. Sed et </a:t>
            </a:r>
            <a:r>
              <a:rPr lang="en-US" dirty="0" err="1">
                <a:effectLst/>
              </a:rPr>
              <a:t>mattis</a:t>
            </a:r>
            <a:r>
              <a:rPr lang="en-US" dirty="0">
                <a:effectLst/>
              </a:rPr>
              <a:t> est. </a:t>
            </a:r>
            <a:r>
              <a:rPr lang="en-US" dirty="0" err="1">
                <a:effectLst/>
              </a:rPr>
              <a:t>Nullam</a:t>
            </a:r>
            <a:r>
              <a:rPr lang="en-US" dirty="0">
                <a:effectLst/>
              </a:rPr>
              <a:t> </a:t>
            </a:r>
            <a:r>
              <a:rPr lang="en-US" dirty="0" err="1">
                <a:effectLst/>
              </a:rPr>
              <a:t>rutrum</a:t>
            </a:r>
            <a:r>
              <a:rPr lang="en-US" dirty="0">
                <a:effectLst/>
              </a:rPr>
              <a:t> </a:t>
            </a:r>
            <a:r>
              <a:rPr lang="en-US" dirty="0" err="1">
                <a:effectLst/>
              </a:rPr>
              <a:t>lectus</a:t>
            </a:r>
            <a:r>
              <a:rPr lang="en-US" dirty="0">
                <a:effectLst/>
              </a:rPr>
              <a:t> </a:t>
            </a:r>
            <a:r>
              <a:rPr lang="en-US" dirty="0" err="1">
                <a:effectLst/>
              </a:rPr>
              <a:t>arcu</a:t>
            </a:r>
            <a:r>
              <a:rPr lang="en-US" dirty="0">
                <a:effectLst/>
              </a:rPr>
              <a:t>, </a:t>
            </a:r>
            <a:r>
              <a:rPr lang="en-US" dirty="0" err="1">
                <a:effectLst/>
              </a:rPr>
              <a:t>ut</a:t>
            </a:r>
            <a:r>
              <a:rPr lang="en-US" dirty="0">
                <a:effectLst/>
              </a:rPr>
              <a:t> </a:t>
            </a:r>
            <a:r>
              <a:rPr lang="en-US" dirty="0" err="1">
                <a:effectLst/>
              </a:rPr>
              <a:t>facilisis</a:t>
            </a:r>
            <a:r>
              <a:rPr lang="en-US" dirty="0">
                <a:effectLst/>
              </a:rPr>
              <a:t> dui </a:t>
            </a:r>
            <a:r>
              <a:rPr lang="en-US" dirty="0" err="1">
                <a:effectLst/>
              </a:rPr>
              <a:t>lobortis</a:t>
            </a:r>
            <a:r>
              <a:rPr lang="en-US" dirty="0">
                <a:effectLst/>
              </a:rPr>
              <a:t> </a:t>
            </a:r>
            <a:r>
              <a:rPr lang="en-US" dirty="0" err="1">
                <a:effectLst/>
              </a:rPr>
              <a:t>eu</a:t>
            </a:r>
            <a:r>
              <a:rPr lang="en-US" dirty="0">
                <a:effectLst/>
              </a:rPr>
              <a:t>.</a:t>
            </a:r>
            <a:endParaRPr lang="en-US" dirty="0"/>
          </a:p>
        </p:txBody>
      </p:sp>
      <p:sp>
        <p:nvSpPr>
          <p:cNvPr id="4" name="Arc 11">
            <a:extLst>
              <a:ext uri="{FF2B5EF4-FFF2-40B4-BE49-F238E27FC236}">
                <a16:creationId xmlns:a16="http://schemas.microsoft.com/office/drawing/2014/main" id="{D4049FAE-59A8-E0EC-6AE4-90F4C60D3967}"/>
              </a:ext>
            </a:extLst>
          </p:cNvPr>
          <p:cNvSpPr/>
          <p:nvPr userDrawn="1"/>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6" name="Arc 11">
            <a:extLst>
              <a:ext uri="{FF2B5EF4-FFF2-40B4-BE49-F238E27FC236}">
                <a16:creationId xmlns:a16="http://schemas.microsoft.com/office/drawing/2014/main" id="{6ECD93A3-FE33-8022-EAFC-F877A131EDE4}"/>
              </a:ext>
            </a:extLst>
          </p:cNvPr>
          <p:cNvSpPr/>
          <p:nvPr userDrawn="1"/>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Tree>
    <p:extLst>
      <p:ext uri="{BB962C8B-B14F-4D97-AF65-F5344CB8AC3E}">
        <p14:creationId xmlns:p14="http://schemas.microsoft.com/office/powerpoint/2010/main" val="2085738159"/>
      </p:ext>
    </p:extLst>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_Text_&amp;_Image-4">
    <p:bg>
      <p:bgRef idx="1001">
        <a:schemeClr val="bg1"/>
      </p:bgRef>
    </p:bg>
    <p:spTree>
      <p:nvGrpSpPr>
        <p:cNvPr id="1" name=""/>
        <p:cNvGrpSpPr/>
        <p:nvPr/>
      </p:nvGrpSpPr>
      <p:grpSpPr>
        <a:xfrm>
          <a:off x="0" y="0"/>
          <a:ext cx="0" cy="0"/>
          <a:chOff x="0" y="0"/>
          <a:chExt cx="0" cy="0"/>
        </a:xfrm>
      </p:grpSpPr>
      <p:pic>
        <p:nvPicPr>
          <p:cNvPr id="2" name="Picture 1" descr="A purple circle with a black background  AI-generated content may be incorrect.">
            <a:extLst>
              <a:ext uri="{FF2B5EF4-FFF2-40B4-BE49-F238E27FC236}">
                <a16:creationId xmlns:a16="http://schemas.microsoft.com/office/drawing/2014/main" id="{C12650B1-FCD1-9BD0-C691-25CC303249C9}"/>
              </a:ext>
            </a:extLst>
          </p:cNvPr>
          <p:cNvPicPr/>
          <p:nvPr userDrawn="1"/>
        </p:nvPicPr>
        <p:blipFill>
          <a:blip r:embed="rId2"/>
          <a:stretch>
            <a:fillRect/>
          </a:stretch>
        </p:blipFill>
        <p:spPr>
          <a:xfrm>
            <a:off x="-1" y="419373"/>
            <a:ext cx="12192001" cy="6426200"/>
          </a:xfrm>
          <a:prstGeom prst="rect">
            <a:avLst/>
          </a:prstGeom>
        </p:spPr>
      </p:pic>
      <p:pic>
        <p:nvPicPr>
          <p:cNvPr id="20" name="Picture 19" descr="A purple circle with a black background  AI-generated content may be incorrect.">
            <a:extLst>
              <a:ext uri="{FF2B5EF4-FFF2-40B4-BE49-F238E27FC236}">
                <a16:creationId xmlns:a16="http://schemas.microsoft.com/office/drawing/2014/main" id="{68D3F6C2-A762-805E-194A-5BAE59ADF67D}"/>
              </a:ext>
            </a:extLst>
          </p:cNvPr>
          <p:cNvPicPr>
            <a:picLocks noGrp="1" noRot="1" noChangeAspect="1" noMove="1" noResize="1" noEditPoints="1" noAdjustHandles="1" noChangeArrowheads="1" noChangeShapeType="1" noCrop="1"/>
          </p:cNvPicPr>
          <p:nvPr/>
        </p:nvPicPr>
        <p:blipFill>
          <a:blip r:embed="rId2"/>
          <a:stretch>
            <a:fillRect/>
          </a:stretch>
        </p:blipFill>
        <p:spPr>
          <a:xfrm>
            <a:off x="-1" y="419373"/>
            <a:ext cx="12192001" cy="6426200"/>
          </a:xfrm>
          <a:prstGeom prst="rect">
            <a:avLst/>
          </a:prstGeom>
        </p:spPr>
      </p:pic>
      <p:sp>
        <p:nvSpPr>
          <p:cNvPr id="16" name="Text Placeholder 8">
            <a:extLst>
              <a:ext uri="{FF2B5EF4-FFF2-40B4-BE49-F238E27FC236}">
                <a16:creationId xmlns:a16="http://schemas.microsoft.com/office/drawing/2014/main" id="{0201F9B5-1277-922A-2A76-8F1311FD3D4F}"/>
              </a:ext>
            </a:extLst>
          </p:cNvPr>
          <p:cNvSpPr>
            <a:spLocks noGrp="1"/>
          </p:cNvSpPr>
          <p:nvPr>
            <p:ph type="body" sz="quarter" idx="14" hasCustomPrompt="1"/>
          </p:nvPr>
        </p:nvSpPr>
        <p:spPr>
          <a:xfrm>
            <a:off x="6479655" y="2682559"/>
            <a:ext cx="5348807" cy="308509"/>
          </a:xfrm>
        </p:spPr>
        <p:txBody>
          <a:bodyPr lIns="0" tIns="0" rIns="0" bIns="0" anchor="b">
            <a:noAutofit/>
          </a:bodyPr>
          <a:lstStyle>
            <a:lvl1pPr marL="0" indent="0">
              <a:lnSpc>
                <a:spcPct val="100000"/>
              </a:lnSpc>
              <a:spcBef>
                <a:spcPts val="0"/>
              </a:spcBef>
              <a:spcAft>
                <a:spcPts val="600"/>
              </a:spcAft>
              <a:buFont typeface="DM Sans" panose="020B0604020202020204" pitchFamily="34" charset="0"/>
              <a:buNone/>
              <a:defRPr sz="1300" b="1">
                <a:latin typeface="+mn-lt"/>
              </a:defRPr>
            </a:lvl1pPr>
          </a:lstStyle>
          <a:p>
            <a:pPr lvl="0"/>
            <a:r>
              <a:rPr lang="en-US" dirty="0"/>
              <a:t>Lorem ipsum dolor sit </a:t>
            </a:r>
            <a:r>
              <a:rPr lang="en-US" dirty="0" err="1"/>
              <a:t>amet</a:t>
            </a:r>
            <a:endParaRPr lang="en-US" dirty="0"/>
          </a:p>
        </p:txBody>
      </p:sp>
      <p:sp>
        <p:nvSpPr>
          <p:cNvPr id="17" name="Text Placeholder 8">
            <a:extLst>
              <a:ext uri="{FF2B5EF4-FFF2-40B4-BE49-F238E27FC236}">
                <a16:creationId xmlns:a16="http://schemas.microsoft.com/office/drawing/2014/main" id="{98141489-8D31-ADD1-096E-A6444EE1B33F}"/>
              </a:ext>
            </a:extLst>
          </p:cNvPr>
          <p:cNvSpPr>
            <a:spLocks noGrp="1"/>
          </p:cNvSpPr>
          <p:nvPr>
            <p:ph type="body" sz="quarter" idx="16" hasCustomPrompt="1"/>
          </p:nvPr>
        </p:nvSpPr>
        <p:spPr>
          <a:xfrm>
            <a:off x="6479655" y="3102964"/>
            <a:ext cx="5348807" cy="2812414"/>
          </a:xfrm>
        </p:spPr>
        <p:txBody>
          <a:bodyPr lIns="0" tIns="0" rIns="0" bIns="0" anchor="t">
            <a:noAutofit/>
          </a:bodyPr>
          <a:lstStyle>
            <a:lvl1pPr marL="0" indent="0">
              <a:lnSpc>
                <a:spcPct val="100000"/>
              </a:lnSpc>
              <a:spcBef>
                <a:spcPts val="0"/>
              </a:spcBef>
              <a:spcAft>
                <a:spcPts val="600"/>
              </a:spcAft>
              <a:buFont typeface="DM Sans" panose="020B0604020202020204" pitchFamily="34" charset="0"/>
              <a:buNone/>
              <a:defRPr sz="1300" b="0">
                <a:latin typeface="+mn-lt"/>
              </a:defRPr>
            </a:lvl1pPr>
          </a:lstStyle>
          <a:p>
            <a:pPr lvl="0"/>
            <a:r>
              <a:rPr lang="en-US" err="1">
                <a:effectLst/>
              </a:rPr>
              <a:t>Consectetur</a:t>
            </a:r>
            <a:r>
              <a:rPr lang="en-US">
                <a:effectLst/>
              </a:rPr>
              <a:t> </a:t>
            </a:r>
            <a:r>
              <a:rPr lang="en-US" err="1">
                <a:effectLst/>
              </a:rPr>
              <a:t>adipiscing</a:t>
            </a:r>
            <a:r>
              <a:rPr lang="en-US">
                <a:effectLst/>
              </a:rPr>
              <a:t> </a:t>
            </a:r>
            <a:r>
              <a:rPr lang="en-US" err="1">
                <a:effectLst/>
              </a:rPr>
              <a:t>elit</a:t>
            </a:r>
            <a:r>
              <a:rPr lang="en-US">
                <a:effectLst/>
              </a:rPr>
              <a:t>. Ut sed </a:t>
            </a:r>
            <a:r>
              <a:rPr lang="en-US" err="1">
                <a:effectLst/>
              </a:rPr>
              <a:t>orci</a:t>
            </a:r>
            <a:r>
              <a:rPr lang="en-US">
                <a:effectLst/>
              </a:rPr>
              <a:t> </a:t>
            </a:r>
            <a:r>
              <a:rPr lang="en-US" err="1">
                <a:effectLst/>
              </a:rPr>
              <a:t>molestie</a:t>
            </a:r>
            <a:r>
              <a:rPr lang="en-US">
                <a:effectLst/>
              </a:rPr>
              <a:t>, </a:t>
            </a:r>
            <a:r>
              <a:rPr lang="en-US" err="1">
                <a:effectLst/>
              </a:rPr>
              <a:t>varius</a:t>
            </a:r>
            <a:r>
              <a:rPr lang="en-US">
                <a:effectLst/>
              </a:rPr>
              <a:t> </a:t>
            </a:r>
            <a:r>
              <a:rPr lang="en-US" err="1">
                <a:effectLst/>
              </a:rPr>
              <a:t>lectus</a:t>
            </a:r>
            <a:r>
              <a:rPr lang="en-US">
                <a:effectLst/>
              </a:rPr>
              <a:t> et, </a:t>
            </a:r>
            <a:r>
              <a:rPr lang="en-US" err="1">
                <a:effectLst/>
              </a:rPr>
              <a:t>facilisis</a:t>
            </a:r>
            <a:r>
              <a:rPr lang="en-US">
                <a:effectLst/>
              </a:rPr>
              <a:t> </a:t>
            </a:r>
            <a:r>
              <a:rPr lang="en-US" err="1">
                <a:effectLst/>
              </a:rPr>
              <a:t>massa</a:t>
            </a:r>
            <a:r>
              <a:rPr lang="en-US">
                <a:effectLst/>
              </a:rPr>
              <a:t>. Sed </a:t>
            </a:r>
            <a:r>
              <a:rPr lang="en-US" err="1">
                <a:effectLst/>
              </a:rPr>
              <a:t>consequat</a:t>
            </a:r>
            <a:r>
              <a:rPr lang="en-US">
                <a:effectLst/>
              </a:rPr>
              <a:t>, nisi sed </a:t>
            </a:r>
            <a:r>
              <a:rPr lang="en-US" err="1">
                <a:effectLst/>
              </a:rPr>
              <a:t>bibendum</a:t>
            </a:r>
            <a:r>
              <a:rPr lang="en-US">
                <a:effectLst/>
              </a:rPr>
              <a:t> </a:t>
            </a:r>
            <a:r>
              <a:rPr lang="en-US" err="1">
                <a:effectLst/>
              </a:rPr>
              <a:t>mattis</a:t>
            </a:r>
            <a:r>
              <a:rPr lang="en-US">
                <a:effectLst/>
              </a:rPr>
              <a:t>, </a:t>
            </a:r>
            <a:r>
              <a:rPr lang="en-US" err="1">
                <a:effectLst/>
              </a:rPr>
              <a:t>tortor</a:t>
            </a:r>
            <a:r>
              <a:rPr lang="en-US">
                <a:effectLst/>
              </a:rPr>
              <a:t> </a:t>
            </a:r>
            <a:r>
              <a:rPr lang="en-US" err="1">
                <a:effectLst/>
              </a:rPr>
              <a:t>metus</a:t>
            </a:r>
            <a:r>
              <a:rPr lang="en-US">
                <a:effectLst/>
              </a:rPr>
              <a:t> </a:t>
            </a:r>
            <a:r>
              <a:rPr lang="en-US" err="1">
                <a:effectLst/>
              </a:rPr>
              <a:t>molestie</a:t>
            </a:r>
            <a:r>
              <a:rPr lang="en-US">
                <a:effectLst/>
              </a:rPr>
              <a:t> </a:t>
            </a:r>
            <a:r>
              <a:rPr lang="en-US" err="1">
                <a:effectLst/>
              </a:rPr>
              <a:t>nunc</a:t>
            </a:r>
            <a:r>
              <a:rPr lang="en-US">
                <a:effectLst/>
              </a:rPr>
              <a:t>, non </a:t>
            </a:r>
            <a:r>
              <a:rPr lang="en-US" err="1">
                <a:effectLst/>
              </a:rPr>
              <a:t>vehicula</a:t>
            </a:r>
            <a:r>
              <a:rPr lang="en-US">
                <a:effectLst/>
              </a:rPr>
              <a:t> </a:t>
            </a:r>
            <a:r>
              <a:rPr lang="en-US" err="1">
                <a:effectLst/>
              </a:rPr>
              <a:t>nulla</a:t>
            </a:r>
            <a:r>
              <a:rPr lang="en-US">
                <a:effectLst/>
              </a:rPr>
              <a:t> </a:t>
            </a:r>
            <a:r>
              <a:rPr lang="en-US" err="1">
                <a:effectLst/>
              </a:rPr>
              <a:t>erat</a:t>
            </a:r>
            <a:r>
              <a:rPr lang="en-US">
                <a:effectLst/>
              </a:rPr>
              <a:t> a magna. </a:t>
            </a:r>
            <a:r>
              <a:rPr lang="en-US" err="1">
                <a:effectLst/>
              </a:rPr>
              <a:t>Fusce</a:t>
            </a:r>
            <a:r>
              <a:rPr lang="en-US">
                <a:effectLst/>
              </a:rPr>
              <a:t> at dui </a:t>
            </a:r>
            <a:r>
              <a:rPr lang="en-US" err="1">
                <a:effectLst/>
              </a:rPr>
              <a:t>risus</a:t>
            </a:r>
            <a:r>
              <a:rPr lang="en-US">
                <a:effectLst/>
              </a:rPr>
              <a:t>. Proin </a:t>
            </a:r>
            <a:r>
              <a:rPr lang="en-US" err="1">
                <a:effectLst/>
              </a:rPr>
              <a:t>efficitur</a:t>
            </a:r>
            <a:r>
              <a:rPr lang="en-US">
                <a:effectLst/>
              </a:rPr>
              <a:t> </a:t>
            </a:r>
            <a:r>
              <a:rPr lang="en-US" err="1">
                <a:effectLst/>
              </a:rPr>
              <a:t>lectus</a:t>
            </a:r>
            <a:r>
              <a:rPr lang="en-US">
                <a:effectLst/>
              </a:rPr>
              <a:t> </a:t>
            </a:r>
            <a:r>
              <a:rPr lang="en-US" err="1">
                <a:effectLst/>
              </a:rPr>
              <a:t>neque</a:t>
            </a:r>
            <a:r>
              <a:rPr lang="en-US">
                <a:effectLst/>
              </a:rPr>
              <a:t>, </a:t>
            </a:r>
            <a:r>
              <a:rPr lang="en-US" err="1">
                <a:effectLst/>
              </a:rPr>
              <a:t>quis</a:t>
            </a:r>
            <a:r>
              <a:rPr lang="en-US">
                <a:effectLst/>
              </a:rPr>
              <a:t> semper </a:t>
            </a:r>
            <a:r>
              <a:rPr lang="en-US" err="1">
                <a:effectLst/>
              </a:rPr>
              <a:t>velit</a:t>
            </a:r>
            <a:r>
              <a:rPr lang="en-US">
                <a:effectLst/>
              </a:rPr>
              <a:t> </a:t>
            </a:r>
            <a:r>
              <a:rPr lang="en-US" err="1">
                <a:effectLst/>
              </a:rPr>
              <a:t>placerat</a:t>
            </a:r>
            <a:r>
              <a:rPr lang="en-US">
                <a:effectLst/>
              </a:rPr>
              <a:t> vel. Proin at </a:t>
            </a:r>
            <a:r>
              <a:rPr lang="en-US" err="1">
                <a:effectLst/>
              </a:rPr>
              <a:t>hendrerit</a:t>
            </a:r>
            <a:r>
              <a:rPr lang="en-US">
                <a:effectLst/>
              </a:rPr>
              <a:t> </a:t>
            </a:r>
            <a:r>
              <a:rPr lang="en-US" err="1">
                <a:effectLst/>
              </a:rPr>
              <a:t>tortor</a:t>
            </a:r>
            <a:r>
              <a:rPr lang="en-US">
                <a:effectLst/>
              </a:rPr>
              <a:t>, id tempus sem. </a:t>
            </a:r>
            <a:r>
              <a:rPr lang="en-US" err="1">
                <a:effectLst/>
              </a:rPr>
              <a:t>Suspendisse</a:t>
            </a:r>
            <a:r>
              <a:rPr lang="en-US">
                <a:effectLst/>
              </a:rPr>
              <a:t> non </a:t>
            </a:r>
            <a:r>
              <a:rPr lang="en-US" err="1">
                <a:effectLst/>
              </a:rPr>
              <a:t>lobortis</a:t>
            </a:r>
            <a:r>
              <a:rPr lang="en-US">
                <a:effectLst/>
              </a:rPr>
              <a:t> </a:t>
            </a:r>
            <a:r>
              <a:rPr lang="en-US" err="1">
                <a:effectLst/>
              </a:rPr>
              <a:t>augue</a:t>
            </a:r>
            <a:r>
              <a:rPr lang="en-US">
                <a:effectLst/>
              </a:rPr>
              <a:t>. Nunc </a:t>
            </a:r>
            <a:r>
              <a:rPr lang="en-US" err="1">
                <a:effectLst/>
              </a:rPr>
              <a:t>finibus</a:t>
            </a:r>
            <a:r>
              <a:rPr lang="en-US">
                <a:effectLst/>
              </a:rPr>
              <a:t> auctor </a:t>
            </a:r>
            <a:r>
              <a:rPr lang="en-US" err="1">
                <a:effectLst/>
              </a:rPr>
              <a:t>felis</a:t>
            </a:r>
            <a:r>
              <a:rPr lang="en-US">
                <a:effectLst/>
              </a:rPr>
              <a:t>, </a:t>
            </a:r>
            <a:r>
              <a:rPr lang="en-US" err="1">
                <a:effectLst/>
              </a:rPr>
              <a:t>eu</a:t>
            </a:r>
            <a:r>
              <a:rPr lang="en-US">
                <a:effectLst/>
              </a:rPr>
              <a:t> </a:t>
            </a:r>
            <a:r>
              <a:rPr lang="en-US" err="1">
                <a:effectLst/>
              </a:rPr>
              <a:t>egestas</a:t>
            </a:r>
            <a:r>
              <a:rPr lang="en-US">
                <a:effectLst/>
              </a:rPr>
              <a:t> </a:t>
            </a:r>
            <a:r>
              <a:rPr lang="en-US" err="1">
                <a:effectLst/>
              </a:rPr>
              <a:t>sem</a:t>
            </a:r>
            <a:r>
              <a:rPr lang="en-US">
                <a:effectLst/>
              </a:rPr>
              <a:t> </a:t>
            </a:r>
            <a:r>
              <a:rPr lang="en-US" err="1">
                <a:effectLst/>
              </a:rPr>
              <a:t>sollicitudin</a:t>
            </a:r>
            <a:r>
              <a:rPr lang="en-US">
                <a:effectLst/>
              </a:rPr>
              <a:t> </a:t>
            </a:r>
            <a:r>
              <a:rPr lang="en-US" err="1">
                <a:effectLst/>
              </a:rPr>
              <a:t>eget</a:t>
            </a:r>
            <a:r>
              <a:rPr lang="en-US">
                <a:effectLst/>
              </a:rPr>
              <a:t>. Donec </a:t>
            </a:r>
            <a:r>
              <a:rPr lang="en-US" err="1">
                <a:effectLst/>
              </a:rPr>
              <a:t>vehicula</a:t>
            </a:r>
            <a:r>
              <a:rPr lang="en-US">
                <a:effectLst/>
              </a:rPr>
              <a:t> </a:t>
            </a:r>
            <a:r>
              <a:rPr lang="en-US" err="1">
                <a:effectLst/>
              </a:rPr>
              <a:t>aliquet</a:t>
            </a:r>
            <a:r>
              <a:rPr lang="en-US">
                <a:effectLst/>
              </a:rPr>
              <a:t> ipsum </a:t>
            </a:r>
            <a:r>
              <a:rPr lang="en-US" err="1">
                <a:effectLst/>
              </a:rPr>
              <a:t>eu</a:t>
            </a:r>
            <a:r>
              <a:rPr lang="en-US">
                <a:effectLst/>
              </a:rPr>
              <a:t> </a:t>
            </a:r>
            <a:r>
              <a:rPr lang="en-US" err="1">
                <a:effectLst/>
              </a:rPr>
              <a:t>tincidunt</a:t>
            </a:r>
            <a:r>
              <a:rPr lang="en-US">
                <a:effectLst/>
              </a:rPr>
              <a:t>. </a:t>
            </a:r>
            <a:r>
              <a:rPr lang="en-US" err="1">
                <a:effectLst/>
              </a:rPr>
              <a:t>Curabitur</a:t>
            </a:r>
            <a:r>
              <a:rPr lang="en-US">
                <a:effectLst/>
              </a:rPr>
              <a:t> </a:t>
            </a:r>
            <a:r>
              <a:rPr lang="en-US" err="1">
                <a:effectLst/>
              </a:rPr>
              <a:t>tincidunt</a:t>
            </a:r>
            <a:r>
              <a:rPr lang="en-US">
                <a:effectLst/>
              </a:rPr>
              <a:t> </a:t>
            </a:r>
            <a:r>
              <a:rPr lang="en-US" err="1">
                <a:effectLst/>
              </a:rPr>
              <a:t>turpis</a:t>
            </a:r>
            <a:r>
              <a:rPr lang="en-US">
                <a:effectLst/>
              </a:rPr>
              <a:t> </a:t>
            </a:r>
            <a:r>
              <a:rPr lang="en-US" err="1">
                <a:effectLst/>
              </a:rPr>
              <a:t>neque</a:t>
            </a:r>
            <a:r>
              <a:rPr lang="en-US">
                <a:effectLst/>
              </a:rPr>
              <a:t>, vitae </a:t>
            </a:r>
            <a:r>
              <a:rPr lang="en-US" err="1">
                <a:effectLst/>
              </a:rPr>
              <a:t>placerat</a:t>
            </a:r>
            <a:r>
              <a:rPr lang="en-US">
                <a:effectLst/>
              </a:rPr>
              <a:t> </a:t>
            </a:r>
            <a:r>
              <a:rPr lang="en-US" err="1">
                <a:effectLst/>
              </a:rPr>
              <a:t>metus</a:t>
            </a:r>
            <a:r>
              <a:rPr lang="en-US">
                <a:effectLst/>
              </a:rPr>
              <a:t> tempus non. Nunc tempus </a:t>
            </a:r>
            <a:r>
              <a:rPr lang="en-US" err="1">
                <a:effectLst/>
              </a:rPr>
              <a:t>mauris</a:t>
            </a:r>
            <a:r>
              <a:rPr lang="en-US">
                <a:effectLst/>
              </a:rPr>
              <a:t> magna, at semper </a:t>
            </a:r>
            <a:r>
              <a:rPr lang="en-US" err="1">
                <a:effectLst/>
              </a:rPr>
              <a:t>nisl</a:t>
            </a:r>
            <a:r>
              <a:rPr lang="en-US">
                <a:effectLst/>
              </a:rPr>
              <a:t> </a:t>
            </a:r>
            <a:r>
              <a:rPr lang="en-US" err="1">
                <a:effectLst/>
              </a:rPr>
              <a:t>porttitor</a:t>
            </a:r>
            <a:r>
              <a:rPr lang="en-US">
                <a:effectLst/>
              </a:rPr>
              <a:t> in. Sed et </a:t>
            </a:r>
            <a:r>
              <a:rPr lang="en-US" err="1">
                <a:effectLst/>
              </a:rPr>
              <a:t>mattis</a:t>
            </a:r>
            <a:r>
              <a:rPr lang="en-US">
                <a:effectLst/>
              </a:rPr>
              <a:t> est. </a:t>
            </a:r>
            <a:r>
              <a:rPr lang="en-US" err="1">
                <a:effectLst/>
              </a:rPr>
              <a:t>Nullam</a:t>
            </a:r>
            <a:r>
              <a:rPr lang="en-US">
                <a:effectLst/>
              </a:rPr>
              <a:t> </a:t>
            </a:r>
            <a:r>
              <a:rPr lang="en-US" err="1">
                <a:effectLst/>
              </a:rPr>
              <a:t>rutrum</a:t>
            </a:r>
            <a:r>
              <a:rPr lang="en-US">
                <a:effectLst/>
              </a:rPr>
              <a:t> </a:t>
            </a:r>
            <a:r>
              <a:rPr lang="en-US" err="1">
                <a:effectLst/>
              </a:rPr>
              <a:t>lectus</a:t>
            </a:r>
            <a:r>
              <a:rPr lang="en-US">
                <a:effectLst/>
              </a:rPr>
              <a:t> </a:t>
            </a:r>
            <a:r>
              <a:rPr lang="en-US" err="1">
                <a:effectLst/>
              </a:rPr>
              <a:t>arcu</a:t>
            </a:r>
            <a:r>
              <a:rPr lang="en-US">
                <a:effectLst/>
              </a:rPr>
              <a:t>, </a:t>
            </a:r>
            <a:r>
              <a:rPr lang="en-US" err="1">
                <a:effectLst/>
              </a:rPr>
              <a:t>ut</a:t>
            </a:r>
            <a:r>
              <a:rPr lang="en-US">
                <a:effectLst/>
              </a:rPr>
              <a:t> </a:t>
            </a:r>
            <a:r>
              <a:rPr lang="en-US" err="1">
                <a:effectLst/>
              </a:rPr>
              <a:t>facilisis</a:t>
            </a:r>
            <a:r>
              <a:rPr lang="en-US">
                <a:effectLst/>
              </a:rPr>
              <a:t> dui </a:t>
            </a:r>
            <a:r>
              <a:rPr lang="en-US" err="1">
                <a:effectLst/>
              </a:rPr>
              <a:t>lobortis</a:t>
            </a:r>
            <a:r>
              <a:rPr lang="en-US">
                <a:effectLst/>
              </a:rPr>
              <a:t> </a:t>
            </a:r>
            <a:r>
              <a:rPr lang="en-US" err="1">
                <a:effectLst/>
              </a:rPr>
              <a:t>eu</a:t>
            </a:r>
            <a:r>
              <a:rPr lang="en-US">
                <a:effectLst/>
              </a:rPr>
              <a:t>.</a:t>
            </a:r>
            <a:endParaRPr lang="en-US"/>
          </a:p>
        </p:txBody>
      </p:sp>
      <p:sp>
        <p:nvSpPr>
          <p:cNvPr id="18" name="Content Placeholder 21">
            <a:extLst>
              <a:ext uri="{FF2B5EF4-FFF2-40B4-BE49-F238E27FC236}">
                <a16:creationId xmlns:a16="http://schemas.microsoft.com/office/drawing/2014/main" id="{29686CDF-F134-F304-1AEE-E64BF19CBBF3}"/>
              </a:ext>
            </a:extLst>
          </p:cNvPr>
          <p:cNvSpPr>
            <a:spLocks noGrp="1"/>
          </p:cNvSpPr>
          <p:nvPr>
            <p:ph sz="quarter" idx="17"/>
          </p:nvPr>
        </p:nvSpPr>
        <p:spPr>
          <a:xfrm>
            <a:off x="408509" y="1592263"/>
            <a:ext cx="5303838" cy="481965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rocess 4">
            <a:extLst>
              <a:ext uri="{FF2B5EF4-FFF2-40B4-BE49-F238E27FC236}">
                <a16:creationId xmlns:a16="http://schemas.microsoft.com/office/drawing/2014/main" id="{702124D0-3ECE-3545-6DE4-F9B12CE0DC2C}"/>
              </a:ext>
            </a:extLst>
          </p:cNvPr>
          <p:cNvSpPr>
            <a:spLocks noGrp="1" noRot="1" noMove="1" noResize="1" noEditPoints="1" noAdjustHandles="1" noChangeArrowheads="1" noChangeShapeType="1"/>
          </p:cNvSpPr>
          <p:nvPr/>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12" name="Arc 11">
            <a:extLst>
              <a:ext uri="{FF2B5EF4-FFF2-40B4-BE49-F238E27FC236}">
                <a16:creationId xmlns:a16="http://schemas.microsoft.com/office/drawing/2014/main" id="{04DD7991-F962-C1CD-1B70-FD0B6F8E28AD}"/>
              </a:ext>
            </a:extLst>
          </p:cNvPr>
          <p:cNvSpPr>
            <a:spLocks noGrp="1" noRot="1" noMove="1" noResize="1" noEditPoints="1" noAdjustHandles="1" noChangeArrowheads="1" noChangeShapeType="1"/>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3" name="Arc 11">
            <a:extLst>
              <a:ext uri="{FF2B5EF4-FFF2-40B4-BE49-F238E27FC236}">
                <a16:creationId xmlns:a16="http://schemas.microsoft.com/office/drawing/2014/main" id="{D87D93B1-025A-7212-05B1-00BE09AA861B}"/>
              </a:ext>
            </a:extLst>
          </p:cNvPr>
          <p:cNvSpPr>
            <a:spLocks noGrp="1" noRot="1" noMove="1" noResize="1" noEditPoints="1" noAdjustHandles="1" noChangeArrowheads="1" noChangeShapeType="1"/>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pic>
        <p:nvPicPr>
          <p:cNvPr id="11" name="Graphic 10">
            <a:extLst>
              <a:ext uri="{FF2B5EF4-FFF2-40B4-BE49-F238E27FC236}">
                <a16:creationId xmlns:a16="http://schemas.microsoft.com/office/drawing/2014/main" id="{3A796EBE-B2D0-5C11-1F6A-ED0B98A8D06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10607" y="222069"/>
            <a:ext cx="1318093" cy="323306"/>
          </a:xfrm>
          <a:prstGeom prst="rect">
            <a:avLst/>
          </a:prstGeom>
        </p:spPr>
      </p:pic>
      <p:sp>
        <p:nvSpPr>
          <p:cNvPr id="9" name="Arc 11">
            <a:extLst>
              <a:ext uri="{FF2B5EF4-FFF2-40B4-BE49-F238E27FC236}">
                <a16:creationId xmlns:a16="http://schemas.microsoft.com/office/drawing/2014/main" id="{3A22501A-C6BE-6B53-96DF-3A90F2FE749A}"/>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0" name="Arc 11">
            <a:extLst>
              <a:ext uri="{FF2B5EF4-FFF2-40B4-BE49-F238E27FC236}">
                <a16:creationId xmlns:a16="http://schemas.microsoft.com/office/drawing/2014/main" id="{5EF4D032-D950-5047-BEF2-754A8A98D7D0}"/>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3" name="Arc 11">
            <a:extLst>
              <a:ext uri="{FF2B5EF4-FFF2-40B4-BE49-F238E27FC236}">
                <a16:creationId xmlns:a16="http://schemas.microsoft.com/office/drawing/2014/main" id="{C21E4DFE-BC76-948B-15E3-B90540C39B6C}"/>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4" name="Arc 11">
            <a:extLst>
              <a:ext uri="{FF2B5EF4-FFF2-40B4-BE49-F238E27FC236}">
                <a16:creationId xmlns:a16="http://schemas.microsoft.com/office/drawing/2014/main" id="{09E2C371-58BB-3CFE-ADE4-600BC9EF133F}"/>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8" name="TextBox 27">
            <a:extLst>
              <a:ext uri="{FF2B5EF4-FFF2-40B4-BE49-F238E27FC236}">
                <a16:creationId xmlns:a16="http://schemas.microsoft.com/office/drawing/2014/main" id="{73193604-4C73-C5E3-A809-35882B75077C}"/>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
        <p:nvSpPr>
          <p:cNvPr id="29" name="TextBox 28">
            <a:extLst>
              <a:ext uri="{FF2B5EF4-FFF2-40B4-BE49-F238E27FC236}">
                <a16:creationId xmlns:a16="http://schemas.microsoft.com/office/drawing/2014/main" id="{AC92D17D-8558-ECC4-9C0D-550C381D0A54}"/>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tx1"/>
                </a:solidFill>
                <a:latin typeface="+mn-lt"/>
              </a:rPr>
              <a:t>‹#›</a:t>
            </a:fld>
            <a:endParaRPr lang="en-US" sz="800" b="1" i="0" dirty="0">
              <a:solidFill>
                <a:schemeClr val="tx1"/>
              </a:solidFill>
              <a:latin typeface="+mn-lt"/>
            </a:endParaRPr>
          </a:p>
        </p:txBody>
      </p:sp>
      <p:sp>
        <p:nvSpPr>
          <p:cNvPr id="3" name="Text Placeholder 16">
            <a:extLst>
              <a:ext uri="{FF2B5EF4-FFF2-40B4-BE49-F238E27FC236}">
                <a16:creationId xmlns:a16="http://schemas.microsoft.com/office/drawing/2014/main" id="{5268F204-F62E-B2D6-0E34-7124FBF94CEA}"/>
              </a:ext>
            </a:extLst>
          </p:cNvPr>
          <p:cNvSpPr>
            <a:spLocks noGrp="1"/>
          </p:cNvSpPr>
          <p:nvPr>
            <p:ph type="body" sz="quarter" idx="12" hasCustomPrompt="1"/>
          </p:nvPr>
        </p:nvSpPr>
        <p:spPr>
          <a:xfrm>
            <a:off x="449351" y="398928"/>
            <a:ext cx="8405486" cy="381001"/>
          </a:xfrm>
          <a:prstGeom prst="rect">
            <a:avLst/>
          </a:prstGeom>
        </p:spPr>
        <p:txBody>
          <a:bodyPr anchor="ctr">
            <a:noAutofit/>
          </a:bodyPr>
          <a:lstStyle>
            <a:lvl1pPr marL="45720" indent="0">
              <a:buNone/>
              <a:defRPr sz="2200" b="1" i="0">
                <a:solidFill>
                  <a:schemeClr val="tx1"/>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4" name="Arc 11">
            <a:extLst>
              <a:ext uri="{FF2B5EF4-FFF2-40B4-BE49-F238E27FC236}">
                <a16:creationId xmlns:a16="http://schemas.microsoft.com/office/drawing/2014/main" id="{F423906D-B60B-BBB6-2148-FB48AE5D56E6}"/>
              </a:ext>
            </a:extLst>
          </p:cNvPr>
          <p:cNvSpPr/>
          <p:nvPr userDrawn="1"/>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6" name="Arc 11">
            <a:extLst>
              <a:ext uri="{FF2B5EF4-FFF2-40B4-BE49-F238E27FC236}">
                <a16:creationId xmlns:a16="http://schemas.microsoft.com/office/drawing/2014/main" id="{031AAE3D-4A03-E0E8-6552-7C88C52D1595}"/>
              </a:ext>
            </a:extLst>
          </p:cNvPr>
          <p:cNvSpPr/>
          <p:nvPr userDrawn="1"/>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Tree>
    <p:extLst>
      <p:ext uri="{BB962C8B-B14F-4D97-AF65-F5344CB8AC3E}">
        <p14:creationId xmlns:p14="http://schemas.microsoft.com/office/powerpoint/2010/main" val="139149156"/>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_Content_Text_&amp;_Image-4">
    <p:bg>
      <p:bgRef idx="1001">
        <a:schemeClr val="bg1"/>
      </p:bgRef>
    </p:bg>
    <p:spTree>
      <p:nvGrpSpPr>
        <p:cNvPr id="1" name=""/>
        <p:cNvGrpSpPr/>
        <p:nvPr/>
      </p:nvGrpSpPr>
      <p:grpSpPr>
        <a:xfrm>
          <a:off x="0" y="0"/>
          <a:ext cx="0" cy="0"/>
          <a:chOff x="0" y="0"/>
          <a:chExt cx="0" cy="0"/>
        </a:xfrm>
      </p:grpSpPr>
      <p:pic>
        <p:nvPicPr>
          <p:cNvPr id="20" name="Picture 19" descr="A purple circle with a black background  AI-generated content may be incorrect.">
            <a:extLst>
              <a:ext uri="{FF2B5EF4-FFF2-40B4-BE49-F238E27FC236}">
                <a16:creationId xmlns:a16="http://schemas.microsoft.com/office/drawing/2014/main" id="{68D3F6C2-A762-805E-194A-5BAE59ADF67D}"/>
              </a:ext>
            </a:extLst>
          </p:cNvPr>
          <p:cNvPicPr>
            <a:picLocks noGrp="1" noRot="1" noChangeAspect="1" noMove="1" noResize="1" noEditPoints="1" noAdjustHandles="1" noChangeArrowheads="1" noChangeShapeType="1" noCrop="1"/>
          </p:cNvPicPr>
          <p:nvPr/>
        </p:nvPicPr>
        <p:blipFill>
          <a:blip r:embed="rId2"/>
          <a:stretch>
            <a:fillRect/>
          </a:stretch>
        </p:blipFill>
        <p:spPr>
          <a:xfrm>
            <a:off x="-1" y="419373"/>
            <a:ext cx="12192001" cy="6426200"/>
          </a:xfrm>
          <a:prstGeom prst="rect">
            <a:avLst/>
          </a:prstGeom>
        </p:spPr>
      </p:pic>
      <p:sp>
        <p:nvSpPr>
          <p:cNvPr id="18" name="Content Placeholder 21">
            <a:extLst>
              <a:ext uri="{FF2B5EF4-FFF2-40B4-BE49-F238E27FC236}">
                <a16:creationId xmlns:a16="http://schemas.microsoft.com/office/drawing/2014/main" id="{29686CDF-F134-F304-1AEE-E64BF19CBBF3}"/>
              </a:ext>
            </a:extLst>
          </p:cNvPr>
          <p:cNvSpPr>
            <a:spLocks noGrp="1"/>
          </p:cNvSpPr>
          <p:nvPr>
            <p:ph sz="quarter" idx="17"/>
          </p:nvPr>
        </p:nvSpPr>
        <p:spPr>
          <a:xfrm>
            <a:off x="408509" y="1592263"/>
            <a:ext cx="5303838" cy="481965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rocess 4">
            <a:extLst>
              <a:ext uri="{FF2B5EF4-FFF2-40B4-BE49-F238E27FC236}">
                <a16:creationId xmlns:a16="http://schemas.microsoft.com/office/drawing/2014/main" id="{702124D0-3ECE-3545-6DE4-F9B12CE0DC2C}"/>
              </a:ext>
            </a:extLst>
          </p:cNvPr>
          <p:cNvSpPr>
            <a:spLocks noGrp="1" noRot="1" noMove="1" noResize="1" noEditPoints="1" noAdjustHandles="1" noChangeArrowheads="1" noChangeShapeType="1"/>
          </p:cNvSpPr>
          <p:nvPr userDrawn="1"/>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12" name="Arc 11">
            <a:extLst>
              <a:ext uri="{FF2B5EF4-FFF2-40B4-BE49-F238E27FC236}">
                <a16:creationId xmlns:a16="http://schemas.microsoft.com/office/drawing/2014/main" id="{04DD7991-F962-C1CD-1B70-FD0B6F8E28AD}"/>
              </a:ext>
            </a:extLst>
          </p:cNvPr>
          <p:cNvSpPr>
            <a:spLocks noGrp="1" noRot="1" noMove="1" noResize="1" noEditPoints="1" noAdjustHandles="1" noChangeArrowheads="1" noChangeShapeType="1"/>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3" name="Arc 11">
            <a:extLst>
              <a:ext uri="{FF2B5EF4-FFF2-40B4-BE49-F238E27FC236}">
                <a16:creationId xmlns:a16="http://schemas.microsoft.com/office/drawing/2014/main" id="{D87D93B1-025A-7212-05B1-00BE09AA861B}"/>
              </a:ext>
            </a:extLst>
          </p:cNvPr>
          <p:cNvSpPr>
            <a:spLocks noGrp="1" noRot="1" noMove="1" noResize="1" noEditPoints="1" noAdjustHandles="1" noChangeArrowheads="1" noChangeShapeType="1"/>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pic>
        <p:nvPicPr>
          <p:cNvPr id="11" name="Graphic 10">
            <a:extLst>
              <a:ext uri="{FF2B5EF4-FFF2-40B4-BE49-F238E27FC236}">
                <a16:creationId xmlns:a16="http://schemas.microsoft.com/office/drawing/2014/main" id="{3A796EBE-B2D0-5C11-1F6A-ED0B98A8D06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10607" y="222069"/>
            <a:ext cx="1318093" cy="323306"/>
          </a:xfrm>
          <a:prstGeom prst="rect">
            <a:avLst/>
          </a:prstGeom>
        </p:spPr>
      </p:pic>
      <p:sp>
        <p:nvSpPr>
          <p:cNvPr id="9" name="Arc 11">
            <a:extLst>
              <a:ext uri="{FF2B5EF4-FFF2-40B4-BE49-F238E27FC236}">
                <a16:creationId xmlns:a16="http://schemas.microsoft.com/office/drawing/2014/main" id="{3A22501A-C6BE-6B53-96DF-3A90F2FE749A}"/>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0" name="Arc 11">
            <a:extLst>
              <a:ext uri="{FF2B5EF4-FFF2-40B4-BE49-F238E27FC236}">
                <a16:creationId xmlns:a16="http://schemas.microsoft.com/office/drawing/2014/main" id="{5EF4D032-D950-5047-BEF2-754A8A98D7D0}"/>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3" name="Arc 11">
            <a:extLst>
              <a:ext uri="{FF2B5EF4-FFF2-40B4-BE49-F238E27FC236}">
                <a16:creationId xmlns:a16="http://schemas.microsoft.com/office/drawing/2014/main" id="{C21E4DFE-BC76-948B-15E3-B90540C39B6C}"/>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4" name="Arc 11">
            <a:extLst>
              <a:ext uri="{FF2B5EF4-FFF2-40B4-BE49-F238E27FC236}">
                <a16:creationId xmlns:a16="http://schemas.microsoft.com/office/drawing/2014/main" id="{09E2C371-58BB-3CFE-ADE4-600BC9EF133F}"/>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8" name="TextBox 7">
            <a:extLst>
              <a:ext uri="{FF2B5EF4-FFF2-40B4-BE49-F238E27FC236}">
                <a16:creationId xmlns:a16="http://schemas.microsoft.com/office/drawing/2014/main" id="{91E10F54-0BC1-7536-CEEA-61A4F8D4C4F9}"/>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tx1"/>
                </a:solidFill>
                <a:latin typeface="+mn-lt"/>
              </a:rPr>
              <a:t>‹#›</a:t>
            </a:fld>
            <a:endParaRPr lang="en-US" sz="800" b="1" i="0" dirty="0">
              <a:solidFill>
                <a:schemeClr val="tx1"/>
              </a:solidFill>
              <a:latin typeface="+mn-lt"/>
            </a:endParaRPr>
          </a:p>
        </p:txBody>
      </p:sp>
      <p:sp>
        <p:nvSpPr>
          <p:cNvPr id="3" name="Text Placeholder 16">
            <a:extLst>
              <a:ext uri="{FF2B5EF4-FFF2-40B4-BE49-F238E27FC236}">
                <a16:creationId xmlns:a16="http://schemas.microsoft.com/office/drawing/2014/main" id="{F460240F-162A-EF66-6FBF-C2F5B21E4BF5}"/>
              </a:ext>
            </a:extLst>
          </p:cNvPr>
          <p:cNvSpPr>
            <a:spLocks noGrp="1"/>
          </p:cNvSpPr>
          <p:nvPr>
            <p:ph type="body" sz="quarter" idx="18" hasCustomPrompt="1"/>
          </p:nvPr>
        </p:nvSpPr>
        <p:spPr>
          <a:xfrm>
            <a:off x="449351" y="380998"/>
            <a:ext cx="8260696" cy="381001"/>
          </a:xfrm>
          <a:prstGeom prst="rect">
            <a:avLst/>
          </a:prstGeom>
        </p:spPr>
        <p:txBody>
          <a:bodyPr anchor="b">
            <a:noAutofit/>
          </a:bodyPr>
          <a:lstStyle>
            <a:lvl1pPr marL="45720" indent="0">
              <a:buNone/>
              <a:defRPr sz="2200" b="1" i="0">
                <a:solidFill>
                  <a:schemeClr val="tx1"/>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7" name="Text Placeholder 16">
            <a:extLst>
              <a:ext uri="{FF2B5EF4-FFF2-40B4-BE49-F238E27FC236}">
                <a16:creationId xmlns:a16="http://schemas.microsoft.com/office/drawing/2014/main" id="{6F55034B-C208-34A2-D3CC-890EC9990BC5}"/>
              </a:ext>
            </a:extLst>
          </p:cNvPr>
          <p:cNvSpPr>
            <a:spLocks noGrp="1"/>
          </p:cNvSpPr>
          <p:nvPr>
            <p:ph type="body" sz="quarter" idx="15" hasCustomPrompt="1"/>
          </p:nvPr>
        </p:nvSpPr>
        <p:spPr>
          <a:xfrm>
            <a:off x="449351" y="837300"/>
            <a:ext cx="8260696" cy="381001"/>
          </a:xfrm>
          <a:prstGeom prst="rect">
            <a:avLst/>
          </a:prstGeom>
        </p:spPr>
        <p:txBody>
          <a:bodyPr anchor="t">
            <a:noAutofit/>
          </a:bodyPr>
          <a:lstStyle>
            <a:lvl1pPr marL="45720" indent="0">
              <a:buNone/>
              <a:defRPr sz="1400" b="0" i="0">
                <a:solidFill>
                  <a:schemeClr val="tx1"/>
                </a:solidFill>
                <a:latin typeface="DM Sans Medium" pitchFamily="50" charset="0"/>
              </a:defRPr>
            </a:lvl1pPr>
            <a:lvl2pPr>
              <a:defRPr sz="3400"/>
            </a:lvl2pPr>
            <a:lvl3pPr>
              <a:defRPr sz="3400"/>
            </a:lvl3pPr>
            <a:lvl4pPr>
              <a:defRPr sz="3400"/>
            </a:lvl4pPr>
            <a:lvl5pPr>
              <a:defRPr sz="3400"/>
            </a:lvl5pPr>
          </a:lstStyle>
          <a:p>
            <a:pPr lvl="0"/>
            <a:r>
              <a:rPr lang="en-US" dirty="0"/>
              <a:t>Title Goes Here (H2*)</a:t>
            </a:r>
          </a:p>
        </p:txBody>
      </p:sp>
      <p:sp>
        <p:nvSpPr>
          <p:cNvPr id="14" name="Text Placeholder 8">
            <a:extLst>
              <a:ext uri="{FF2B5EF4-FFF2-40B4-BE49-F238E27FC236}">
                <a16:creationId xmlns:a16="http://schemas.microsoft.com/office/drawing/2014/main" id="{316F819C-9B01-E305-1638-60E28D7C187A}"/>
              </a:ext>
            </a:extLst>
          </p:cNvPr>
          <p:cNvSpPr>
            <a:spLocks noGrp="1"/>
          </p:cNvSpPr>
          <p:nvPr>
            <p:ph type="body" sz="quarter" idx="14" hasCustomPrompt="1"/>
          </p:nvPr>
        </p:nvSpPr>
        <p:spPr>
          <a:xfrm>
            <a:off x="6479655" y="2682559"/>
            <a:ext cx="5348807" cy="308509"/>
          </a:xfrm>
        </p:spPr>
        <p:txBody>
          <a:bodyPr lIns="0" tIns="0" rIns="0" bIns="0" anchor="b">
            <a:noAutofit/>
          </a:bodyPr>
          <a:lstStyle>
            <a:lvl1pPr marL="0" indent="0">
              <a:lnSpc>
                <a:spcPct val="100000"/>
              </a:lnSpc>
              <a:spcBef>
                <a:spcPts val="0"/>
              </a:spcBef>
              <a:spcAft>
                <a:spcPts val="600"/>
              </a:spcAft>
              <a:buFont typeface="DM Sans" panose="020B0604020202020204" pitchFamily="34" charset="0"/>
              <a:buNone/>
              <a:defRPr sz="1300" b="1">
                <a:latin typeface="+mn-lt"/>
              </a:defRPr>
            </a:lvl1pPr>
          </a:lstStyle>
          <a:p>
            <a:pPr lvl="0"/>
            <a:r>
              <a:rPr lang="en-US" dirty="0"/>
              <a:t>Lorem ipsum dolor sit </a:t>
            </a:r>
            <a:r>
              <a:rPr lang="en-US" dirty="0" err="1"/>
              <a:t>amet</a:t>
            </a:r>
            <a:endParaRPr lang="en-US" dirty="0"/>
          </a:p>
        </p:txBody>
      </p:sp>
      <p:sp>
        <p:nvSpPr>
          <p:cNvPr id="15" name="Text Placeholder 8">
            <a:extLst>
              <a:ext uri="{FF2B5EF4-FFF2-40B4-BE49-F238E27FC236}">
                <a16:creationId xmlns:a16="http://schemas.microsoft.com/office/drawing/2014/main" id="{302223C3-2429-C0C5-8FC6-2E11431FF390}"/>
              </a:ext>
            </a:extLst>
          </p:cNvPr>
          <p:cNvSpPr>
            <a:spLocks noGrp="1"/>
          </p:cNvSpPr>
          <p:nvPr>
            <p:ph type="body" sz="quarter" idx="16" hasCustomPrompt="1"/>
          </p:nvPr>
        </p:nvSpPr>
        <p:spPr>
          <a:xfrm>
            <a:off x="6479655" y="3102964"/>
            <a:ext cx="5348807" cy="2812414"/>
          </a:xfrm>
        </p:spPr>
        <p:txBody>
          <a:bodyPr lIns="0" tIns="0" rIns="0" bIns="0" anchor="t">
            <a:noAutofit/>
          </a:bodyPr>
          <a:lstStyle>
            <a:lvl1pPr marL="0" indent="0">
              <a:lnSpc>
                <a:spcPct val="100000"/>
              </a:lnSpc>
              <a:spcBef>
                <a:spcPts val="0"/>
              </a:spcBef>
              <a:spcAft>
                <a:spcPts val="600"/>
              </a:spcAft>
              <a:buFont typeface="DM Sans" panose="020B0604020202020204" pitchFamily="34" charset="0"/>
              <a:buNone/>
              <a:defRPr sz="1300" b="0">
                <a:latin typeface="+mn-lt"/>
              </a:defRPr>
            </a:lvl1pPr>
          </a:lstStyle>
          <a:p>
            <a:pPr lvl="0"/>
            <a:r>
              <a:rPr lang="en-US" err="1">
                <a:effectLst/>
              </a:rPr>
              <a:t>Consectetur</a:t>
            </a:r>
            <a:r>
              <a:rPr lang="en-US">
                <a:effectLst/>
              </a:rPr>
              <a:t> </a:t>
            </a:r>
            <a:r>
              <a:rPr lang="en-US" err="1">
                <a:effectLst/>
              </a:rPr>
              <a:t>adipiscing</a:t>
            </a:r>
            <a:r>
              <a:rPr lang="en-US">
                <a:effectLst/>
              </a:rPr>
              <a:t> </a:t>
            </a:r>
            <a:r>
              <a:rPr lang="en-US" err="1">
                <a:effectLst/>
              </a:rPr>
              <a:t>elit</a:t>
            </a:r>
            <a:r>
              <a:rPr lang="en-US">
                <a:effectLst/>
              </a:rPr>
              <a:t>. Ut sed </a:t>
            </a:r>
            <a:r>
              <a:rPr lang="en-US" err="1">
                <a:effectLst/>
              </a:rPr>
              <a:t>orci</a:t>
            </a:r>
            <a:r>
              <a:rPr lang="en-US">
                <a:effectLst/>
              </a:rPr>
              <a:t> </a:t>
            </a:r>
            <a:r>
              <a:rPr lang="en-US" err="1">
                <a:effectLst/>
              </a:rPr>
              <a:t>molestie</a:t>
            </a:r>
            <a:r>
              <a:rPr lang="en-US">
                <a:effectLst/>
              </a:rPr>
              <a:t>, </a:t>
            </a:r>
            <a:r>
              <a:rPr lang="en-US" err="1">
                <a:effectLst/>
              </a:rPr>
              <a:t>varius</a:t>
            </a:r>
            <a:r>
              <a:rPr lang="en-US">
                <a:effectLst/>
              </a:rPr>
              <a:t> </a:t>
            </a:r>
            <a:r>
              <a:rPr lang="en-US" err="1">
                <a:effectLst/>
              </a:rPr>
              <a:t>lectus</a:t>
            </a:r>
            <a:r>
              <a:rPr lang="en-US">
                <a:effectLst/>
              </a:rPr>
              <a:t> et, </a:t>
            </a:r>
            <a:r>
              <a:rPr lang="en-US" err="1">
                <a:effectLst/>
              </a:rPr>
              <a:t>facilisis</a:t>
            </a:r>
            <a:r>
              <a:rPr lang="en-US">
                <a:effectLst/>
              </a:rPr>
              <a:t> </a:t>
            </a:r>
            <a:r>
              <a:rPr lang="en-US" err="1">
                <a:effectLst/>
              </a:rPr>
              <a:t>massa</a:t>
            </a:r>
            <a:r>
              <a:rPr lang="en-US">
                <a:effectLst/>
              </a:rPr>
              <a:t>. Sed </a:t>
            </a:r>
            <a:r>
              <a:rPr lang="en-US" err="1">
                <a:effectLst/>
              </a:rPr>
              <a:t>consequat</a:t>
            </a:r>
            <a:r>
              <a:rPr lang="en-US">
                <a:effectLst/>
              </a:rPr>
              <a:t>, nisi sed </a:t>
            </a:r>
            <a:r>
              <a:rPr lang="en-US" err="1">
                <a:effectLst/>
              </a:rPr>
              <a:t>bibendum</a:t>
            </a:r>
            <a:r>
              <a:rPr lang="en-US">
                <a:effectLst/>
              </a:rPr>
              <a:t> </a:t>
            </a:r>
            <a:r>
              <a:rPr lang="en-US" err="1">
                <a:effectLst/>
              </a:rPr>
              <a:t>mattis</a:t>
            </a:r>
            <a:r>
              <a:rPr lang="en-US">
                <a:effectLst/>
              </a:rPr>
              <a:t>, </a:t>
            </a:r>
            <a:r>
              <a:rPr lang="en-US" err="1">
                <a:effectLst/>
              </a:rPr>
              <a:t>tortor</a:t>
            </a:r>
            <a:r>
              <a:rPr lang="en-US">
                <a:effectLst/>
              </a:rPr>
              <a:t> </a:t>
            </a:r>
            <a:r>
              <a:rPr lang="en-US" err="1">
                <a:effectLst/>
              </a:rPr>
              <a:t>metus</a:t>
            </a:r>
            <a:r>
              <a:rPr lang="en-US">
                <a:effectLst/>
              </a:rPr>
              <a:t> </a:t>
            </a:r>
            <a:r>
              <a:rPr lang="en-US" err="1">
                <a:effectLst/>
              </a:rPr>
              <a:t>molestie</a:t>
            </a:r>
            <a:r>
              <a:rPr lang="en-US">
                <a:effectLst/>
              </a:rPr>
              <a:t> </a:t>
            </a:r>
            <a:r>
              <a:rPr lang="en-US" err="1">
                <a:effectLst/>
              </a:rPr>
              <a:t>nunc</a:t>
            </a:r>
            <a:r>
              <a:rPr lang="en-US">
                <a:effectLst/>
              </a:rPr>
              <a:t>, non </a:t>
            </a:r>
            <a:r>
              <a:rPr lang="en-US" err="1">
                <a:effectLst/>
              </a:rPr>
              <a:t>vehicula</a:t>
            </a:r>
            <a:r>
              <a:rPr lang="en-US">
                <a:effectLst/>
              </a:rPr>
              <a:t> </a:t>
            </a:r>
            <a:r>
              <a:rPr lang="en-US" err="1">
                <a:effectLst/>
              </a:rPr>
              <a:t>nulla</a:t>
            </a:r>
            <a:r>
              <a:rPr lang="en-US">
                <a:effectLst/>
              </a:rPr>
              <a:t> </a:t>
            </a:r>
            <a:r>
              <a:rPr lang="en-US" err="1">
                <a:effectLst/>
              </a:rPr>
              <a:t>erat</a:t>
            </a:r>
            <a:r>
              <a:rPr lang="en-US">
                <a:effectLst/>
              </a:rPr>
              <a:t> a magna. </a:t>
            </a:r>
            <a:r>
              <a:rPr lang="en-US" err="1">
                <a:effectLst/>
              </a:rPr>
              <a:t>Fusce</a:t>
            </a:r>
            <a:r>
              <a:rPr lang="en-US">
                <a:effectLst/>
              </a:rPr>
              <a:t> at dui </a:t>
            </a:r>
            <a:r>
              <a:rPr lang="en-US" err="1">
                <a:effectLst/>
              </a:rPr>
              <a:t>risus</a:t>
            </a:r>
            <a:r>
              <a:rPr lang="en-US">
                <a:effectLst/>
              </a:rPr>
              <a:t>. Proin </a:t>
            </a:r>
            <a:r>
              <a:rPr lang="en-US" err="1">
                <a:effectLst/>
              </a:rPr>
              <a:t>efficitur</a:t>
            </a:r>
            <a:r>
              <a:rPr lang="en-US">
                <a:effectLst/>
              </a:rPr>
              <a:t> </a:t>
            </a:r>
            <a:r>
              <a:rPr lang="en-US" err="1">
                <a:effectLst/>
              </a:rPr>
              <a:t>lectus</a:t>
            </a:r>
            <a:r>
              <a:rPr lang="en-US">
                <a:effectLst/>
              </a:rPr>
              <a:t> </a:t>
            </a:r>
            <a:r>
              <a:rPr lang="en-US" err="1">
                <a:effectLst/>
              </a:rPr>
              <a:t>neque</a:t>
            </a:r>
            <a:r>
              <a:rPr lang="en-US">
                <a:effectLst/>
              </a:rPr>
              <a:t>, </a:t>
            </a:r>
            <a:r>
              <a:rPr lang="en-US" err="1">
                <a:effectLst/>
              </a:rPr>
              <a:t>quis</a:t>
            </a:r>
            <a:r>
              <a:rPr lang="en-US">
                <a:effectLst/>
              </a:rPr>
              <a:t> semper </a:t>
            </a:r>
            <a:r>
              <a:rPr lang="en-US" err="1">
                <a:effectLst/>
              </a:rPr>
              <a:t>velit</a:t>
            </a:r>
            <a:r>
              <a:rPr lang="en-US">
                <a:effectLst/>
              </a:rPr>
              <a:t> </a:t>
            </a:r>
            <a:r>
              <a:rPr lang="en-US" err="1">
                <a:effectLst/>
              </a:rPr>
              <a:t>placerat</a:t>
            </a:r>
            <a:r>
              <a:rPr lang="en-US">
                <a:effectLst/>
              </a:rPr>
              <a:t> vel. Proin at </a:t>
            </a:r>
            <a:r>
              <a:rPr lang="en-US" err="1">
                <a:effectLst/>
              </a:rPr>
              <a:t>hendrerit</a:t>
            </a:r>
            <a:r>
              <a:rPr lang="en-US">
                <a:effectLst/>
              </a:rPr>
              <a:t> </a:t>
            </a:r>
            <a:r>
              <a:rPr lang="en-US" err="1">
                <a:effectLst/>
              </a:rPr>
              <a:t>tortor</a:t>
            </a:r>
            <a:r>
              <a:rPr lang="en-US">
                <a:effectLst/>
              </a:rPr>
              <a:t>, id tempus sem. </a:t>
            </a:r>
            <a:r>
              <a:rPr lang="en-US" err="1">
                <a:effectLst/>
              </a:rPr>
              <a:t>Suspendisse</a:t>
            </a:r>
            <a:r>
              <a:rPr lang="en-US">
                <a:effectLst/>
              </a:rPr>
              <a:t> non </a:t>
            </a:r>
            <a:r>
              <a:rPr lang="en-US" err="1">
                <a:effectLst/>
              </a:rPr>
              <a:t>lobortis</a:t>
            </a:r>
            <a:r>
              <a:rPr lang="en-US">
                <a:effectLst/>
              </a:rPr>
              <a:t> </a:t>
            </a:r>
            <a:r>
              <a:rPr lang="en-US" err="1">
                <a:effectLst/>
              </a:rPr>
              <a:t>augue</a:t>
            </a:r>
            <a:r>
              <a:rPr lang="en-US">
                <a:effectLst/>
              </a:rPr>
              <a:t>. Nunc </a:t>
            </a:r>
            <a:r>
              <a:rPr lang="en-US" err="1">
                <a:effectLst/>
              </a:rPr>
              <a:t>finibus</a:t>
            </a:r>
            <a:r>
              <a:rPr lang="en-US">
                <a:effectLst/>
              </a:rPr>
              <a:t> auctor </a:t>
            </a:r>
            <a:r>
              <a:rPr lang="en-US" err="1">
                <a:effectLst/>
              </a:rPr>
              <a:t>felis</a:t>
            </a:r>
            <a:r>
              <a:rPr lang="en-US">
                <a:effectLst/>
              </a:rPr>
              <a:t>, </a:t>
            </a:r>
            <a:r>
              <a:rPr lang="en-US" err="1">
                <a:effectLst/>
              </a:rPr>
              <a:t>eu</a:t>
            </a:r>
            <a:r>
              <a:rPr lang="en-US">
                <a:effectLst/>
              </a:rPr>
              <a:t> </a:t>
            </a:r>
            <a:r>
              <a:rPr lang="en-US" err="1">
                <a:effectLst/>
              </a:rPr>
              <a:t>egestas</a:t>
            </a:r>
            <a:r>
              <a:rPr lang="en-US">
                <a:effectLst/>
              </a:rPr>
              <a:t> </a:t>
            </a:r>
            <a:r>
              <a:rPr lang="en-US" err="1">
                <a:effectLst/>
              </a:rPr>
              <a:t>sem</a:t>
            </a:r>
            <a:r>
              <a:rPr lang="en-US">
                <a:effectLst/>
              </a:rPr>
              <a:t> </a:t>
            </a:r>
            <a:r>
              <a:rPr lang="en-US" err="1">
                <a:effectLst/>
              </a:rPr>
              <a:t>sollicitudin</a:t>
            </a:r>
            <a:r>
              <a:rPr lang="en-US">
                <a:effectLst/>
              </a:rPr>
              <a:t> </a:t>
            </a:r>
            <a:r>
              <a:rPr lang="en-US" err="1">
                <a:effectLst/>
              </a:rPr>
              <a:t>eget</a:t>
            </a:r>
            <a:r>
              <a:rPr lang="en-US">
                <a:effectLst/>
              </a:rPr>
              <a:t>. Donec </a:t>
            </a:r>
            <a:r>
              <a:rPr lang="en-US" err="1">
                <a:effectLst/>
              </a:rPr>
              <a:t>vehicula</a:t>
            </a:r>
            <a:r>
              <a:rPr lang="en-US">
                <a:effectLst/>
              </a:rPr>
              <a:t> </a:t>
            </a:r>
            <a:r>
              <a:rPr lang="en-US" err="1">
                <a:effectLst/>
              </a:rPr>
              <a:t>aliquet</a:t>
            </a:r>
            <a:r>
              <a:rPr lang="en-US">
                <a:effectLst/>
              </a:rPr>
              <a:t> ipsum </a:t>
            </a:r>
            <a:r>
              <a:rPr lang="en-US" err="1">
                <a:effectLst/>
              </a:rPr>
              <a:t>eu</a:t>
            </a:r>
            <a:r>
              <a:rPr lang="en-US">
                <a:effectLst/>
              </a:rPr>
              <a:t> </a:t>
            </a:r>
            <a:r>
              <a:rPr lang="en-US" err="1">
                <a:effectLst/>
              </a:rPr>
              <a:t>tincidunt</a:t>
            </a:r>
            <a:r>
              <a:rPr lang="en-US">
                <a:effectLst/>
              </a:rPr>
              <a:t>. </a:t>
            </a:r>
            <a:r>
              <a:rPr lang="en-US" err="1">
                <a:effectLst/>
              </a:rPr>
              <a:t>Curabitur</a:t>
            </a:r>
            <a:r>
              <a:rPr lang="en-US">
                <a:effectLst/>
              </a:rPr>
              <a:t> </a:t>
            </a:r>
            <a:r>
              <a:rPr lang="en-US" err="1">
                <a:effectLst/>
              </a:rPr>
              <a:t>tincidunt</a:t>
            </a:r>
            <a:r>
              <a:rPr lang="en-US">
                <a:effectLst/>
              </a:rPr>
              <a:t> </a:t>
            </a:r>
            <a:r>
              <a:rPr lang="en-US" err="1">
                <a:effectLst/>
              </a:rPr>
              <a:t>turpis</a:t>
            </a:r>
            <a:r>
              <a:rPr lang="en-US">
                <a:effectLst/>
              </a:rPr>
              <a:t> </a:t>
            </a:r>
            <a:r>
              <a:rPr lang="en-US" err="1">
                <a:effectLst/>
              </a:rPr>
              <a:t>neque</a:t>
            </a:r>
            <a:r>
              <a:rPr lang="en-US">
                <a:effectLst/>
              </a:rPr>
              <a:t>, vitae </a:t>
            </a:r>
            <a:r>
              <a:rPr lang="en-US" err="1">
                <a:effectLst/>
              </a:rPr>
              <a:t>placerat</a:t>
            </a:r>
            <a:r>
              <a:rPr lang="en-US">
                <a:effectLst/>
              </a:rPr>
              <a:t> </a:t>
            </a:r>
            <a:r>
              <a:rPr lang="en-US" err="1">
                <a:effectLst/>
              </a:rPr>
              <a:t>metus</a:t>
            </a:r>
            <a:r>
              <a:rPr lang="en-US">
                <a:effectLst/>
              </a:rPr>
              <a:t> tempus non. Nunc tempus </a:t>
            </a:r>
            <a:r>
              <a:rPr lang="en-US" err="1">
                <a:effectLst/>
              </a:rPr>
              <a:t>mauris</a:t>
            </a:r>
            <a:r>
              <a:rPr lang="en-US">
                <a:effectLst/>
              </a:rPr>
              <a:t> magna, at semper </a:t>
            </a:r>
            <a:r>
              <a:rPr lang="en-US" err="1">
                <a:effectLst/>
              </a:rPr>
              <a:t>nisl</a:t>
            </a:r>
            <a:r>
              <a:rPr lang="en-US">
                <a:effectLst/>
              </a:rPr>
              <a:t> </a:t>
            </a:r>
            <a:r>
              <a:rPr lang="en-US" err="1">
                <a:effectLst/>
              </a:rPr>
              <a:t>porttitor</a:t>
            </a:r>
            <a:r>
              <a:rPr lang="en-US">
                <a:effectLst/>
              </a:rPr>
              <a:t> in. Sed et </a:t>
            </a:r>
            <a:r>
              <a:rPr lang="en-US" err="1">
                <a:effectLst/>
              </a:rPr>
              <a:t>mattis</a:t>
            </a:r>
            <a:r>
              <a:rPr lang="en-US">
                <a:effectLst/>
              </a:rPr>
              <a:t> est. </a:t>
            </a:r>
            <a:r>
              <a:rPr lang="en-US" err="1">
                <a:effectLst/>
              </a:rPr>
              <a:t>Nullam</a:t>
            </a:r>
            <a:r>
              <a:rPr lang="en-US">
                <a:effectLst/>
              </a:rPr>
              <a:t> </a:t>
            </a:r>
            <a:r>
              <a:rPr lang="en-US" err="1">
                <a:effectLst/>
              </a:rPr>
              <a:t>rutrum</a:t>
            </a:r>
            <a:r>
              <a:rPr lang="en-US">
                <a:effectLst/>
              </a:rPr>
              <a:t> </a:t>
            </a:r>
            <a:r>
              <a:rPr lang="en-US" err="1">
                <a:effectLst/>
              </a:rPr>
              <a:t>lectus</a:t>
            </a:r>
            <a:r>
              <a:rPr lang="en-US">
                <a:effectLst/>
              </a:rPr>
              <a:t> </a:t>
            </a:r>
            <a:r>
              <a:rPr lang="en-US" err="1">
                <a:effectLst/>
              </a:rPr>
              <a:t>arcu</a:t>
            </a:r>
            <a:r>
              <a:rPr lang="en-US">
                <a:effectLst/>
              </a:rPr>
              <a:t>, </a:t>
            </a:r>
            <a:r>
              <a:rPr lang="en-US" err="1">
                <a:effectLst/>
              </a:rPr>
              <a:t>ut</a:t>
            </a:r>
            <a:r>
              <a:rPr lang="en-US">
                <a:effectLst/>
              </a:rPr>
              <a:t> </a:t>
            </a:r>
            <a:r>
              <a:rPr lang="en-US" err="1">
                <a:effectLst/>
              </a:rPr>
              <a:t>facilisis</a:t>
            </a:r>
            <a:r>
              <a:rPr lang="en-US">
                <a:effectLst/>
              </a:rPr>
              <a:t> dui </a:t>
            </a:r>
            <a:r>
              <a:rPr lang="en-US" err="1">
                <a:effectLst/>
              </a:rPr>
              <a:t>lobortis</a:t>
            </a:r>
            <a:r>
              <a:rPr lang="en-US">
                <a:effectLst/>
              </a:rPr>
              <a:t> </a:t>
            </a:r>
            <a:r>
              <a:rPr lang="en-US" err="1">
                <a:effectLst/>
              </a:rPr>
              <a:t>eu</a:t>
            </a:r>
            <a:r>
              <a:rPr lang="en-US">
                <a:effectLst/>
              </a:rPr>
              <a:t>.</a:t>
            </a:r>
            <a:endParaRPr lang="en-US"/>
          </a:p>
        </p:txBody>
      </p:sp>
      <p:sp>
        <p:nvSpPr>
          <p:cNvPr id="4" name="TextBox 3">
            <a:extLst>
              <a:ext uri="{FF2B5EF4-FFF2-40B4-BE49-F238E27FC236}">
                <a16:creationId xmlns:a16="http://schemas.microsoft.com/office/drawing/2014/main" id="{DB1EABA9-AA4A-7BBE-3C61-CBB8ABDB3D57}"/>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
        <p:nvSpPr>
          <p:cNvPr id="2" name="Arc 11">
            <a:extLst>
              <a:ext uri="{FF2B5EF4-FFF2-40B4-BE49-F238E27FC236}">
                <a16:creationId xmlns:a16="http://schemas.microsoft.com/office/drawing/2014/main" id="{C01D2B6C-C3EB-C705-69CF-08413CCE1780}"/>
              </a:ext>
            </a:extLst>
          </p:cNvPr>
          <p:cNvSpPr/>
          <p:nvPr userDrawn="1"/>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6" name="Arc 11">
            <a:extLst>
              <a:ext uri="{FF2B5EF4-FFF2-40B4-BE49-F238E27FC236}">
                <a16:creationId xmlns:a16="http://schemas.microsoft.com/office/drawing/2014/main" id="{9DBE1D45-588B-8A3A-E2CB-FA826DBA0AA8}"/>
              </a:ext>
            </a:extLst>
          </p:cNvPr>
          <p:cNvSpPr/>
          <p:nvPr userDrawn="1"/>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Tree>
    <p:extLst>
      <p:ext uri="{BB962C8B-B14F-4D97-AF65-F5344CB8AC3E}">
        <p14:creationId xmlns:p14="http://schemas.microsoft.com/office/powerpoint/2010/main" val="2322634619"/>
      </p:ext>
    </p:extLst>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_Text_&amp;_Graphic-1">
    <p:bg>
      <p:bgRef idx="1001">
        <a:schemeClr val="bg1"/>
      </p:bgRef>
    </p:bg>
    <p:spTree>
      <p:nvGrpSpPr>
        <p:cNvPr id="1" name=""/>
        <p:cNvGrpSpPr/>
        <p:nvPr/>
      </p:nvGrpSpPr>
      <p:grpSpPr>
        <a:xfrm>
          <a:off x="0" y="0"/>
          <a:ext cx="0" cy="0"/>
          <a:chOff x="0" y="0"/>
          <a:chExt cx="0" cy="0"/>
        </a:xfrm>
      </p:grpSpPr>
      <p:pic>
        <p:nvPicPr>
          <p:cNvPr id="4" name="Picture 3" descr="A purple circle with black background  AI-generated content may be incorrect.">
            <a:extLst>
              <a:ext uri="{FF2B5EF4-FFF2-40B4-BE49-F238E27FC236}">
                <a16:creationId xmlns:a16="http://schemas.microsoft.com/office/drawing/2014/main" id="{C6C52515-CE6D-3441-290B-0C48EBE706E4}"/>
              </a:ext>
            </a:extLst>
          </p:cNvPr>
          <p:cNvPicPr/>
          <p:nvPr userDrawn="1"/>
        </p:nvPicPr>
        <p:blipFill>
          <a:blip r:embed="rId2" cstate="screen">
            <a:extLst>
              <a:ext uri="{28A0092B-C50C-407E-A947-70E740481C1C}">
                <a14:useLocalDpi xmlns:a14="http://schemas.microsoft.com/office/drawing/2010/main"/>
              </a:ext>
            </a:extLst>
          </a:blip>
          <a:srcRect r="4577"/>
          <a:stretch/>
        </p:blipFill>
        <p:spPr>
          <a:xfrm flipH="1">
            <a:off x="-1" y="0"/>
            <a:ext cx="11071602" cy="6858000"/>
          </a:xfrm>
          <a:prstGeom prst="rect">
            <a:avLst/>
          </a:prstGeom>
        </p:spPr>
      </p:pic>
      <p:pic>
        <p:nvPicPr>
          <p:cNvPr id="21" name="Picture 20" descr="A purple circle with black background  AI-generated content may be incorrect.">
            <a:extLst>
              <a:ext uri="{FF2B5EF4-FFF2-40B4-BE49-F238E27FC236}">
                <a16:creationId xmlns:a16="http://schemas.microsoft.com/office/drawing/2014/main" id="{8A49B201-908C-BB2A-BF9A-BFF42B656126}"/>
              </a:ext>
            </a:extLst>
          </p:cNvPr>
          <p:cNvPicPr>
            <a:picLocks noGrp="1" noRot="1" noChangeAspect="1" noMove="1" noResize="1" noEditPoints="1" noAdjustHandles="1" noChangeArrowheads="1" noChangeShapeType="1" noCrop="1"/>
          </p:cNvPicPr>
          <p:nvPr/>
        </p:nvPicPr>
        <p:blipFill>
          <a:blip r:embed="rId2" cstate="screen">
            <a:extLst>
              <a:ext uri="{28A0092B-C50C-407E-A947-70E740481C1C}">
                <a14:useLocalDpi xmlns:a14="http://schemas.microsoft.com/office/drawing/2010/main"/>
              </a:ext>
            </a:extLst>
          </a:blip>
          <a:srcRect r="4577"/>
          <a:stretch/>
        </p:blipFill>
        <p:spPr>
          <a:xfrm flipH="1">
            <a:off x="-1" y="0"/>
            <a:ext cx="11071602" cy="6858000"/>
          </a:xfrm>
          <a:prstGeom prst="rect">
            <a:avLst/>
          </a:prstGeom>
        </p:spPr>
      </p:pic>
      <p:pic>
        <p:nvPicPr>
          <p:cNvPr id="11" name="Graphic 10">
            <a:extLst>
              <a:ext uri="{FF2B5EF4-FFF2-40B4-BE49-F238E27FC236}">
                <a16:creationId xmlns:a16="http://schemas.microsoft.com/office/drawing/2014/main" id="{3A796EBE-B2D0-5C11-1F6A-ED0B98A8D06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10607" y="222069"/>
            <a:ext cx="1318093" cy="323306"/>
          </a:xfrm>
          <a:prstGeom prst="rect">
            <a:avLst/>
          </a:prstGeom>
        </p:spPr>
      </p:pic>
      <p:sp>
        <p:nvSpPr>
          <p:cNvPr id="14" name="Text Placeholder 8">
            <a:extLst>
              <a:ext uri="{FF2B5EF4-FFF2-40B4-BE49-F238E27FC236}">
                <a16:creationId xmlns:a16="http://schemas.microsoft.com/office/drawing/2014/main" id="{C95327CF-8BC5-C8BA-FD09-97FBE3AA009A}"/>
              </a:ext>
            </a:extLst>
          </p:cNvPr>
          <p:cNvSpPr>
            <a:spLocks noGrp="1"/>
          </p:cNvSpPr>
          <p:nvPr>
            <p:ph type="body" sz="quarter" idx="14" hasCustomPrompt="1"/>
          </p:nvPr>
        </p:nvSpPr>
        <p:spPr>
          <a:xfrm>
            <a:off x="6479655" y="2087191"/>
            <a:ext cx="5348807" cy="308509"/>
          </a:xfrm>
        </p:spPr>
        <p:txBody>
          <a:bodyPr lIns="0" tIns="0" rIns="0" bIns="0" anchor="b">
            <a:noAutofit/>
          </a:bodyPr>
          <a:lstStyle>
            <a:lvl1pPr marL="0" indent="0">
              <a:lnSpc>
                <a:spcPct val="100000"/>
              </a:lnSpc>
              <a:spcBef>
                <a:spcPts val="0"/>
              </a:spcBef>
              <a:spcAft>
                <a:spcPts val="600"/>
              </a:spcAft>
              <a:buFont typeface="DM Sans" panose="020B0604020202020204" pitchFamily="34" charset="0"/>
              <a:buNone/>
              <a:defRPr sz="1300" b="1">
                <a:latin typeface="+mn-lt"/>
              </a:defRPr>
            </a:lvl1pPr>
          </a:lstStyle>
          <a:p>
            <a:pPr lvl="0"/>
            <a:r>
              <a:rPr lang="en-US"/>
              <a:t>Lorem ipsum dolor sit </a:t>
            </a:r>
            <a:r>
              <a:rPr lang="en-US" err="1"/>
              <a:t>amet</a:t>
            </a:r>
            <a:endParaRPr lang="en-US"/>
          </a:p>
        </p:txBody>
      </p:sp>
      <p:sp>
        <p:nvSpPr>
          <p:cNvPr id="17" name="Text Placeholder 8">
            <a:extLst>
              <a:ext uri="{FF2B5EF4-FFF2-40B4-BE49-F238E27FC236}">
                <a16:creationId xmlns:a16="http://schemas.microsoft.com/office/drawing/2014/main" id="{26618F66-5859-20D0-9F8A-41B02D8EDAEB}"/>
              </a:ext>
            </a:extLst>
          </p:cNvPr>
          <p:cNvSpPr>
            <a:spLocks noGrp="1"/>
          </p:cNvSpPr>
          <p:nvPr>
            <p:ph type="body" sz="quarter" idx="16" hasCustomPrompt="1"/>
          </p:nvPr>
        </p:nvSpPr>
        <p:spPr>
          <a:xfrm>
            <a:off x="6479655" y="2507596"/>
            <a:ext cx="5348807" cy="2812414"/>
          </a:xfrm>
        </p:spPr>
        <p:txBody>
          <a:bodyPr lIns="0" tIns="0" rIns="0" bIns="0" anchor="t">
            <a:noAutofit/>
          </a:bodyPr>
          <a:lstStyle>
            <a:lvl1pPr marL="0" indent="0">
              <a:lnSpc>
                <a:spcPct val="100000"/>
              </a:lnSpc>
              <a:spcBef>
                <a:spcPts val="0"/>
              </a:spcBef>
              <a:spcAft>
                <a:spcPts val="600"/>
              </a:spcAft>
              <a:buFont typeface="DM Sans" panose="020B0604020202020204" pitchFamily="34" charset="0"/>
              <a:buNone/>
              <a:defRPr sz="1300" b="0">
                <a:latin typeface="+mn-lt"/>
              </a:defRPr>
            </a:lvl1pPr>
          </a:lstStyle>
          <a:p>
            <a:pPr lvl="0"/>
            <a:r>
              <a:rPr lang="en-US" dirty="0" err="1">
                <a:effectLst/>
              </a:rPr>
              <a:t>Consectetur</a:t>
            </a:r>
            <a:r>
              <a:rPr lang="en-US" dirty="0">
                <a:effectLst/>
              </a:rPr>
              <a:t> </a:t>
            </a:r>
            <a:r>
              <a:rPr lang="en-US" dirty="0" err="1">
                <a:effectLst/>
              </a:rPr>
              <a:t>adipiscing</a:t>
            </a:r>
            <a:r>
              <a:rPr lang="en-US" dirty="0">
                <a:effectLst/>
              </a:rPr>
              <a:t> </a:t>
            </a:r>
            <a:r>
              <a:rPr lang="en-US" dirty="0" err="1">
                <a:effectLst/>
              </a:rPr>
              <a:t>elit</a:t>
            </a:r>
            <a:r>
              <a:rPr lang="en-US" dirty="0">
                <a:effectLst/>
              </a:rPr>
              <a:t>. Ut sed </a:t>
            </a:r>
            <a:r>
              <a:rPr lang="en-US" dirty="0" err="1">
                <a:effectLst/>
              </a:rPr>
              <a:t>orci</a:t>
            </a:r>
            <a:r>
              <a:rPr lang="en-US" dirty="0">
                <a:effectLst/>
              </a:rPr>
              <a:t> </a:t>
            </a:r>
            <a:r>
              <a:rPr lang="en-US" dirty="0" err="1">
                <a:effectLst/>
              </a:rPr>
              <a:t>molestie</a:t>
            </a:r>
            <a:r>
              <a:rPr lang="en-US" dirty="0">
                <a:effectLst/>
              </a:rPr>
              <a:t>, </a:t>
            </a:r>
            <a:r>
              <a:rPr lang="en-US" dirty="0" err="1">
                <a:effectLst/>
              </a:rPr>
              <a:t>varius</a:t>
            </a:r>
            <a:r>
              <a:rPr lang="en-US" dirty="0">
                <a:effectLst/>
              </a:rPr>
              <a:t> </a:t>
            </a:r>
            <a:r>
              <a:rPr lang="en-US" dirty="0" err="1">
                <a:effectLst/>
              </a:rPr>
              <a:t>lectus</a:t>
            </a:r>
            <a:r>
              <a:rPr lang="en-US" dirty="0">
                <a:effectLst/>
              </a:rPr>
              <a:t> et, </a:t>
            </a:r>
            <a:r>
              <a:rPr lang="en-US" dirty="0" err="1">
                <a:effectLst/>
              </a:rPr>
              <a:t>facilisis</a:t>
            </a:r>
            <a:r>
              <a:rPr lang="en-US" dirty="0">
                <a:effectLst/>
              </a:rPr>
              <a:t> </a:t>
            </a:r>
            <a:r>
              <a:rPr lang="en-US" dirty="0" err="1">
                <a:effectLst/>
              </a:rPr>
              <a:t>massa</a:t>
            </a:r>
            <a:r>
              <a:rPr lang="en-US" dirty="0">
                <a:effectLst/>
              </a:rPr>
              <a:t>. Sed </a:t>
            </a:r>
            <a:r>
              <a:rPr lang="en-US" dirty="0" err="1">
                <a:effectLst/>
              </a:rPr>
              <a:t>consequat</a:t>
            </a:r>
            <a:r>
              <a:rPr lang="en-US" dirty="0">
                <a:effectLst/>
              </a:rPr>
              <a:t>, nisi sed </a:t>
            </a:r>
            <a:r>
              <a:rPr lang="en-US" dirty="0" err="1">
                <a:effectLst/>
              </a:rPr>
              <a:t>bibendum</a:t>
            </a:r>
            <a:r>
              <a:rPr lang="en-US" dirty="0">
                <a:effectLst/>
              </a:rPr>
              <a:t> </a:t>
            </a:r>
            <a:r>
              <a:rPr lang="en-US" dirty="0" err="1">
                <a:effectLst/>
              </a:rPr>
              <a:t>mattis</a:t>
            </a:r>
            <a:r>
              <a:rPr lang="en-US" dirty="0">
                <a:effectLst/>
              </a:rPr>
              <a:t>, </a:t>
            </a:r>
            <a:r>
              <a:rPr lang="en-US" dirty="0" err="1">
                <a:effectLst/>
              </a:rPr>
              <a:t>tortor</a:t>
            </a:r>
            <a:r>
              <a:rPr lang="en-US" dirty="0">
                <a:effectLst/>
              </a:rPr>
              <a:t> </a:t>
            </a:r>
            <a:r>
              <a:rPr lang="en-US" dirty="0" err="1">
                <a:effectLst/>
              </a:rPr>
              <a:t>metus</a:t>
            </a:r>
            <a:r>
              <a:rPr lang="en-US" dirty="0">
                <a:effectLst/>
              </a:rPr>
              <a:t> </a:t>
            </a:r>
            <a:r>
              <a:rPr lang="en-US" dirty="0" err="1">
                <a:effectLst/>
              </a:rPr>
              <a:t>molestie</a:t>
            </a:r>
            <a:r>
              <a:rPr lang="en-US" dirty="0">
                <a:effectLst/>
              </a:rPr>
              <a:t> </a:t>
            </a:r>
            <a:r>
              <a:rPr lang="en-US" dirty="0" err="1">
                <a:effectLst/>
              </a:rPr>
              <a:t>nunc</a:t>
            </a:r>
            <a:r>
              <a:rPr lang="en-US" dirty="0">
                <a:effectLst/>
              </a:rPr>
              <a:t>, non </a:t>
            </a:r>
            <a:r>
              <a:rPr lang="en-US" dirty="0" err="1">
                <a:effectLst/>
              </a:rPr>
              <a:t>vehicula</a:t>
            </a:r>
            <a:r>
              <a:rPr lang="en-US" dirty="0">
                <a:effectLst/>
              </a:rPr>
              <a:t> </a:t>
            </a:r>
            <a:r>
              <a:rPr lang="en-US" dirty="0" err="1">
                <a:effectLst/>
              </a:rPr>
              <a:t>nulla</a:t>
            </a:r>
            <a:r>
              <a:rPr lang="en-US" dirty="0">
                <a:effectLst/>
              </a:rPr>
              <a:t> </a:t>
            </a:r>
            <a:r>
              <a:rPr lang="en-US" dirty="0" err="1">
                <a:effectLst/>
              </a:rPr>
              <a:t>erat</a:t>
            </a:r>
            <a:r>
              <a:rPr lang="en-US" dirty="0">
                <a:effectLst/>
              </a:rPr>
              <a:t> a magna. </a:t>
            </a:r>
            <a:r>
              <a:rPr lang="en-US" dirty="0" err="1">
                <a:effectLst/>
              </a:rPr>
              <a:t>Fusce</a:t>
            </a:r>
            <a:r>
              <a:rPr lang="en-US" dirty="0">
                <a:effectLst/>
              </a:rPr>
              <a:t> at dui </a:t>
            </a:r>
            <a:r>
              <a:rPr lang="en-US" dirty="0" err="1">
                <a:effectLst/>
              </a:rPr>
              <a:t>risus</a:t>
            </a:r>
            <a:r>
              <a:rPr lang="en-US" dirty="0">
                <a:effectLst/>
              </a:rPr>
              <a:t>. Proin </a:t>
            </a:r>
            <a:r>
              <a:rPr lang="en-US" dirty="0" err="1">
                <a:effectLst/>
              </a:rPr>
              <a:t>efficitur</a:t>
            </a:r>
            <a:r>
              <a:rPr lang="en-US" dirty="0">
                <a:effectLst/>
              </a:rPr>
              <a:t> </a:t>
            </a:r>
            <a:r>
              <a:rPr lang="en-US" dirty="0" err="1">
                <a:effectLst/>
              </a:rPr>
              <a:t>lectus</a:t>
            </a:r>
            <a:r>
              <a:rPr lang="en-US" dirty="0">
                <a:effectLst/>
              </a:rPr>
              <a:t> </a:t>
            </a:r>
            <a:r>
              <a:rPr lang="en-US" dirty="0" err="1">
                <a:effectLst/>
              </a:rPr>
              <a:t>neque</a:t>
            </a:r>
            <a:r>
              <a:rPr lang="en-US" dirty="0">
                <a:effectLst/>
              </a:rPr>
              <a:t>, </a:t>
            </a:r>
            <a:r>
              <a:rPr lang="en-US" dirty="0" err="1">
                <a:effectLst/>
              </a:rPr>
              <a:t>quis</a:t>
            </a:r>
            <a:r>
              <a:rPr lang="en-US" dirty="0">
                <a:effectLst/>
              </a:rPr>
              <a:t> semper </a:t>
            </a:r>
            <a:r>
              <a:rPr lang="en-US" dirty="0" err="1">
                <a:effectLst/>
              </a:rPr>
              <a:t>velit</a:t>
            </a:r>
            <a:r>
              <a:rPr lang="en-US" dirty="0">
                <a:effectLst/>
              </a:rPr>
              <a:t> </a:t>
            </a:r>
            <a:r>
              <a:rPr lang="en-US" dirty="0" err="1">
                <a:effectLst/>
              </a:rPr>
              <a:t>placerat</a:t>
            </a:r>
            <a:r>
              <a:rPr lang="en-US" dirty="0">
                <a:effectLst/>
              </a:rPr>
              <a:t> vel. Proin at </a:t>
            </a:r>
            <a:r>
              <a:rPr lang="en-US" dirty="0" err="1">
                <a:effectLst/>
              </a:rPr>
              <a:t>hendrerit</a:t>
            </a:r>
            <a:r>
              <a:rPr lang="en-US" dirty="0">
                <a:effectLst/>
              </a:rPr>
              <a:t> </a:t>
            </a:r>
            <a:r>
              <a:rPr lang="en-US" dirty="0" err="1">
                <a:effectLst/>
              </a:rPr>
              <a:t>tortor</a:t>
            </a:r>
            <a:r>
              <a:rPr lang="en-US" dirty="0">
                <a:effectLst/>
              </a:rPr>
              <a:t>, id tempus sem. </a:t>
            </a:r>
            <a:r>
              <a:rPr lang="en-US" dirty="0" err="1">
                <a:effectLst/>
              </a:rPr>
              <a:t>Suspendisse</a:t>
            </a:r>
            <a:r>
              <a:rPr lang="en-US" dirty="0">
                <a:effectLst/>
              </a:rPr>
              <a:t> non </a:t>
            </a:r>
            <a:r>
              <a:rPr lang="en-US" dirty="0" err="1">
                <a:effectLst/>
              </a:rPr>
              <a:t>lobortis</a:t>
            </a:r>
            <a:r>
              <a:rPr lang="en-US" dirty="0">
                <a:effectLst/>
              </a:rPr>
              <a:t> </a:t>
            </a:r>
            <a:r>
              <a:rPr lang="en-US" dirty="0" err="1">
                <a:effectLst/>
              </a:rPr>
              <a:t>augue</a:t>
            </a:r>
            <a:r>
              <a:rPr lang="en-US" dirty="0">
                <a:effectLst/>
              </a:rPr>
              <a:t>. Nunc </a:t>
            </a:r>
            <a:r>
              <a:rPr lang="en-US" dirty="0" err="1">
                <a:effectLst/>
              </a:rPr>
              <a:t>finibus</a:t>
            </a:r>
            <a:r>
              <a:rPr lang="en-US" dirty="0">
                <a:effectLst/>
              </a:rPr>
              <a:t> auctor </a:t>
            </a:r>
            <a:r>
              <a:rPr lang="en-US" dirty="0" err="1">
                <a:effectLst/>
              </a:rPr>
              <a:t>felis</a:t>
            </a:r>
            <a:r>
              <a:rPr lang="en-US" dirty="0">
                <a:effectLst/>
              </a:rPr>
              <a:t>, </a:t>
            </a:r>
            <a:r>
              <a:rPr lang="en-US" dirty="0" err="1">
                <a:effectLst/>
              </a:rPr>
              <a:t>eu</a:t>
            </a:r>
            <a:r>
              <a:rPr lang="en-US" dirty="0">
                <a:effectLst/>
              </a:rPr>
              <a:t> </a:t>
            </a:r>
            <a:r>
              <a:rPr lang="en-US" dirty="0" err="1">
                <a:effectLst/>
              </a:rPr>
              <a:t>egestas</a:t>
            </a:r>
            <a:r>
              <a:rPr lang="en-US" dirty="0">
                <a:effectLst/>
              </a:rPr>
              <a:t> </a:t>
            </a:r>
            <a:r>
              <a:rPr lang="en-US" dirty="0" err="1">
                <a:effectLst/>
              </a:rPr>
              <a:t>sem</a:t>
            </a:r>
            <a:r>
              <a:rPr lang="en-US" dirty="0">
                <a:effectLst/>
              </a:rPr>
              <a:t> </a:t>
            </a:r>
            <a:r>
              <a:rPr lang="en-US" dirty="0" err="1">
                <a:effectLst/>
              </a:rPr>
              <a:t>sollicitudin</a:t>
            </a:r>
            <a:r>
              <a:rPr lang="en-US" dirty="0">
                <a:effectLst/>
              </a:rPr>
              <a:t> </a:t>
            </a:r>
            <a:r>
              <a:rPr lang="en-US" dirty="0" err="1">
                <a:effectLst/>
              </a:rPr>
              <a:t>eget</a:t>
            </a:r>
            <a:r>
              <a:rPr lang="en-US" dirty="0">
                <a:effectLst/>
              </a:rPr>
              <a:t>. Donec </a:t>
            </a:r>
            <a:r>
              <a:rPr lang="en-US" dirty="0" err="1">
                <a:effectLst/>
              </a:rPr>
              <a:t>vehicula</a:t>
            </a:r>
            <a:r>
              <a:rPr lang="en-US" dirty="0">
                <a:effectLst/>
              </a:rPr>
              <a:t> </a:t>
            </a:r>
            <a:r>
              <a:rPr lang="en-US" dirty="0" err="1">
                <a:effectLst/>
              </a:rPr>
              <a:t>aliquet</a:t>
            </a:r>
            <a:r>
              <a:rPr lang="en-US" dirty="0">
                <a:effectLst/>
              </a:rPr>
              <a:t> ipsum </a:t>
            </a:r>
            <a:r>
              <a:rPr lang="en-US" dirty="0" err="1">
                <a:effectLst/>
              </a:rPr>
              <a:t>eu</a:t>
            </a:r>
            <a:r>
              <a:rPr lang="en-US" dirty="0">
                <a:effectLst/>
              </a:rPr>
              <a:t> </a:t>
            </a:r>
            <a:r>
              <a:rPr lang="en-US" dirty="0" err="1">
                <a:effectLst/>
              </a:rPr>
              <a:t>tincidunt</a:t>
            </a:r>
            <a:r>
              <a:rPr lang="en-US" dirty="0">
                <a:effectLst/>
              </a:rPr>
              <a:t>. </a:t>
            </a:r>
            <a:r>
              <a:rPr lang="en-US" dirty="0" err="1">
                <a:effectLst/>
              </a:rPr>
              <a:t>Curabitur</a:t>
            </a:r>
            <a:r>
              <a:rPr lang="en-US" dirty="0">
                <a:effectLst/>
              </a:rPr>
              <a:t> </a:t>
            </a:r>
            <a:r>
              <a:rPr lang="en-US" dirty="0" err="1">
                <a:effectLst/>
              </a:rPr>
              <a:t>tincidunt</a:t>
            </a:r>
            <a:r>
              <a:rPr lang="en-US" dirty="0">
                <a:effectLst/>
              </a:rPr>
              <a:t> </a:t>
            </a:r>
            <a:r>
              <a:rPr lang="en-US" dirty="0" err="1">
                <a:effectLst/>
              </a:rPr>
              <a:t>turpis</a:t>
            </a:r>
            <a:r>
              <a:rPr lang="en-US" dirty="0">
                <a:effectLst/>
              </a:rPr>
              <a:t> </a:t>
            </a:r>
            <a:r>
              <a:rPr lang="en-US" dirty="0" err="1">
                <a:effectLst/>
              </a:rPr>
              <a:t>neque</a:t>
            </a:r>
            <a:r>
              <a:rPr lang="en-US" dirty="0">
                <a:effectLst/>
              </a:rPr>
              <a:t>, vitae </a:t>
            </a:r>
            <a:r>
              <a:rPr lang="en-US" dirty="0" err="1">
                <a:effectLst/>
              </a:rPr>
              <a:t>placerat</a:t>
            </a:r>
            <a:r>
              <a:rPr lang="en-US" dirty="0">
                <a:effectLst/>
              </a:rPr>
              <a:t> </a:t>
            </a:r>
            <a:r>
              <a:rPr lang="en-US" dirty="0" err="1">
                <a:effectLst/>
              </a:rPr>
              <a:t>metus</a:t>
            </a:r>
            <a:r>
              <a:rPr lang="en-US" dirty="0">
                <a:effectLst/>
              </a:rPr>
              <a:t> tempus non. Nunc tempus </a:t>
            </a:r>
            <a:r>
              <a:rPr lang="en-US" dirty="0" err="1">
                <a:effectLst/>
              </a:rPr>
              <a:t>mauris</a:t>
            </a:r>
            <a:r>
              <a:rPr lang="en-US" dirty="0">
                <a:effectLst/>
              </a:rPr>
              <a:t> magna, at semper </a:t>
            </a:r>
            <a:r>
              <a:rPr lang="en-US" dirty="0" err="1">
                <a:effectLst/>
              </a:rPr>
              <a:t>nisl</a:t>
            </a:r>
            <a:r>
              <a:rPr lang="en-US" dirty="0">
                <a:effectLst/>
              </a:rPr>
              <a:t> </a:t>
            </a:r>
            <a:r>
              <a:rPr lang="en-US" dirty="0" err="1">
                <a:effectLst/>
              </a:rPr>
              <a:t>porttitor</a:t>
            </a:r>
            <a:r>
              <a:rPr lang="en-US" dirty="0">
                <a:effectLst/>
              </a:rPr>
              <a:t> in. Sed et </a:t>
            </a:r>
            <a:r>
              <a:rPr lang="en-US" dirty="0" err="1">
                <a:effectLst/>
              </a:rPr>
              <a:t>mattis</a:t>
            </a:r>
            <a:r>
              <a:rPr lang="en-US" dirty="0">
                <a:effectLst/>
              </a:rPr>
              <a:t> est. </a:t>
            </a:r>
            <a:r>
              <a:rPr lang="en-US" dirty="0" err="1">
                <a:effectLst/>
              </a:rPr>
              <a:t>Nullam</a:t>
            </a:r>
            <a:r>
              <a:rPr lang="en-US" dirty="0">
                <a:effectLst/>
              </a:rPr>
              <a:t> </a:t>
            </a:r>
            <a:r>
              <a:rPr lang="en-US" dirty="0" err="1">
                <a:effectLst/>
              </a:rPr>
              <a:t>rutrum</a:t>
            </a:r>
            <a:r>
              <a:rPr lang="en-US" dirty="0">
                <a:effectLst/>
              </a:rPr>
              <a:t> </a:t>
            </a:r>
            <a:r>
              <a:rPr lang="en-US" dirty="0" err="1">
                <a:effectLst/>
              </a:rPr>
              <a:t>lectus</a:t>
            </a:r>
            <a:r>
              <a:rPr lang="en-US" dirty="0">
                <a:effectLst/>
              </a:rPr>
              <a:t> </a:t>
            </a:r>
            <a:r>
              <a:rPr lang="en-US" dirty="0" err="1">
                <a:effectLst/>
              </a:rPr>
              <a:t>arcu</a:t>
            </a:r>
            <a:r>
              <a:rPr lang="en-US" dirty="0">
                <a:effectLst/>
              </a:rPr>
              <a:t>, </a:t>
            </a:r>
            <a:r>
              <a:rPr lang="en-US" dirty="0" err="1">
                <a:effectLst/>
              </a:rPr>
              <a:t>ut</a:t>
            </a:r>
            <a:r>
              <a:rPr lang="en-US" dirty="0">
                <a:effectLst/>
              </a:rPr>
              <a:t> </a:t>
            </a:r>
            <a:r>
              <a:rPr lang="en-US" dirty="0" err="1">
                <a:effectLst/>
              </a:rPr>
              <a:t>facilisis</a:t>
            </a:r>
            <a:r>
              <a:rPr lang="en-US" dirty="0">
                <a:effectLst/>
              </a:rPr>
              <a:t> dui </a:t>
            </a:r>
            <a:r>
              <a:rPr lang="en-US" dirty="0" err="1">
                <a:effectLst/>
              </a:rPr>
              <a:t>lobortis</a:t>
            </a:r>
            <a:r>
              <a:rPr lang="en-US" dirty="0">
                <a:effectLst/>
              </a:rPr>
              <a:t> </a:t>
            </a:r>
            <a:r>
              <a:rPr lang="en-US" dirty="0" err="1">
                <a:effectLst/>
              </a:rPr>
              <a:t>eu</a:t>
            </a:r>
            <a:r>
              <a:rPr lang="en-US" dirty="0">
                <a:effectLst/>
              </a:rPr>
              <a:t>.</a:t>
            </a:r>
            <a:endParaRPr lang="en-US" dirty="0"/>
          </a:p>
        </p:txBody>
      </p:sp>
      <p:sp>
        <p:nvSpPr>
          <p:cNvPr id="3" name="TextBox 2">
            <a:extLst>
              <a:ext uri="{FF2B5EF4-FFF2-40B4-BE49-F238E27FC236}">
                <a16:creationId xmlns:a16="http://schemas.microsoft.com/office/drawing/2014/main" id="{69ABCD53-9B60-BB7F-151C-55B70CD13F21}"/>
              </a:ext>
            </a:extLst>
          </p:cNvPr>
          <p:cNvSpPr txBox="1"/>
          <p:nvPr userDrawn="1"/>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latin typeface="+mn-lt"/>
              </a:rPr>
              <a:t>‹#›</a:t>
            </a:fld>
            <a:endParaRPr lang="en-US" sz="800" b="1" i="0" dirty="0">
              <a:latin typeface="+mn-lt"/>
            </a:endParaRPr>
          </a:p>
        </p:txBody>
      </p:sp>
      <p:sp>
        <p:nvSpPr>
          <p:cNvPr id="6" name="Text Placeholder 16">
            <a:extLst>
              <a:ext uri="{FF2B5EF4-FFF2-40B4-BE49-F238E27FC236}">
                <a16:creationId xmlns:a16="http://schemas.microsoft.com/office/drawing/2014/main" id="{106D15D8-C352-7156-AE8D-63FDC5DFC70D}"/>
              </a:ext>
            </a:extLst>
          </p:cNvPr>
          <p:cNvSpPr>
            <a:spLocks noGrp="1"/>
          </p:cNvSpPr>
          <p:nvPr>
            <p:ph type="body" sz="quarter" idx="18" hasCustomPrompt="1"/>
          </p:nvPr>
        </p:nvSpPr>
        <p:spPr>
          <a:xfrm>
            <a:off x="449351" y="3311861"/>
            <a:ext cx="4269970" cy="381001"/>
          </a:xfrm>
          <a:prstGeom prst="rect">
            <a:avLst/>
          </a:prstGeom>
        </p:spPr>
        <p:txBody>
          <a:bodyPr anchor="b">
            <a:noAutofit/>
          </a:bodyPr>
          <a:lstStyle>
            <a:lvl1pPr marL="45720" indent="0">
              <a:buNone/>
              <a:defRPr sz="2200" b="1" i="0">
                <a:solidFill>
                  <a:schemeClr val="bg1"/>
                </a:solidFill>
                <a:latin typeface="DM Sans" pitchFamily="2" charset="77"/>
              </a:defRPr>
            </a:lvl1pPr>
            <a:lvl2pPr>
              <a:defRPr sz="3400"/>
            </a:lvl2pPr>
            <a:lvl3pPr>
              <a:defRPr sz="3400"/>
            </a:lvl3pPr>
            <a:lvl4pPr>
              <a:defRPr sz="3400"/>
            </a:lvl4pPr>
            <a:lvl5pPr>
              <a:defRPr sz="3400"/>
            </a:lvl5pPr>
          </a:lstStyle>
          <a:p>
            <a:pPr lvl="0"/>
            <a:r>
              <a:rPr lang="en-US"/>
              <a:t>Title Goes Here (H1*)</a:t>
            </a:r>
          </a:p>
        </p:txBody>
      </p:sp>
      <p:sp>
        <p:nvSpPr>
          <p:cNvPr id="8" name="Text Placeholder 16">
            <a:extLst>
              <a:ext uri="{FF2B5EF4-FFF2-40B4-BE49-F238E27FC236}">
                <a16:creationId xmlns:a16="http://schemas.microsoft.com/office/drawing/2014/main" id="{1C83AB0F-8B2F-5B34-D210-2605BF087E0D}"/>
              </a:ext>
            </a:extLst>
          </p:cNvPr>
          <p:cNvSpPr>
            <a:spLocks noGrp="1"/>
          </p:cNvSpPr>
          <p:nvPr>
            <p:ph type="body" sz="quarter" idx="15" hasCustomPrompt="1"/>
          </p:nvPr>
        </p:nvSpPr>
        <p:spPr>
          <a:xfrm>
            <a:off x="449351" y="3768163"/>
            <a:ext cx="4269970" cy="381001"/>
          </a:xfrm>
          <a:prstGeom prst="rect">
            <a:avLst/>
          </a:prstGeom>
        </p:spPr>
        <p:txBody>
          <a:bodyPr anchor="t">
            <a:noAutofit/>
          </a:bodyPr>
          <a:lstStyle>
            <a:lvl1pPr marL="45720" indent="0">
              <a:buNone/>
              <a:defRPr sz="1400" b="0" i="0">
                <a:solidFill>
                  <a:schemeClr val="bg1"/>
                </a:solidFill>
                <a:latin typeface="DM Sans Medium" pitchFamily="2" charset="77"/>
              </a:defRPr>
            </a:lvl1pPr>
            <a:lvl2pPr>
              <a:defRPr sz="3400"/>
            </a:lvl2pPr>
            <a:lvl3pPr>
              <a:defRPr sz="3400"/>
            </a:lvl3pPr>
            <a:lvl4pPr>
              <a:defRPr sz="3400"/>
            </a:lvl4pPr>
            <a:lvl5pPr>
              <a:defRPr sz="3400"/>
            </a:lvl5pPr>
          </a:lstStyle>
          <a:p>
            <a:pPr lvl="0"/>
            <a:r>
              <a:rPr lang="en-US"/>
              <a:t>Title Goes Here (H2*)</a:t>
            </a:r>
          </a:p>
        </p:txBody>
      </p:sp>
      <p:sp>
        <p:nvSpPr>
          <p:cNvPr id="2" name="TextBox 1">
            <a:extLst>
              <a:ext uri="{FF2B5EF4-FFF2-40B4-BE49-F238E27FC236}">
                <a16:creationId xmlns:a16="http://schemas.microsoft.com/office/drawing/2014/main" id="{9C46D4DD-FF3D-6E56-5776-0C4274CA5C64}"/>
              </a:ext>
            </a:extLst>
          </p:cNvPr>
          <p:cNvSpPr txBox="1"/>
          <p:nvPr userDrawn="1"/>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Tree>
    <p:extLst>
      <p:ext uri="{BB962C8B-B14F-4D97-AF65-F5344CB8AC3E}">
        <p14:creationId xmlns:p14="http://schemas.microsoft.com/office/powerpoint/2010/main" val="2298721030"/>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_Text_&amp;_Graphic-2">
    <p:bg>
      <p:bgRef idx="1001">
        <a:schemeClr val="bg1"/>
      </p:bgRef>
    </p:bg>
    <p:spTree>
      <p:nvGrpSpPr>
        <p:cNvPr id="1" name=""/>
        <p:cNvGrpSpPr/>
        <p:nvPr/>
      </p:nvGrpSpPr>
      <p:grpSpPr>
        <a:xfrm>
          <a:off x="0" y="0"/>
          <a:ext cx="0" cy="0"/>
          <a:chOff x="0" y="0"/>
          <a:chExt cx="0" cy="0"/>
        </a:xfrm>
      </p:grpSpPr>
      <p:pic>
        <p:nvPicPr>
          <p:cNvPr id="3" name="Picture 2" descr="A purple circle with black background  AI-generated content may be incorrect.">
            <a:extLst>
              <a:ext uri="{FF2B5EF4-FFF2-40B4-BE49-F238E27FC236}">
                <a16:creationId xmlns:a16="http://schemas.microsoft.com/office/drawing/2014/main" id="{081009F0-6616-BBD6-7AE4-E5BA42A1C138}"/>
              </a:ext>
            </a:extLst>
          </p:cNvPr>
          <p:cNvPicPr/>
          <p:nvPr/>
        </p:nvPicPr>
        <p:blipFill>
          <a:blip r:embed="rId2" cstate="screen">
            <a:extLst>
              <a:ext uri="{28A0092B-C50C-407E-A947-70E740481C1C}">
                <a14:useLocalDpi xmlns:a14="http://schemas.microsoft.com/office/drawing/2010/main"/>
              </a:ext>
            </a:extLst>
          </a:blip>
          <a:srcRect r="4577"/>
          <a:stretch/>
        </p:blipFill>
        <p:spPr>
          <a:xfrm flipH="1">
            <a:off x="-1" y="0"/>
            <a:ext cx="11071602" cy="6858000"/>
          </a:xfrm>
          <a:prstGeom prst="rect">
            <a:avLst/>
          </a:prstGeom>
        </p:spPr>
      </p:pic>
      <p:pic>
        <p:nvPicPr>
          <p:cNvPr id="11" name="Graphic 10">
            <a:extLst>
              <a:ext uri="{FF2B5EF4-FFF2-40B4-BE49-F238E27FC236}">
                <a16:creationId xmlns:a16="http://schemas.microsoft.com/office/drawing/2014/main" id="{3A796EBE-B2D0-5C11-1F6A-ED0B98A8D06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10607" y="222069"/>
            <a:ext cx="1318093" cy="323306"/>
          </a:xfrm>
          <a:prstGeom prst="rect">
            <a:avLst/>
          </a:prstGeom>
        </p:spPr>
      </p:pic>
      <p:sp>
        <p:nvSpPr>
          <p:cNvPr id="2" name="TextBox 1">
            <a:extLst>
              <a:ext uri="{FF2B5EF4-FFF2-40B4-BE49-F238E27FC236}">
                <a16:creationId xmlns:a16="http://schemas.microsoft.com/office/drawing/2014/main" id="{93DD6F11-DE05-ED6D-9CB7-D52D38302EE1}"/>
              </a:ext>
            </a:extLst>
          </p:cNvPr>
          <p:cNvSpPr txBox="1"/>
          <p:nvPr userDrawn="1"/>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latin typeface="+mn-lt"/>
              </a:rPr>
              <a:t>‹#›</a:t>
            </a:fld>
            <a:endParaRPr lang="en-US" sz="800" b="1" i="0" dirty="0">
              <a:latin typeface="+mn-lt"/>
            </a:endParaRPr>
          </a:p>
        </p:txBody>
      </p:sp>
      <p:sp>
        <p:nvSpPr>
          <p:cNvPr id="5" name="Text Placeholder 16">
            <a:extLst>
              <a:ext uri="{FF2B5EF4-FFF2-40B4-BE49-F238E27FC236}">
                <a16:creationId xmlns:a16="http://schemas.microsoft.com/office/drawing/2014/main" id="{47D88F6D-647E-750E-3F5F-5889E2C4B1FA}"/>
              </a:ext>
            </a:extLst>
          </p:cNvPr>
          <p:cNvSpPr>
            <a:spLocks noGrp="1"/>
          </p:cNvSpPr>
          <p:nvPr>
            <p:ph type="body" sz="quarter" idx="18" hasCustomPrompt="1"/>
          </p:nvPr>
        </p:nvSpPr>
        <p:spPr>
          <a:xfrm>
            <a:off x="449351" y="3311861"/>
            <a:ext cx="4269970" cy="381001"/>
          </a:xfrm>
          <a:prstGeom prst="rect">
            <a:avLst/>
          </a:prstGeom>
        </p:spPr>
        <p:txBody>
          <a:bodyPr anchor="b">
            <a:noAutofit/>
          </a:bodyPr>
          <a:lstStyle>
            <a:lvl1pPr marL="45720" indent="0">
              <a:buNone/>
              <a:defRPr sz="2200" b="1" i="0">
                <a:solidFill>
                  <a:schemeClr val="tx1"/>
                </a:solidFill>
                <a:latin typeface="DM Sans" pitchFamily="2" charset="77"/>
              </a:defRPr>
            </a:lvl1pPr>
            <a:lvl2pPr>
              <a:defRPr sz="3400"/>
            </a:lvl2pPr>
            <a:lvl3pPr>
              <a:defRPr sz="3400"/>
            </a:lvl3pPr>
            <a:lvl4pPr>
              <a:defRPr sz="3400"/>
            </a:lvl4pPr>
            <a:lvl5pPr>
              <a:defRPr sz="3400"/>
            </a:lvl5pPr>
          </a:lstStyle>
          <a:p>
            <a:pPr lvl="0"/>
            <a:r>
              <a:rPr lang="en-US"/>
              <a:t>Title Goes Here (H1*)</a:t>
            </a:r>
          </a:p>
        </p:txBody>
      </p:sp>
      <p:sp>
        <p:nvSpPr>
          <p:cNvPr id="8" name="Text Placeholder 16">
            <a:extLst>
              <a:ext uri="{FF2B5EF4-FFF2-40B4-BE49-F238E27FC236}">
                <a16:creationId xmlns:a16="http://schemas.microsoft.com/office/drawing/2014/main" id="{79D31417-D3F2-DECD-E79A-6778E931FFA3}"/>
              </a:ext>
            </a:extLst>
          </p:cNvPr>
          <p:cNvSpPr>
            <a:spLocks noGrp="1"/>
          </p:cNvSpPr>
          <p:nvPr>
            <p:ph type="body" sz="quarter" idx="15" hasCustomPrompt="1"/>
          </p:nvPr>
        </p:nvSpPr>
        <p:spPr>
          <a:xfrm>
            <a:off x="449351" y="3768163"/>
            <a:ext cx="4269970" cy="381001"/>
          </a:xfrm>
          <a:prstGeom prst="rect">
            <a:avLst/>
          </a:prstGeom>
        </p:spPr>
        <p:txBody>
          <a:bodyPr anchor="t">
            <a:noAutofit/>
          </a:bodyPr>
          <a:lstStyle>
            <a:lvl1pPr marL="45720" indent="0">
              <a:buNone/>
              <a:defRPr sz="1400" b="0" i="0">
                <a:solidFill>
                  <a:schemeClr val="tx1"/>
                </a:solidFill>
                <a:latin typeface="DM Sans Medium" pitchFamily="2" charset="77"/>
              </a:defRPr>
            </a:lvl1pPr>
            <a:lvl2pPr>
              <a:defRPr sz="3400"/>
            </a:lvl2pPr>
            <a:lvl3pPr>
              <a:defRPr sz="3400"/>
            </a:lvl3pPr>
            <a:lvl4pPr>
              <a:defRPr sz="3400"/>
            </a:lvl4pPr>
            <a:lvl5pPr>
              <a:defRPr sz="3400"/>
            </a:lvl5pPr>
          </a:lstStyle>
          <a:p>
            <a:pPr lvl="0"/>
            <a:r>
              <a:rPr lang="en-US"/>
              <a:t>Title Goes Here (H2*)</a:t>
            </a:r>
          </a:p>
        </p:txBody>
      </p:sp>
      <p:sp>
        <p:nvSpPr>
          <p:cNvPr id="4" name="Text Placeholder 8">
            <a:extLst>
              <a:ext uri="{FF2B5EF4-FFF2-40B4-BE49-F238E27FC236}">
                <a16:creationId xmlns:a16="http://schemas.microsoft.com/office/drawing/2014/main" id="{79F11BEE-9CBF-78E0-354C-AEA5148BDE56}"/>
              </a:ext>
            </a:extLst>
          </p:cNvPr>
          <p:cNvSpPr>
            <a:spLocks noGrp="1"/>
          </p:cNvSpPr>
          <p:nvPr>
            <p:ph type="body" sz="quarter" idx="14" hasCustomPrompt="1"/>
          </p:nvPr>
        </p:nvSpPr>
        <p:spPr>
          <a:xfrm>
            <a:off x="6479655" y="2087191"/>
            <a:ext cx="5348807" cy="308509"/>
          </a:xfrm>
        </p:spPr>
        <p:txBody>
          <a:bodyPr lIns="0" tIns="0" rIns="0" bIns="0" anchor="b">
            <a:noAutofit/>
          </a:bodyPr>
          <a:lstStyle>
            <a:lvl1pPr marL="0" indent="0">
              <a:lnSpc>
                <a:spcPct val="100000"/>
              </a:lnSpc>
              <a:spcBef>
                <a:spcPts val="0"/>
              </a:spcBef>
              <a:spcAft>
                <a:spcPts val="600"/>
              </a:spcAft>
              <a:buFont typeface="DM Sans" panose="020B0604020202020204" pitchFamily="34" charset="0"/>
              <a:buNone/>
              <a:defRPr sz="1300" b="1">
                <a:latin typeface="+mn-lt"/>
              </a:defRPr>
            </a:lvl1pPr>
          </a:lstStyle>
          <a:p>
            <a:pPr lvl="0"/>
            <a:r>
              <a:rPr lang="en-US"/>
              <a:t>Lorem ipsum dolor sit </a:t>
            </a:r>
            <a:r>
              <a:rPr lang="en-US" err="1"/>
              <a:t>amet</a:t>
            </a:r>
            <a:endParaRPr lang="en-US"/>
          </a:p>
        </p:txBody>
      </p:sp>
      <p:sp>
        <p:nvSpPr>
          <p:cNvPr id="6" name="Text Placeholder 8">
            <a:extLst>
              <a:ext uri="{FF2B5EF4-FFF2-40B4-BE49-F238E27FC236}">
                <a16:creationId xmlns:a16="http://schemas.microsoft.com/office/drawing/2014/main" id="{8597868D-5123-C60C-1245-4280D73F23C8}"/>
              </a:ext>
            </a:extLst>
          </p:cNvPr>
          <p:cNvSpPr>
            <a:spLocks noGrp="1"/>
          </p:cNvSpPr>
          <p:nvPr>
            <p:ph type="body" sz="quarter" idx="16" hasCustomPrompt="1"/>
          </p:nvPr>
        </p:nvSpPr>
        <p:spPr>
          <a:xfrm>
            <a:off x="6479655" y="2507596"/>
            <a:ext cx="5348807" cy="2812414"/>
          </a:xfrm>
        </p:spPr>
        <p:txBody>
          <a:bodyPr lIns="0" tIns="0" rIns="0" bIns="0" anchor="t">
            <a:noAutofit/>
          </a:bodyPr>
          <a:lstStyle>
            <a:lvl1pPr marL="0" indent="0">
              <a:lnSpc>
                <a:spcPct val="100000"/>
              </a:lnSpc>
              <a:spcBef>
                <a:spcPts val="0"/>
              </a:spcBef>
              <a:spcAft>
                <a:spcPts val="600"/>
              </a:spcAft>
              <a:buFont typeface="DM Sans" panose="020B0604020202020204" pitchFamily="34" charset="0"/>
              <a:buNone/>
              <a:defRPr sz="1300" b="0">
                <a:latin typeface="+mn-lt"/>
              </a:defRPr>
            </a:lvl1pPr>
          </a:lstStyle>
          <a:p>
            <a:pPr lvl="0"/>
            <a:r>
              <a:rPr lang="en-US" dirty="0" err="1">
                <a:effectLst/>
              </a:rPr>
              <a:t>Consectetur</a:t>
            </a:r>
            <a:r>
              <a:rPr lang="en-US" dirty="0">
                <a:effectLst/>
              </a:rPr>
              <a:t> </a:t>
            </a:r>
            <a:r>
              <a:rPr lang="en-US" dirty="0" err="1">
                <a:effectLst/>
              </a:rPr>
              <a:t>adipiscing</a:t>
            </a:r>
            <a:r>
              <a:rPr lang="en-US" dirty="0">
                <a:effectLst/>
              </a:rPr>
              <a:t> </a:t>
            </a:r>
            <a:r>
              <a:rPr lang="en-US" dirty="0" err="1">
                <a:effectLst/>
              </a:rPr>
              <a:t>elit</a:t>
            </a:r>
            <a:r>
              <a:rPr lang="en-US" dirty="0">
                <a:effectLst/>
              </a:rPr>
              <a:t>. Ut sed </a:t>
            </a:r>
            <a:r>
              <a:rPr lang="en-US" dirty="0" err="1">
                <a:effectLst/>
              </a:rPr>
              <a:t>orci</a:t>
            </a:r>
            <a:r>
              <a:rPr lang="en-US" dirty="0">
                <a:effectLst/>
              </a:rPr>
              <a:t> </a:t>
            </a:r>
            <a:r>
              <a:rPr lang="en-US" dirty="0" err="1">
                <a:effectLst/>
              </a:rPr>
              <a:t>molestie</a:t>
            </a:r>
            <a:r>
              <a:rPr lang="en-US" dirty="0">
                <a:effectLst/>
              </a:rPr>
              <a:t>, </a:t>
            </a:r>
            <a:r>
              <a:rPr lang="en-US" dirty="0" err="1">
                <a:effectLst/>
              </a:rPr>
              <a:t>varius</a:t>
            </a:r>
            <a:r>
              <a:rPr lang="en-US" dirty="0">
                <a:effectLst/>
              </a:rPr>
              <a:t> </a:t>
            </a:r>
            <a:r>
              <a:rPr lang="en-US" dirty="0" err="1">
                <a:effectLst/>
              </a:rPr>
              <a:t>lectus</a:t>
            </a:r>
            <a:r>
              <a:rPr lang="en-US" dirty="0">
                <a:effectLst/>
              </a:rPr>
              <a:t> et, </a:t>
            </a:r>
            <a:r>
              <a:rPr lang="en-US" dirty="0" err="1">
                <a:effectLst/>
              </a:rPr>
              <a:t>facilisis</a:t>
            </a:r>
            <a:r>
              <a:rPr lang="en-US" dirty="0">
                <a:effectLst/>
              </a:rPr>
              <a:t> </a:t>
            </a:r>
            <a:r>
              <a:rPr lang="en-US" dirty="0" err="1">
                <a:effectLst/>
              </a:rPr>
              <a:t>massa</a:t>
            </a:r>
            <a:r>
              <a:rPr lang="en-US" dirty="0">
                <a:effectLst/>
              </a:rPr>
              <a:t>. Sed </a:t>
            </a:r>
            <a:r>
              <a:rPr lang="en-US" dirty="0" err="1">
                <a:effectLst/>
              </a:rPr>
              <a:t>consequat</a:t>
            </a:r>
            <a:r>
              <a:rPr lang="en-US" dirty="0">
                <a:effectLst/>
              </a:rPr>
              <a:t>, nisi sed </a:t>
            </a:r>
            <a:r>
              <a:rPr lang="en-US" dirty="0" err="1">
                <a:effectLst/>
              </a:rPr>
              <a:t>bibendum</a:t>
            </a:r>
            <a:r>
              <a:rPr lang="en-US" dirty="0">
                <a:effectLst/>
              </a:rPr>
              <a:t> </a:t>
            </a:r>
            <a:r>
              <a:rPr lang="en-US" dirty="0" err="1">
                <a:effectLst/>
              </a:rPr>
              <a:t>mattis</a:t>
            </a:r>
            <a:r>
              <a:rPr lang="en-US" dirty="0">
                <a:effectLst/>
              </a:rPr>
              <a:t>, </a:t>
            </a:r>
            <a:r>
              <a:rPr lang="en-US" dirty="0" err="1">
                <a:effectLst/>
              </a:rPr>
              <a:t>tortor</a:t>
            </a:r>
            <a:r>
              <a:rPr lang="en-US" dirty="0">
                <a:effectLst/>
              </a:rPr>
              <a:t> </a:t>
            </a:r>
            <a:r>
              <a:rPr lang="en-US" dirty="0" err="1">
                <a:effectLst/>
              </a:rPr>
              <a:t>metus</a:t>
            </a:r>
            <a:r>
              <a:rPr lang="en-US" dirty="0">
                <a:effectLst/>
              </a:rPr>
              <a:t> </a:t>
            </a:r>
            <a:r>
              <a:rPr lang="en-US" dirty="0" err="1">
                <a:effectLst/>
              </a:rPr>
              <a:t>molestie</a:t>
            </a:r>
            <a:r>
              <a:rPr lang="en-US" dirty="0">
                <a:effectLst/>
              </a:rPr>
              <a:t> </a:t>
            </a:r>
            <a:r>
              <a:rPr lang="en-US" dirty="0" err="1">
                <a:effectLst/>
              </a:rPr>
              <a:t>nunc</a:t>
            </a:r>
            <a:r>
              <a:rPr lang="en-US" dirty="0">
                <a:effectLst/>
              </a:rPr>
              <a:t>, non </a:t>
            </a:r>
            <a:r>
              <a:rPr lang="en-US" dirty="0" err="1">
                <a:effectLst/>
              </a:rPr>
              <a:t>vehicula</a:t>
            </a:r>
            <a:r>
              <a:rPr lang="en-US" dirty="0">
                <a:effectLst/>
              </a:rPr>
              <a:t> </a:t>
            </a:r>
            <a:r>
              <a:rPr lang="en-US" dirty="0" err="1">
                <a:effectLst/>
              </a:rPr>
              <a:t>nulla</a:t>
            </a:r>
            <a:r>
              <a:rPr lang="en-US" dirty="0">
                <a:effectLst/>
              </a:rPr>
              <a:t> </a:t>
            </a:r>
            <a:r>
              <a:rPr lang="en-US" dirty="0" err="1">
                <a:effectLst/>
              </a:rPr>
              <a:t>erat</a:t>
            </a:r>
            <a:r>
              <a:rPr lang="en-US" dirty="0">
                <a:effectLst/>
              </a:rPr>
              <a:t> a magna. </a:t>
            </a:r>
            <a:r>
              <a:rPr lang="en-US" dirty="0" err="1">
                <a:effectLst/>
              </a:rPr>
              <a:t>Fusce</a:t>
            </a:r>
            <a:r>
              <a:rPr lang="en-US" dirty="0">
                <a:effectLst/>
              </a:rPr>
              <a:t> at dui </a:t>
            </a:r>
            <a:r>
              <a:rPr lang="en-US" dirty="0" err="1">
                <a:effectLst/>
              </a:rPr>
              <a:t>risus</a:t>
            </a:r>
            <a:r>
              <a:rPr lang="en-US" dirty="0">
                <a:effectLst/>
              </a:rPr>
              <a:t>. Proin </a:t>
            </a:r>
            <a:r>
              <a:rPr lang="en-US" dirty="0" err="1">
                <a:effectLst/>
              </a:rPr>
              <a:t>efficitur</a:t>
            </a:r>
            <a:r>
              <a:rPr lang="en-US" dirty="0">
                <a:effectLst/>
              </a:rPr>
              <a:t> </a:t>
            </a:r>
            <a:r>
              <a:rPr lang="en-US" dirty="0" err="1">
                <a:effectLst/>
              </a:rPr>
              <a:t>lectus</a:t>
            </a:r>
            <a:r>
              <a:rPr lang="en-US" dirty="0">
                <a:effectLst/>
              </a:rPr>
              <a:t> </a:t>
            </a:r>
            <a:r>
              <a:rPr lang="en-US" dirty="0" err="1">
                <a:effectLst/>
              </a:rPr>
              <a:t>neque</a:t>
            </a:r>
            <a:r>
              <a:rPr lang="en-US" dirty="0">
                <a:effectLst/>
              </a:rPr>
              <a:t>, </a:t>
            </a:r>
            <a:r>
              <a:rPr lang="en-US" dirty="0" err="1">
                <a:effectLst/>
              </a:rPr>
              <a:t>quis</a:t>
            </a:r>
            <a:r>
              <a:rPr lang="en-US" dirty="0">
                <a:effectLst/>
              </a:rPr>
              <a:t> semper </a:t>
            </a:r>
            <a:r>
              <a:rPr lang="en-US" dirty="0" err="1">
                <a:effectLst/>
              </a:rPr>
              <a:t>velit</a:t>
            </a:r>
            <a:r>
              <a:rPr lang="en-US" dirty="0">
                <a:effectLst/>
              </a:rPr>
              <a:t> </a:t>
            </a:r>
            <a:r>
              <a:rPr lang="en-US" dirty="0" err="1">
                <a:effectLst/>
              </a:rPr>
              <a:t>placerat</a:t>
            </a:r>
            <a:r>
              <a:rPr lang="en-US" dirty="0">
                <a:effectLst/>
              </a:rPr>
              <a:t> vel. Proin at </a:t>
            </a:r>
            <a:r>
              <a:rPr lang="en-US" dirty="0" err="1">
                <a:effectLst/>
              </a:rPr>
              <a:t>hendrerit</a:t>
            </a:r>
            <a:r>
              <a:rPr lang="en-US" dirty="0">
                <a:effectLst/>
              </a:rPr>
              <a:t> </a:t>
            </a:r>
            <a:r>
              <a:rPr lang="en-US" dirty="0" err="1">
                <a:effectLst/>
              </a:rPr>
              <a:t>tortor</a:t>
            </a:r>
            <a:r>
              <a:rPr lang="en-US" dirty="0">
                <a:effectLst/>
              </a:rPr>
              <a:t>, id tempus sem. </a:t>
            </a:r>
            <a:r>
              <a:rPr lang="en-US" dirty="0" err="1">
                <a:effectLst/>
              </a:rPr>
              <a:t>Suspendisse</a:t>
            </a:r>
            <a:r>
              <a:rPr lang="en-US" dirty="0">
                <a:effectLst/>
              </a:rPr>
              <a:t> non </a:t>
            </a:r>
            <a:r>
              <a:rPr lang="en-US" dirty="0" err="1">
                <a:effectLst/>
              </a:rPr>
              <a:t>lobortis</a:t>
            </a:r>
            <a:r>
              <a:rPr lang="en-US" dirty="0">
                <a:effectLst/>
              </a:rPr>
              <a:t> </a:t>
            </a:r>
            <a:r>
              <a:rPr lang="en-US" dirty="0" err="1">
                <a:effectLst/>
              </a:rPr>
              <a:t>augue</a:t>
            </a:r>
            <a:r>
              <a:rPr lang="en-US" dirty="0">
                <a:effectLst/>
              </a:rPr>
              <a:t>. Nunc </a:t>
            </a:r>
            <a:r>
              <a:rPr lang="en-US" dirty="0" err="1">
                <a:effectLst/>
              </a:rPr>
              <a:t>finibus</a:t>
            </a:r>
            <a:r>
              <a:rPr lang="en-US" dirty="0">
                <a:effectLst/>
              </a:rPr>
              <a:t> auctor </a:t>
            </a:r>
            <a:r>
              <a:rPr lang="en-US" dirty="0" err="1">
                <a:effectLst/>
              </a:rPr>
              <a:t>felis</a:t>
            </a:r>
            <a:r>
              <a:rPr lang="en-US" dirty="0">
                <a:effectLst/>
              </a:rPr>
              <a:t>, </a:t>
            </a:r>
            <a:r>
              <a:rPr lang="en-US" dirty="0" err="1">
                <a:effectLst/>
              </a:rPr>
              <a:t>eu</a:t>
            </a:r>
            <a:r>
              <a:rPr lang="en-US" dirty="0">
                <a:effectLst/>
              </a:rPr>
              <a:t> </a:t>
            </a:r>
            <a:r>
              <a:rPr lang="en-US" dirty="0" err="1">
                <a:effectLst/>
              </a:rPr>
              <a:t>egestas</a:t>
            </a:r>
            <a:r>
              <a:rPr lang="en-US" dirty="0">
                <a:effectLst/>
              </a:rPr>
              <a:t> </a:t>
            </a:r>
            <a:r>
              <a:rPr lang="en-US" dirty="0" err="1">
                <a:effectLst/>
              </a:rPr>
              <a:t>sem</a:t>
            </a:r>
            <a:r>
              <a:rPr lang="en-US" dirty="0">
                <a:effectLst/>
              </a:rPr>
              <a:t> </a:t>
            </a:r>
            <a:r>
              <a:rPr lang="en-US" dirty="0" err="1">
                <a:effectLst/>
              </a:rPr>
              <a:t>sollicitudin</a:t>
            </a:r>
            <a:r>
              <a:rPr lang="en-US" dirty="0">
                <a:effectLst/>
              </a:rPr>
              <a:t> </a:t>
            </a:r>
            <a:r>
              <a:rPr lang="en-US" dirty="0" err="1">
                <a:effectLst/>
              </a:rPr>
              <a:t>eget</a:t>
            </a:r>
            <a:r>
              <a:rPr lang="en-US" dirty="0">
                <a:effectLst/>
              </a:rPr>
              <a:t>. Donec </a:t>
            </a:r>
            <a:r>
              <a:rPr lang="en-US" dirty="0" err="1">
                <a:effectLst/>
              </a:rPr>
              <a:t>vehicula</a:t>
            </a:r>
            <a:r>
              <a:rPr lang="en-US" dirty="0">
                <a:effectLst/>
              </a:rPr>
              <a:t> </a:t>
            </a:r>
            <a:r>
              <a:rPr lang="en-US" dirty="0" err="1">
                <a:effectLst/>
              </a:rPr>
              <a:t>aliquet</a:t>
            </a:r>
            <a:r>
              <a:rPr lang="en-US" dirty="0">
                <a:effectLst/>
              </a:rPr>
              <a:t> ipsum </a:t>
            </a:r>
            <a:r>
              <a:rPr lang="en-US" dirty="0" err="1">
                <a:effectLst/>
              </a:rPr>
              <a:t>eu</a:t>
            </a:r>
            <a:r>
              <a:rPr lang="en-US" dirty="0">
                <a:effectLst/>
              </a:rPr>
              <a:t> </a:t>
            </a:r>
            <a:r>
              <a:rPr lang="en-US" dirty="0" err="1">
                <a:effectLst/>
              </a:rPr>
              <a:t>tincidunt</a:t>
            </a:r>
            <a:r>
              <a:rPr lang="en-US" dirty="0">
                <a:effectLst/>
              </a:rPr>
              <a:t>. </a:t>
            </a:r>
            <a:r>
              <a:rPr lang="en-US" dirty="0" err="1">
                <a:effectLst/>
              </a:rPr>
              <a:t>Curabitur</a:t>
            </a:r>
            <a:r>
              <a:rPr lang="en-US" dirty="0">
                <a:effectLst/>
              </a:rPr>
              <a:t> </a:t>
            </a:r>
            <a:r>
              <a:rPr lang="en-US" dirty="0" err="1">
                <a:effectLst/>
              </a:rPr>
              <a:t>tincidunt</a:t>
            </a:r>
            <a:r>
              <a:rPr lang="en-US" dirty="0">
                <a:effectLst/>
              </a:rPr>
              <a:t> </a:t>
            </a:r>
            <a:r>
              <a:rPr lang="en-US" dirty="0" err="1">
                <a:effectLst/>
              </a:rPr>
              <a:t>turpis</a:t>
            </a:r>
            <a:r>
              <a:rPr lang="en-US" dirty="0">
                <a:effectLst/>
              </a:rPr>
              <a:t> </a:t>
            </a:r>
            <a:r>
              <a:rPr lang="en-US" dirty="0" err="1">
                <a:effectLst/>
              </a:rPr>
              <a:t>neque</a:t>
            </a:r>
            <a:r>
              <a:rPr lang="en-US" dirty="0">
                <a:effectLst/>
              </a:rPr>
              <a:t>, vitae </a:t>
            </a:r>
            <a:r>
              <a:rPr lang="en-US" dirty="0" err="1">
                <a:effectLst/>
              </a:rPr>
              <a:t>placerat</a:t>
            </a:r>
            <a:r>
              <a:rPr lang="en-US" dirty="0">
                <a:effectLst/>
              </a:rPr>
              <a:t> </a:t>
            </a:r>
            <a:r>
              <a:rPr lang="en-US" dirty="0" err="1">
                <a:effectLst/>
              </a:rPr>
              <a:t>metus</a:t>
            </a:r>
            <a:r>
              <a:rPr lang="en-US" dirty="0">
                <a:effectLst/>
              </a:rPr>
              <a:t> tempus non. Nunc tempus </a:t>
            </a:r>
            <a:r>
              <a:rPr lang="en-US" dirty="0" err="1">
                <a:effectLst/>
              </a:rPr>
              <a:t>mauris</a:t>
            </a:r>
            <a:r>
              <a:rPr lang="en-US" dirty="0">
                <a:effectLst/>
              </a:rPr>
              <a:t> magna, at semper </a:t>
            </a:r>
            <a:r>
              <a:rPr lang="en-US" dirty="0" err="1">
                <a:effectLst/>
              </a:rPr>
              <a:t>nisl</a:t>
            </a:r>
            <a:r>
              <a:rPr lang="en-US" dirty="0">
                <a:effectLst/>
              </a:rPr>
              <a:t> </a:t>
            </a:r>
            <a:r>
              <a:rPr lang="en-US" dirty="0" err="1">
                <a:effectLst/>
              </a:rPr>
              <a:t>porttitor</a:t>
            </a:r>
            <a:r>
              <a:rPr lang="en-US" dirty="0">
                <a:effectLst/>
              </a:rPr>
              <a:t> in. Sed et </a:t>
            </a:r>
            <a:r>
              <a:rPr lang="en-US" dirty="0" err="1">
                <a:effectLst/>
              </a:rPr>
              <a:t>mattis</a:t>
            </a:r>
            <a:r>
              <a:rPr lang="en-US" dirty="0">
                <a:effectLst/>
              </a:rPr>
              <a:t> est. </a:t>
            </a:r>
            <a:r>
              <a:rPr lang="en-US" dirty="0" err="1">
                <a:effectLst/>
              </a:rPr>
              <a:t>Nullam</a:t>
            </a:r>
            <a:r>
              <a:rPr lang="en-US" dirty="0">
                <a:effectLst/>
              </a:rPr>
              <a:t> </a:t>
            </a:r>
            <a:r>
              <a:rPr lang="en-US" dirty="0" err="1">
                <a:effectLst/>
              </a:rPr>
              <a:t>rutrum</a:t>
            </a:r>
            <a:r>
              <a:rPr lang="en-US" dirty="0">
                <a:effectLst/>
              </a:rPr>
              <a:t> </a:t>
            </a:r>
            <a:r>
              <a:rPr lang="en-US" dirty="0" err="1">
                <a:effectLst/>
              </a:rPr>
              <a:t>lectus</a:t>
            </a:r>
            <a:r>
              <a:rPr lang="en-US" dirty="0">
                <a:effectLst/>
              </a:rPr>
              <a:t> </a:t>
            </a:r>
            <a:r>
              <a:rPr lang="en-US" dirty="0" err="1">
                <a:effectLst/>
              </a:rPr>
              <a:t>arcu</a:t>
            </a:r>
            <a:r>
              <a:rPr lang="en-US" dirty="0">
                <a:effectLst/>
              </a:rPr>
              <a:t>, </a:t>
            </a:r>
            <a:r>
              <a:rPr lang="en-US" dirty="0" err="1">
                <a:effectLst/>
              </a:rPr>
              <a:t>ut</a:t>
            </a:r>
            <a:r>
              <a:rPr lang="en-US" dirty="0">
                <a:effectLst/>
              </a:rPr>
              <a:t> </a:t>
            </a:r>
            <a:r>
              <a:rPr lang="en-US" dirty="0" err="1">
                <a:effectLst/>
              </a:rPr>
              <a:t>facilisis</a:t>
            </a:r>
            <a:r>
              <a:rPr lang="en-US" dirty="0">
                <a:effectLst/>
              </a:rPr>
              <a:t> dui </a:t>
            </a:r>
            <a:r>
              <a:rPr lang="en-US" dirty="0" err="1">
                <a:effectLst/>
              </a:rPr>
              <a:t>lobortis</a:t>
            </a:r>
            <a:r>
              <a:rPr lang="en-US" dirty="0">
                <a:effectLst/>
              </a:rPr>
              <a:t> </a:t>
            </a:r>
            <a:r>
              <a:rPr lang="en-US" dirty="0" err="1">
                <a:effectLst/>
              </a:rPr>
              <a:t>eu</a:t>
            </a:r>
            <a:r>
              <a:rPr lang="en-US" dirty="0">
                <a:effectLst/>
              </a:rPr>
              <a:t>.</a:t>
            </a:r>
            <a:endParaRPr lang="en-US" dirty="0"/>
          </a:p>
        </p:txBody>
      </p:sp>
      <p:sp>
        <p:nvSpPr>
          <p:cNvPr id="9" name="TextBox 8">
            <a:extLst>
              <a:ext uri="{FF2B5EF4-FFF2-40B4-BE49-F238E27FC236}">
                <a16:creationId xmlns:a16="http://schemas.microsoft.com/office/drawing/2014/main" id="{12855211-BF96-0AD5-2F9E-AAE8A46B2478}"/>
              </a:ext>
            </a:extLst>
          </p:cNvPr>
          <p:cNvSpPr txBox="1"/>
          <p:nvPr userDrawn="1"/>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Tree>
    <p:extLst>
      <p:ext uri="{BB962C8B-B14F-4D97-AF65-F5344CB8AC3E}">
        <p14:creationId xmlns:p14="http://schemas.microsoft.com/office/powerpoint/2010/main" val="2661538602"/>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_Content_Text_&amp;_Image-1">
    <p:bg>
      <p:bgRef idx="1001">
        <a:schemeClr val="bg1"/>
      </p:bgRef>
    </p:bg>
    <p:spTree>
      <p:nvGrpSpPr>
        <p:cNvPr id="1" name=""/>
        <p:cNvGrpSpPr/>
        <p:nvPr/>
      </p:nvGrpSpPr>
      <p:grpSpPr>
        <a:xfrm>
          <a:off x="0" y="0"/>
          <a:ext cx="0" cy="0"/>
          <a:chOff x="0" y="0"/>
          <a:chExt cx="0" cy="0"/>
        </a:xfrm>
      </p:grpSpPr>
      <p:pic>
        <p:nvPicPr>
          <p:cNvPr id="10" name="Picture 9" descr="A close-up of a football field  AI-generated content may be incorrect.">
            <a:extLst>
              <a:ext uri="{FF2B5EF4-FFF2-40B4-BE49-F238E27FC236}">
                <a16:creationId xmlns:a16="http://schemas.microsoft.com/office/drawing/2014/main" id="{2BA7A31C-4900-E7C4-37E5-14D593F8D442}"/>
              </a:ext>
            </a:extLst>
          </p:cNvPr>
          <p:cNvPicPr>
            <a:picLocks noGrp="1" noRot="1" noChangeAspect="1" noMove="1" noResize="1" noEditPoints="1" noAdjustHandles="1" noChangeArrowheads="1" noChangeShapeType="1" noCrop="1"/>
          </p:cNvPicPr>
          <p:nvPr/>
        </p:nvPicPr>
        <p:blipFill>
          <a:blip r:embed="rId2" cstate="screen">
            <a:extLst>
              <a:ext uri="{28A0092B-C50C-407E-A947-70E740481C1C}">
                <a14:useLocalDpi xmlns:a14="http://schemas.microsoft.com/office/drawing/2010/main"/>
              </a:ext>
            </a:extLst>
          </a:blip>
          <a:srcRect/>
          <a:stretch/>
        </p:blipFill>
        <p:spPr>
          <a:xfrm>
            <a:off x="0" y="1260474"/>
            <a:ext cx="6068255" cy="5597525"/>
          </a:xfrm>
          <a:prstGeom prst="rect">
            <a:avLst/>
          </a:prstGeom>
        </p:spPr>
      </p:pic>
      <p:sp>
        <p:nvSpPr>
          <p:cNvPr id="5" name="Process 4">
            <a:extLst>
              <a:ext uri="{FF2B5EF4-FFF2-40B4-BE49-F238E27FC236}">
                <a16:creationId xmlns:a16="http://schemas.microsoft.com/office/drawing/2014/main" id="{702124D0-3ECE-3545-6DE4-F9B12CE0DC2C}"/>
              </a:ext>
            </a:extLst>
          </p:cNvPr>
          <p:cNvSpPr>
            <a:spLocks noGrp="1" noRot="1" noMove="1" noResize="1" noEditPoints="1" noAdjustHandles="1" noChangeArrowheads="1" noChangeShapeType="1"/>
          </p:cNvSpPr>
          <p:nvPr userDrawn="1"/>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12" name="Arc 11">
            <a:extLst>
              <a:ext uri="{FF2B5EF4-FFF2-40B4-BE49-F238E27FC236}">
                <a16:creationId xmlns:a16="http://schemas.microsoft.com/office/drawing/2014/main" id="{04DD7991-F962-C1CD-1B70-FD0B6F8E28AD}"/>
              </a:ext>
            </a:extLst>
          </p:cNvPr>
          <p:cNvSpPr>
            <a:spLocks noGrp="1" noRot="1" noMove="1" noResize="1" noEditPoints="1" noAdjustHandles="1" noChangeArrowheads="1" noChangeShapeType="1"/>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3" name="Arc 11">
            <a:extLst>
              <a:ext uri="{FF2B5EF4-FFF2-40B4-BE49-F238E27FC236}">
                <a16:creationId xmlns:a16="http://schemas.microsoft.com/office/drawing/2014/main" id="{D87D93B1-025A-7212-05B1-00BE09AA861B}"/>
              </a:ext>
            </a:extLst>
          </p:cNvPr>
          <p:cNvSpPr>
            <a:spLocks noGrp="1" noRot="1" noMove="1" noResize="1" noEditPoints="1" noAdjustHandles="1" noChangeArrowheads="1" noChangeShapeType="1"/>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pic>
        <p:nvPicPr>
          <p:cNvPr id="11" name="Graphic 10">
            <a:extLst>
              <a:ext uri="{FF2B5EF4-FFF2-40B4-BE49-F238E27FC236}">
                <a16:creationId xmlns:a16="http://schemas.microsoft.com/office/drawing/2014/main" id="{3A796EBE-B2D0-5C11-1F6A-ED0B98A8D06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10607" y="222069"/>
            <a:ext cx="1318093" cy="323306"/>
          </a:xfrm>
          <a:prstGeom prst="rect">
            <a:avLst/>
          </a:prstGeom>
        </p:spPr>
      </p:pic>
      <p:sp>
        <p:nvSpPr>
          <p:cNvPr id="4" name="Text Placeholder 8">
            <a:extLst>
              <a:ext uri="{FF2B5EF4-FFF2-40B4-BE49-F238E27FC236}">
                <a16:creationId xmlns:a16="http://schemas.microsoft.com/office/drawing/2014/main" id="{FD5C26B3-EAB8-CF13-E601-D5CCC4B1E1DC}"/>
              </a:ext>
            </a:extLst>
          </p:cNvPr>
          <p:cNvSpPr>
            <a:spLocks noGrp="1"/>
          </p:cNvSpPr>
          <p:nvPr>
            <p:ph type="body" sz="quarter" idx="14" hasCustomPrompt="1"/>
          </p:nvPr>
        </p:nvSpPr>
        <p:spPr>
          <a:xfrm>
            <a:off x="6479655" y="2682559"/>
            <a:ext cx="5348807" cy="308509"/>
          </a:xfrm>
        </p:spPr>
        <p:txBody>
          <a:bodyPr lIns="0" tIns="0" rIns="0" bIns="0" anchor="b">
            <a:noAutofit/>
          </a:bodyPr>
          <a:lstStyle>
            <a:lvl1pPr marL="0" indent="0">
              <a:lnSpc>
                <a:spcPct val="100000"/>
              </a:lnSpc>
              <a:spcBef>
                <a:spcPts val="0"/>
              </a:spcBef>
              <a:spcAft>
                <a:spcPts val="600"/>
              </a:spcAft>
              <a:buFont typeface="DM Sans" panose="020B0604020202020204" pitchFamily="34" charset="0"/>
              <a:buNone/>
              <a:defRPr sz="1300" b="1">
                <a:latin typeface="+mn-lt"/>
              </a:defRPr>
            </a:lvl1pPr>
          </a:lstStyle>
          <a:p>
            <a:pPr lvl="0"/>
            <a:r>
              <a:rPr lang="en-US"/>
              <a:t>Lorem ipsum dolor sit </a:t>
            </a:r>
            <a:r>
              <a:rPr lang="en-US" err="1"/>
              <a:t>amet</a:t>
            </a:r>
            <a:endParaRPr lang="en-US"/>
          </a:p>
        </p:txBody>
      </p:sp>
      <p:sp>
        <p:nvSpPr>
          <p:cNvPr id="6" name="Text Placeholder 8">
            <a:extLst>
              <a:ext uri="{FF2B5EF4-FFF2-40B4-BE49-F238E27FC236}">
                <a16:creationId xmlns:a16="http://schemas.microsoft.com/office/drawing/2014/main" id="{3FEA1C48-55C7-3E54-0713-7B07050E2860}"/>
              </a:ext>
            </a:extLst>
          </p:cNvPr>
          <p:cNvSpPr>
            <a:spLocks noGrp="1"/>
          </p:cNvSpPr>
          <p:nvPr>
            <p:ph type="body" sz="quarter" idx="16" hasCustomPrompt="1"/>
          </p:nvPr>
        </p:nvSpPr>
        <p:spPr>
          <a:xfrm>
            <a:off x="6479655" y="3102964"/>
            <a:ext cx="5348807" cy="2812414"/>
          </a:xfrm>
        </p:spPr>
        <p:txBody>
          <a:bodyPr lIns="0" tIns="0" rIns="0" bIns="0" anchor="t">
            <a:noAutofit/>
          </a:bodyPr>
          <a:lstStyle>
            <a:lvl1pPr marL="0" indent="0">
              <a:lnSpc>
                <a:spcPct val="100000"/>
              </a:lnSpc>
              <a:spcBef>
                <a:spcPts val="0"/>
              </a:spcBef>
              <a:spcAft>
                <a:spcPts val="600"/>
              </a:spcAft>
              <a:buFont typeface="DM Sans" panose="020B0604020202020204" pitchFamily="34" charset="0"/>
              <a:buNone/>
              <a:defRPr sz="1300" b="0">
                <a:latin typeface="+mn-lt"/>
              </a:defRPr>
            </a:lvl1pPr>
          </a:lstStyle>
          <a:p>
            <a:pPr lvl="0"/>
            <a:r>
              <a:rPr lang="en-US" dirty="0" err="1">
                <a:effectLst/>
              </a:rPr>
              <a:t>Consectetur</a:t>
            </a:r>
            <a:r>
              <a:rPr lang="en-US" dirty="0">
                <a:effectLst/>
              </a:rPr>
              <a:t> </a:t>
            </a:r>
            <a:r>
              <a:rPr lang="en-US" dirty="0" err="1">
                <a:effectLst/>
              </a:rPr>
              <a:t>adipiscing</a:t>
            </a:r>
            <a:r>
              <a:rPr lang="en-US" dirty="0">
                <a:effectLst/>
              </a:rPr>
              <a:t> </a:t>
            </a:r>
            <a:r>
              <a:rPr lang="en-US" dirty="0" err="1">
                <a:effectLst/>
              </a:rPr>
              <a:t>elit</a:t>
            </a:r>
            <a:r>
              <a:rPr lang="en-US" dirty="0">
                <a:effectLst/>
              </a:rPr>
              <a:t>. Ut sed </a:t>
            </a:r>
            <a:r>
              <a:rPr lang="en-US" dirty="0" err="1">
                <a:effectLst/>
              </a:rPr>
              <a:t>orci</a:t>
            </a:r>
            <a:r>
              <a:rPr lang="en-US" dirty="0">
                <a:effectLst/>
              </a:rPr>
              <a:t> </a:t>
            </a:r>
            <a:r>
              <a:rPr lang="en-US" dirty="0" err="1">
                <a:effectLst/>
              </a:rPr>
              <a:t>molestie</a:t>
            </a:r>
            <a:r>
              <a:rPr lang="en-US" dirty="0">
                <a:effectLst/>
              </a:rPr>
              <a:t>, </a:t>
            </a:r>
            <a:r>
              <a:rPr lang="en-US" dirty="0" err="1">
                <a:effectLst/>
              </a:rPr>
              <a:t>varius</a:t>
            </a:r>
            <a:r>
              <a:rPr lang="en-US" dirty="0">
                <a:effectLst/>
              </a:rPr>
              <a:t> </a:t>
            </a:r>
            <a:r>
              <a:rPr lang="en-US" dirty="0" err="1">
                <a:effectLst/>
              </a:rPr>
              <a:t>lectus</a:t>
            </a:r>
            <a:r>
              <a:rPr lang="en-US" dirty="0">
                <a:effectLst/>
              </a:rPr>
              <a:t> et, </a:t>
            </a:r>
            <a:r>
              <a:rPr lang="en-US" dirty="0" err="1">
                <a:effectLst/>
              </a:rPr>
              <a:t>facilisis</a:t>
            </a:r>
            <a:r>
              <a:rPr lang="en-US" dirty="0">
                <a:effectLst/>
              </a:rPr>
              <a:t> </a:t>
            </a:r>
            <a:r>
              <a:rPr lang="en-US" dirty="0" err="1">
                <a:effectLst/>
              </a:rPr>
              <a:t>massa</a:t>
            </a:r>
            <a:r>
              <a:rPr lang="en-US" dirty="0">
                <a:effectLst/>
              </a:rPr>
              <a:t>. Sed </a:t>
            </a:r>
            <a:r>
              <a:rPr lang="en-US" dirty="0" err="1">
                <a:effectLst/>
              </a:rPr>
              <a:t>consequat</a:t>
            </a:r>
            <a:r>
              <a:rPr lang="en-US" dirty="0">
                <a:effectLst/>
              </a:rPr>
              <a:t>, nisi sed </a:t>
            </a:r>
            <a:r>
              <a:rPr lang="en-US" dirty="0" err="1">
                <a:effectLst/>
              </a:rPr>
              <a:t>bibendum</a:t>
            </a:r>
            <a:r>
              <a:rPr lang="en-US" dirty="0">
                <a:effectLst/>
              </a:rPr>
              <a:t> </a:t>
            </a:r>
            <a:r>
              <a:rPr lang="en-US" dirty="0" err="1">
                <a:effectLst/>
              </a:rPr>
              <a:t>mattis</a:t>
            </a:r>
            <a:r>
              <a:rPr lang="en-US" dirty="0">
                <a:effectLst/>
              </a:rPr>
              <a:t>, </a:t>
            </a:r>
            <a:r>
              <a:rPr lang="en-US" dirty="0" err="1">
                <a:effectLst/>
              </a:rPr>
              <a:t>tortor</a:t>
            </a:r>
            <a:r>
              <a:rPr lang="en-US" dirty="0">
                <a:effectLst/>
              </a:rPr>
              <a:t> </a:t>
            </a:r>
            <a:r>
              <a:rPr lang="en-US" dirty="0" err="1">
                <a:effectLst/>
              </a:rPr>
              <a:t>metus</a:t>
            </a:r>
            <a:r>
              <a:rPr lang="en-US" dirty="0">
                <a:effectLst/>
              </a:rPr>
              <a:t> </a:t>
            </a:r>
            <a:r>
              <a:rPr lang="en-US" dirty="0" err="1">
                <a:effectLst/>
              </a:rPr>
              <a:t>molestie</a:t>
            </a:r>
            <a:r>
              <a:rPr lang="en-US" dirty="0">
                <a:effectLst/>
              </a:rPr>
              <a:t> </a:t>
            </a:r>
            <a:r>
              <a:rPr lang="en-US" dirty="0" err="1">
                <a:effectLst/>
              </a:rPr>
              <a:t>nunc</a:t>
            </a:r>
            <a:r>
              <a:rPr lang="en-US" dirty="0">
                <a:effectLst/>
              </a:rPr>
              <a:t>, non </a:t>
            </a:r>
            <a:r>
              <a:rPr lang="en-US" dirty="0" err="1">
                <a:effectLst/>
              </a:rPr>
              <a:t>vehicula</a:t>
            </a:r>
            <a:r>
              <a:rPr lang="en-US" dirty="0">
                <a:effectLst/>
              </a:rPr>
              <a:t> </a:t>
            </a:r>
            <a:r>
              <a:rPr lang="en-US" dirty="0" err="1">
                <a:effectLst/>
              </a:rPr>
              <a:t>nulla</a:t>
            </a:r>
            <a:r>
              <a:rPr lang="en-US" dirty="0">
                <a:effectLst/>
              </a:rPr>
              <a:t> </a:t>
            </a:r>
            <a:r>
              <a:rPr lang="en-US" dirty="0" err="1">
                <a:effectLst/>
              </a:rPr>
              <a:t>erat</a:t>
            </a:r>
            <a:r>
              <a:rPr lang="en-US" dirty="0">
                <a:effectLst/>
              </a:rPr>
              <a:t> a magna. </a:t>
            </a:r>
            <a:r>
              <a:rPr lang="en-US" dirty="0" err="1">
                <a:effectLst/>
              </a:rPr>
              <a:t>Fusce</a:t>
            </a:r>
            <a:r>
              <a:rPr lang="en-US" dirty="0">
                <a:effectLst/>
              </a:rPr>
              <a:t> at dui </a:t>
            </a:r>
            <a:r>
              <a:rPr lang="en-US" dirty="0" err="1">
                <a:effectLst/>
              </a:rPr>
              <a:t>risus</a:t>
            </a:r>
            <a:r>
              <a:rPr lang="en-US" dirty="0">
                <a:effectLst/>
              </a:rPr>
              <a:t>. Proin </a:t>
            </a:r>
            <a:r>
              <a:rPr lang="en-US" dirty="0" err="1">
                <a:effectLst/>
              </a:rPr>
              <a:t>efficitur</a:t>
            </a:r>
            <a:r>
              <a:rPr lang="en-US" dirty="0">
                <a:effectLst/>
              </a:rPr>
              <a:t> </a:t>
            </a:r>
            <a:r>
              <a:rPr lang="en-US" dirty="0" err="1">
                <a:effectLst/>
              </a:rPr>
              <a:t>lectus</a:t>
            </a:r>
            <a:r>
              <a:rPr lang="en-US" dirty="0">
                <a:effectLst/>
              </a:rPr>
              <a:t> </a:t>
            </a:r>
            <a:r>
              <a:rPr lang="en-US" dirty="0" err="1">
                <a:effectLst/>
              </a:rPr>
              <a:t>neque</a:t>
            </a:r>
            <a:r>
              <a:rPr lang="en-US" dirty="0">
                <a:effectLst/>
              </a:rPr>
              <a:t>, </a:t>
            </a:r>
            <a:r>
              <a:rPr lang="en-US" dirty="0" err="1">
                <a:effectLst/>
              </a:rPr>
              <a:t>quis</a:t>
            </a:r>
            <a:r>
              <a:rPr lang="en-US" dirty="0">
                <a:effectLst/>
              </a:rPr>
              <a:t> semper </a:t>
            </a:r>
            <a:r>
              <a:rPr lang="en-US" dirty="0" err="1">
                <a:effectLst/>
              </a:rPr>
              <a:t>velit</a:t>
            </a:r>
            <a:r>
              <a:rPr lang="en-US" dirty="0">
                <a:effectLst/>
              </a:rPr>
              <a:t> </a:t>
            </a:r>
            <a:r>
              <a:rPr lang="en-US" dirty="0" err="1">
                <a:effectLst/>
              </a:rPr>
              <a:t>placerat</a:t>
            </a:r>
            <a:r>
              <a:rPr lang="en-US" dirty="0">
                <a:effectLst/>
              </a:rPr>
              <a:t> vel. Proin at </a:t>
            </a:r>
            <a:r>
              <a:rPr lang="en-US" dirty="0" err="1">
                <a:effectLst/>
              </a:rPr>
              <a:t>hendrerit</a:t>
            </a:r>
            <a:r>
              <a:rPr lang="en-US" dirty="0">
                <a:effectLst/>
              </a:rPr>
              <a:t> </a:t>
            </a:r>
            <a:r>
              <a:rPr lang="en-US" dirty="0" err="1">
                <a:effectLst/>
              </a:rPr>
              <a:t>tortor</a:t>
            </a:r>
            <a:r>
              <a:rPr lang="en-US" dirty="0">
                <a:effectLst/>
              </a:rPr>
              <a:t>, id tempus sem. </a:t>
            </a:r>
            <a:r>
              <a:rPr lang="en-US" dirty="0" err="1">
                <a:effectLst/>
              </a:rPr>
              <a:t>Suspendisse</a:t>
            </a:r>
            <a:r>
              <a:rPr lang="en-US" dirty="0">
                <a:effectLst/>
              </a:rPr>
              <a:t> non </a:t>
            </a:r>
            <a:r>
              <a:rPr lang="en-US" dirty="0" err="1">
                <a:effectLst/>
              </a:rPr>
              <a:t>lobortis</a:t>
            </a:r>
            <a:r>
              <a:rPr lang="en-US" dirty="0">
                <a:effectLst/>
              </a:rPr>
              <a:t> </a:t>
            </a:r>
            <a:r>
              <a:rPr lang="en-US" dirty="0" err="1">
                <a:effectLst/>
              </a:rPr>
              <a:t>augue</a:t>
            </a:r>
            <a:r>
              <a:rPr lang="en-US" dirty="0">
                <a:effectLst/>
              </a:rPr>
              <a:t>. Nunc </a:t>
            </a:r>
            <a:r>
              <a:rPr lang="en-US" dirty="0" err="1">
                <a:effectLst/>
              </a:rPr>
              <a:t>finibus</a:t>
            </a:r>
            <a:r>
              <a:rPr lang="en-US" dirty="0">
                <a:effectLst/>
              </a:rPr>
              <a:t> auctor </a:t>
            </a:r>
            <a:r>
              <a:rPr lang="en-US" dirty="0" err="1">
                <a:effectLst/>
              </a:rPr>
              <a:t>felis</a:t>
            </a:r>
            <a:r>
              <a:rPr lang="en-US" dirty="0">
                <a:effectLst/>
              </a:rPr>
              <a:t>, </a:t>
            </a:r>
            <a:r>
              <a:rPr lang="en-US" dirty="0" err="1">
                <a:effectLst/>
              </a:rPr>
              <a:t>eu</a:t>
            </a:r>
            <a:r>
              <a:rPr lang="en-US" dirty="0">
                <a:effectLst/>
              </a:rPr>
              <a:t> </a:t>
            </a:r>
            <a:r>
              <a:rPr lang="en-US" dirty="0" err="1">
                <a:effectLst/>
              </a:rPr>
              <a:t>egestas</a:t>
            </a:r>
            <a:r>
              <a:rPr lang="en-US" dirty="0">
                <a:effectLst/>
              </a:rPr>
              <a:t> </a:t>
            </a:r>
            <a:r>
              <a:rPr lang="en-US" dirty="0" err="1">
                <a:effectLst/>
              </a:rPr>
              <a:t>sem</a:t>
            </a:r>
            <a:r>
              <a:rPr lang="en-US" dirty="0">
                <a:effectLst/>
              </a:rPr>
              <a:t> </a:t>
            </a:r>
            <a:r>
              <a:rPr lang="en-US" dirty="0" err="1">
                <a:effectLst/>
              </a:rPr>
              <a:t>sollicitudin</a:t>
            </a:r>
            <a:r>
              <a:rPr lang="en-US" dirty="0">
                <a:effectLst/>
              </a:rPr>
              <a:t> </a:t>
            </a:r>
            <a:r>
              <a:rPr lang="en-US" dirty="0" err="1">
                <a:effectLst/>
              </a:rPr>
              <a:t>eget</a:t>
            </a:r>
            <a:r>
              <a:rPr lang="en-US" dirty="0">
                <a:effectLst/>
              </a:rPr>
              <a:t>. Donec </a:t>
            </a:r>
            <a:r>
              <a:rPr lang="en-US" dirty="0" err="1">
                <a:effectLst/>
              </a:rPr>
              <a:t>vehicula</a:t>
            </a:r>
            <a:r>
              <a:rPr lang="en-US" dirty="0">
                <a:effectLst/>
              </a:rPr>
              <a:t> </a:t>
            </a:r>
            <a:r>
              <a:rPr lang="en-US" dirty="0" err="1">
                <a:effectLst/>
              </a:rPr>
              <a:t>aliquet</a:t>
            </a:r>
            <a:r>
              <a:rPr lang="en-US" dirty="0">
                <a:effectLst/>
              </a:rPr>
              <a:t> ipsum </a:t>
            </a:r>
            <a:r>
              <a:rPr lang="en-US" dirty="0" err="1">
                <a:effectLst/>
              </a:rPr>
              <a:t>eu</a:t>
            </a:r>
            <a:r>
              <a:rPr lang="en-US" dirty="0">
                <a:effectLst/>
              </a:rPr>
              <a:t> </a:t>
            </a:r>
            <a:r>
              <a:rPr lang="en-US" dirty="0" err="1">
                <a:effectLst/>
              </a:rPr>
              <a:t>tincidunt</a:t>
            </a:r>
            <a:r>
              <a:rPr lang="en-US" dirty="0">
                <a:effectLst/>
              </a:rPr>
              <a:t>. </a:t>
            </a:r>
            <a:r>
              <a:rPr lang="en-US" dirty="0" err="1">
                <a:effectLst/>
              </a:rPr>
              <a:t>Curabitur</a:t>
            </a:r>
            <a:r>
              <a:rPr lang="en-US" dirty="0">
                <a:effectLst/>
              </a:rPr>
              <a:t> </a:t>
            </a:r>
            <a:r>
              <a:rPr lang="en-US" dirty="0" err="1">
                <a:effectLst/>
              </a:rPr>
              <a:t>tincidunt</a:t>
            </a:r>
            <a:r>
              <a:rPr lang="en-US" dirty="0">
                <a:effectLst/>
              </a:rPr>
              <a:t> </a:t>
            </a:r>
            <a:r>
              <a:rPr lang="en-US" dirty="0" err="1">
                <a:effectLst/>
              </a:rPr>
              <a:t>turpis</a:t>
            </a:r>
            <a:r>
              <a:rPr lang="en-US" dirty="0">
                <a:effectLst/>
              </a:rPr>
              <a:t> </a:t>
            </a:r>
            <a:r>
              <a:rPr lang="en-US" dirty="0" err="1">
                <a:effectLst/>
              </a:rPr>
              <a:t>neque</a:t>
            </a:r>
            <a:r>
              <a:rPr lang="en-US" dirty="0">
                <a:effectLst/>
              </a:rPr>
              <a:t>, vitae </a:t>
            </a:r>
            <a:r>
              <a:rPr lang="en-US" dirty="0" err="1">
                <a:effectLst/>
              </a:rPr>
              <a:t>placerat</a:t>
            </a:r>
            <a:r>
              <a:rPr lang="en-US" dirty="0">
                <a:effectLst/>
              </a:rPr>
              <a:t> </a:t>
            </a:r>
            <a:r>
              <a:rPr lang="en-US" dirty="0" err="1">
                <a:effectLst/>
              </a:rPr>
              <a:t>metus</a:t>
            </a:r>
            <a:r>
              <a:rPr lang="en-US" dirty="0">
                <a:effectLst/>
              </a:rPr>
              <a:t> tempus non. Nunc tempus </a:t>
            </a:r>
            <a:r>
              <a:rPr lang="en-US" dirty="0" err="1">
                <a:effectLst/>
              </a:rPr>
              <a:t>mauris</a:t>
            </a:r>
            <a:r>
              <a:rPr lang="en-US" dirty="0">
                <a:effectLst/>
              </a:rPr>
              <a:t> magna, at semper </a:t>
            </a:r>
            <a:r>
              <a:rPr lang="en-US" dirty="0" err="1">
                <a:effectLst/>
              </a:rPr>
              <a:t>nisl</a:t>
            </a:r>
            <a:r>
              <a:rPr lang="en-US" dirty="0">
                <a:effectLst/>
              </a:rPr>
              <a:t> </a:t>
            </a:r>
            <a:r>
              <a:rPr lang="en-US" dirty="0" err="1">
                <a:effectLst/>
              </a:rPr>
              <a:t>porttitor</a:t>
            </a:r>
            <a:r>
              <a:rPr lang="en-US" dirty="0">
                <a:effectLst/>
              </a:rPr>
              <a:t> in. Sed et </a:t>
            </a:r>
            <a:r>
              <a:rPr lang="en-US" dirty="0" err="1">
                <a:effectLst/>
              </a:rPr>
              <a:t>mattis</a:t>
            </a:r>
            <a:r>
              <a:rPr lang="en-US" dirty="0">
                <a:effectLst/>
              </a:rPr>
              <a:t> est. </a:t>
            </a:r>
            <a:r>
              <a:rPr lang="en-US" dirty="0" err="1">
                <a:effectLst/>
              </a:rPr>
              <a:t>Nullam</a:t>
            </a:r>
            <a:r>
              <a:rPr lang="en-US" dirty="0">
                <a:effectLst/>
              </a:rPr>
              <a:t> </a:t>
            </a:r>
            <a:r>
              <a:rPr lang="en-US" dirty="0" err="1">
                <a:effectLst/>
              </a:rPr>
              <a:t>rutrum</a:t>
            </a:r>
            <a:r>
              <a:rPr lang="en-US" dirty="0">
                <a:effectLst/>
              </a:rPr>
              <a:t> </a:t>
            </a:r>
            <a:r>
              <a:rPr lang="en-US" dirty="0" err="1">
                <a:effectLst/>
              </a:rPr>
              <a:t>lectus</a:t>
            </a:r>
            <a:r>
              <a:rPr lang="en-US" dirty="0">
                <a:effectLst/>
              </a:rPr>
              <a:t> </a:t>
            </a:r>
            <a:r>
              <a:rPr lang="en-US" dirty="0" err="1">
                <a:effectLst/>
              </a:rPr>
              <a:t>arcu</a:t>
            </a:r>
            <a:r>
              <a:rPr lang="en-US" dirty="0">
                <a:effectLst/>
              </a:rPr>
              <a:t>, </a:t>
            </a:r>
            <a:r>
              <a:rPr lang="en-US" dirty="0" err="1">
                <a:effectLst/>
              </a:rPr>
              <a:t>ut</a:t>
            </a:r>
            <a:r>
              <a:rPr lang="en-US" dirty="0">
                <a:effectLst/>
              </a:rPr>
              <a:t> </a:t>
            </a:r>
            <a:r>
              <a:rPr lang="en-US" dirty="0" err="1">
                <a:effectLst/>
              </a:rPr>
              <a:t>facilisis</a:t>
            </a:r>
            <a:r>
              <a:rPr lang="en-US" dirty="0">
                <a:effectLst/>
              </a:rPr>
              <a:t> dui </a:t>
            </a:r>
            <a:r>
              <a:rPr lang="en-US" dirty="0" err="1">
                <a:effectLst/>
              </a:rPr>
              <a:t>lobortis</a:t>
            </a:r>
            <a:r>
              <a:rPr lang="en-US" dirty="0">
                <a:effectLst/>
              </a:rPr>
              <a:t> </a:t>
            </a:r>
            <a:r>
              <a:rPr lang="en-US" dirty="0" err="1">
                <a:effectLst/>
              </a:rPr>
              <a:t>eu</a:t>
            </a:r>
            <a:r>
              <a:rPr lang="en-US" dirty="0">
                <a:effectLst/>
              </a:rPr>
              <a:t>.</a:t>
            </a:r>
            <a:endParaRPr lang="en-US" dirty="0"/>
          </a:p>
        </p:txBody>
      </p:sp>
      <p:sp>
        <p:nvSpPr>
          <p:cNvPr id="3" name="TextBox 2">
            <a:extLst>
              <a:ext uri="{FF2B5EF4-FFF2-40B4-BE49-F238E27FC236}">
                <a16:creationId xmlns:a16="http://schemas.microsoft.com/office/drawing/2014/main" id="{F487057E-4DC4-49E7-F8DE-52C2102F0710}"/>
              </a:ext>
            </a:extLst>
          </p:cNvPr>
          <p:cNvSpPr txBox="1"/>
          <p:nvPr userDrawn="1"/>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latin typeface="+mn-lt"/>
              </a:rPr>
              <a:t>‹#›</a:t>
            </a:fld>
            <a:endParaRPr lang="en-US" sz="800" b="1" i="0" dirty="0">
              <a:latin typeface="+mn-lt"/>
            </a:endParaRPr>
          </a:p>
        </p:txBody>
      </p:sp>
      <p:sp>
        <p:nvSpPr>
          <p:cNvPr id="9" name="Arc 11">
            <a:extLst>
              <a:ext uri="{FF2B5EF4-FFF2-40B4-BE49-F238E27FC236}">
                <a16:creationId xmlns:a16="http://schemas.microsoft.com/office/drawing/2014/main" id="{E5977A85-41BA-32FC-784F-74EC2CBE8AD3}"/>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4" name="Arc 11">
            <a:extLst>
              <a:ext uri="{FF2B5EF4-FFF2-40B4-BE49-F238E27FC236}">
                <a16:creationId xmlns:a16="http://schemas.microsoft.com/office/drawing/2014/main" id="{289D93EB-9EBF-F300-1DD4-3437BAC6413B}"/>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2" name="Arc 11">
            <a:extLst>
              <a:ext uri="{FF2B5EF4-FFF2-40B4-BE49-F238E27FC236}">
                <a16:creationId xmlns:a16="http://schemas.microsoft.com/office/drawing/2014/main" id="{D8AD131C-F4B1-C6CE-696A-ACB37B5C0852}"/>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3" name="Arc 11">
            <a:extLst>
              <a:ext uri="{FF2B5EF4-FFF2-40B4-BE49-F238E27FC236}">
                <a16:creationId xmlns:a16="http://schemas.microsoft.com/office/drawing/2014/main" id="{DF34B8FE-9150-4EEF-2D8E-DA515AE04501}"/>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8" name="Text Placeholder 16">
            <a:extLst>
              <a:ext uri="{FF2B5EF4-FFF2-40B4-BE49-F238E27FC236}">
                <a16:creationId xmlns:a16="http://schemas.microsoft.com/office/drawing/2014/main" id="{A472E6A9-BB6F-1547-A5E8-86E1D1DFC1A5}"/>
              </a:ext>
            </a:extLst>
          </p:cNvPr>
          <p:cNvSpPr>
            <a:spLocks noGrp="1"/>
          </p:cNvSpPr>
          <p:nvPr>
            <p:ph type="body" sz="quarter" idx="12" hasCustomPrompt="1"/>
          </p:nvPr>
        </p:nvSpPr>
        <p:spPr>
          <a:xfrm>
            <a:off x="449351" y="398928"/>
            <a:ext cx="8405486" cy="381001"/>
          </a:xfrm>
          <a:prstGeom prst="rect">
            <a:avLst/>
          </a:prstGeom>
        </p:spPr>
        <p:txBody>
          <a:bodyPr anchor="ctr">
            <a:noAutofit/>
          </a:bodyPr>
          <a:lstStyle>
            <a:lvl1pPr marL="45720" indent="0">
              <a:buNone/>
              <a:defRPr sz="2200" b="1" i="0">
                <a:solidFill>
                  <a:srgbClr val="440099"/>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2" name="TextBox 1">
            <a:extLst>
              <a:ext uri="{FF2B5EF4-FFF2-40B4-BE49-F238E27FC236}">
                <a16:creationId xmlns:a16="http://schemas.microsoft.com/office/drawing/2014/main" id="{53738AD1-96C3-E284-DADC-2ACB890A4AB2}"/>
              </a:ext>
            </a:extLst>
          </p:cNvPr>
          <p:cNvSpPr txBox="1"/>
          <p:nvPr userDrawn="1"/>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
        <p:nvSpPr>
          <p:cNvPr id="15" name="Arc 11">
            <a:extLst>
              <a:ext uri="{FF2B5EF4-FFF2-40B4-BE49-F238E27FC236}">
                <a16:creationId xmlns:a16="http://schemas.microsoft.com/office/drawing/2014/main" id="{1CC85462-C12E-DCE0-6A24-B806105C676E}"/>
              </a:ext>
            </a:extLst>
          </p:cNvPr>
          <p:cNvSpPr/>
          <p:nvPr userDrawn="1"/>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6" name="Arc 11">
            <a:extLst>
              <a:ext uri="{FF2B5EF4-FFF2-40B4-BE49-F238E27FC236}">
                <a16:creationId xmlns:a16="http://schemas.microsoft.com/office/drawing/2014/main" id="{32926B81-5638-866D-A513-541055511C9F}"/>
              </a:ext>
            </a:extLst>
          </p:cNvPr>
          <p:cNvSpPr/>
          <p:nvPr userDrawn="1"/>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Tree>
    <p:extLst>
      <p:ext uri="{BB962C8B-B14F-4D97-AF65-F5344CB8AC3E}">
        <p14:creationId xmlns:p14="http://schemas.microsoft.com/office/powerpoint/2010/main" val="2016470912"/>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3_Content_Text_&amp;_Image-1">
    <p:bg>
      <p:bgRef idx="1001">
        <a:schemeClr val="bg1"/>
      </p:bgRef>
    </p:bg>
    <p:spTree>
      <p:nvGrpSpPr>
        <p:cNvPr id="1" name=""/>
        <p:cNvGrpSpPr/>
        <p:nvPr/>
      </p:nvGrpSpPr>
      <p:grpSpPr>
        <a:xfrm>
          <a:off x="0" y="0"/>
          <a:ext cx="0" cy="0"/>
          <a:chOff x="0" y="0"/>
          <a:chExt cx="0" cy="0"/>
        </a:xfrm>
      </p:grpSpPr>
      <p:pic>
        <p:nvPicPr>
          <p:cNvPr id="10" name="Picture 9" descr="A close-up of a football field  AI-generated content may be incorrect.">
            <a:extLst>
              <a:ext uri="{FF2B5EF4-FFF2-40B4-BE49-F238E27FC236}">
                <a16:creationId xmlns:a16="http://schemas.microsoft.com/office/drawing/2014/main" id="{2BA7A31C-4900-E7C4-37E5-14D593F8D442}"/>
              </a:ext>
            </a:extLst>
          </p:cNvPr>
          <p:cNvPicPr>
            <a:picLocks noGrp="1" noRot="1" noChangeAspect="1" noMove="1" noResize="1" noEditPoints="1" noAdjustHandles="1" noChangeArrowheads="1" noChangeShapeType="1" noCrop="1"/>
          </p:cNvPicPr>
          <p:nvPr/>
        </p:nvPicPr>
        <p:blipFill>
          <a:blip r:embed="rId2" cstate="screen">
            <a:extLst>
              <a:ext uri="{28A0092B-C50C-407E-A947-70E740481C1C}">
                <a14:useLocalDpi xmlns:a14="http://schemas.microsoft.com/office/drawing/2010/main"/>
              </a:ext>
            </a:extLst>
          </a:blip>
          <a:srcRect/>
          <a:stretch/>
        </p:blipFill>
        <p:spPr>
          <a:xfrm>
            <a:off x="0" y="1260474"/>
            <a:ext cx="6068255" cy="5597525"/>
          </a:xfrm>
          <a:prstGeom prst="rect">
            <a:avLst/>
          </a:prstGeom>
        </p:spPr>
      </p:pic>
      <p:sp>
        <p:nvSpPr>
          <p:cNvPr id="5" name="Process 4">
            <a:extLst>
              <a:ext uri="{FF2B5EF4-FFF2-40B4-BE49-F238E27FC236}">
                <a16:creationId xmlns:a16="http://schemas.microsoft.com/office/drawing/2014/main" id="{702124D0-3ECE-3545-6DE4-F9B12CE0DC2C}"/>
              </a:ext>
            </a:extLst>
          </p:cNvPr>
          <p:cNvSpPr>
            <a:spLocks noGrp="1" noRot="1" noMove="1" noResize="1" noEditPoints="1" noAdjustHandles="1" noChangeArrowheads="1" noChangeShapeType="1"/>
          </p:cNvSpPr>
          <p:nvPr/>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12" name="Arc 11">
            <a:extLst>
              <a:ext uri="{FF2B5EF4-FFF2-40B4-BE49-F238E27FC236}">
                <a16:creationId xmlns:a16="http://schemas.microsoft.com/office/drawing/2014/main" id="{04DD7991-F962-C1CD-1B70-FD0B6F8E28AD}"/>
              </a:ext>
            </a:extLst>
          </p:cNvPr>
          <p:cNvSpPr>
            <a:spLocks noGrp="1" noRot="1" noMove="1" noResize="1" noEditPoints="1" noAdjustHandles="1" noChangeArrowheads="1" noChangeShapeType="1"/>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3" name="Arc 11">
            <a:extLst>
              <a:ext uri="{FF2B5EF4-FFF2-40B4-BE49-F238E27FC236}">
                <a16:creationId xmlns:a16="http://schemas.microsoft.com/office/drawing/2014/main" id="{D87D93B1-025A-7212-05B1-00BE09AA861B}"/>
              </a:ext>
            </a:extLst>
          </p:cNvPr>
          <p:cNvSpPr>
            <a:spLocks noGrp="1" noRot="1" noMove="1" noResize="1" noEditPoints="1" noAdjustHandles="1" noChangeArrowheads="1" noChangeShapeType="1"/>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pic>
        <p:nvPicPr>
          <p:cNvPr id="11" name="Graphic 10">
            <a:extLst>
              <a:ext uri="{FF2B5EF4-FFF2-40B4-BE49-F238E27FC236}">
                <a16:creationId xmlns:a16="http://schemas.microsoft.com/office/drawing/2014/main" id="{3A796EBE-B2D0-5C11-1F6A-ED0B98A8D06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10607" y="222069"/>
            <a:ext cx="1318093" cy="323306"/>
          </a:xfrm>
          <a:prstGeom prst="rect">
            <a:avLst/>
          </a:prstGeom>
        </p:spPr>
      </p:pic>
      <p:sp>
        <p:nvSpPr>
          <p:cNvPr id="3" name="TextBox 2">
            <a:extLst>
              <a:ext uri="{FF2B5EF4-FFF2-40B4-BE49-F238E27FC236}">
                <a16:creationId xmlns:a16="http://schemas.microsoft.com/office/drawing/2014/main" id="{F487057E-4DC4-49E7-F8DE-52C2102F0710}"/>
              </a:ext>
            </a:extLst>
          </p:cNvPr>
          <p:cNvSpPr txBox="1"/>
          <p:nvPr userDrawn="1"/>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latin typeface="+mn-lt"/>
              </a:rPr>
              <a:t>‹#›</a:t>
            </a:fld>
            <a:endParaRPr lang="en-US" sz="800" b="1" i="0" dirty="0">
              <a:latin typeface="+mn-lt"/>
            </a:endParaRPr>
          </a:p>
        </p:txBody>
      </p:sp>
      <p:sp>
        <p:nvSpPr>
          <p:cNvPr id="9" name="Arc 11">
            <a:extLst>
              <a:ext uri="{FF2B5EF4-FFF2-40B4-BE49-F238E27FC236}">
                <a16:creationId xmlns:a16="http://schemas.microsoft.com/office/drawing/2014/main" id="{E5977A85-41BA-32FC-784F-74EC2CBE8AD3}"/>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4" name="Arc 11">
            <a:extLst>
              <a:ext uri="{FF2B5EF4-FFF2-40B4-BE49-F238E27FC236}">
                <a16:creationId xmlns:a16="http://schemas.microsoft.com/office/drawing/2014/main" id="{289D93EB-9EBF-F300-1DD4-3437BAC6413B}"/>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2" name="Arc 11">
            <a:extLst>
              <a:ext uri="{FF2B5EF4-FFF2-40B4-BE49-F238E27FC236}">
                <a16:creationId xmlns:a16="http://schemas.microsoft.com/office/drawing/2014/main" id="{D8AD131C-F4B1-C6CE-696A-ACB37B5C0852}"/>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3" name="Arc 11">
            <a:extLst>
              <a:ext uri="{FF2B5EF4-FFF2-40B4-BE49-F238E27FC236}">
                <a16:creationId xmlns:a16="http://schemas.microsoft.com/office/drawing/2014/main" id="{DF34B8FE-9150-4EEF-2D8E-DA515AE04501}"/>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 name="Text Placeholder 16">
            <a:extLst>
              <a:ext uri="{FF2B5EF4-FFF2-40B4-BE49-F238E27FC236}">
                <a16:creationId xmlns:a16="http://schemas.microsoft.com/office/drawing/2014/main" id="{C81ADB51-EC66-EB07-9645-916E46ACDCA1}"/>
              </a:ext>
            </a:extLst>
          </p:cNvPr>
          <p:cNvSpPr>
            <a:spLocks noGrp="1"/>
          </p:cNvSpPr>
          <p:nvPr>
            <p:ph type="body" sz="quarter" idx="17" hasCustomPrompt="1"/>
          </p:nvPr>
        </p:nvSpPr>
        <p:spPr>
          <a:xfrm>
            <a:off x="449351" y="380998"/>
            <a:ext cx="8260696" cy="381001"/>
          </a:xfrm>
          <a:prstGeom prst="rect">
            <a:avLst/>
          </a:prstGeom>
        </p:spPr>
        <p:txBody>
          <a:bodyPr anchor="b">
            <a:noAutofit/>
          </a:bodyPr>
          <a:lstStyle>
            <a:lvl1pPr marL="45720" indent="0">
              <a:buNone/>
              <a:defRPr sz="2200" b="1" i="0">
                <a:solidFill>
                  <a:srgbClr val="440099"/>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8" name="Text Placeholder 16">
            <a:extLst>
              <a:ext uri="{FF2B5EF4-FFF2-40B4-BE49-F238E27FC236}">
                <a16:creationId xmlns:a16="http://schemas.microsoft.com/office/drawing/2014/main" id="{F667A882-D99B-8FCE-6C7F-892695C6EBF2}"/>
              </a:ext>
            </a:extLst>
          </p:cNvPr>
          <p:cNvSpPr>
            <a:spLocks noGrp="1"/>
          </p:cNvSpPr>
          <p:nvPr>
            <p:ph type="body" sz="quarter" idx="15" hasCustomPrompt="1"/>
          </p:nvPr>
        </p:nvSpPr>
        <p:spPr>
          <a:xfrm>
            <a:off x="449351" y="837300"/>
            <a:ext cx="8260696" cy="381001"/>
          </a:xfrm>
          <a:prstGeom prst="rect">
            <a:avLst/>
          </a:prstGeom>
        </p:spPr>
        <p:txBody>
          <a:bodyPr anchor="t">
            <a:noAutofit/>
          </a:bodyPr>
          <a:lstStyle>
            <a:lvl1pPr marL="45720" indent="0">
              <a:buNone/>
              <a:defRPr sz="1400" b="0" i="0">
                <a:solidFill>
                  <a:schemeClr val="tx1"/>
                </a:solidFill>
                <a:latin typeface="DM Sans Medium" pitchFamily="50" charset="0"/>
              </a:defRPr>
            </a:lvl1pPr>
            <a:lvl2pPr>
              <a:defRPr sz="3400"/>
            </a:lvl2pPr>
            <a:lvl3pPr>
              <a:defRPr sz="3400"/>
            </a:lvl3pPr>
            <a:lvl4pPr>
              <a:defRPr sz="3400"/>
            </a:lvl4pPr>
            <a:lvl5pPr>
              <a:defRPr sz="3400"/>
            </a:lvl5pPr>
          </a:lstStyle>
          <a:p>
            <a:pPr lvl="0"/>
            <a:r>
              <a:rPr lang="en-US" dirty="0"/>
              <a:t>Title Goes Here (H2*)</a:t>
            </a:r>
          </a:p>
        </p:txBody>
      </p:sp>
      <p:sp>
        <p:nvSpPr>
          <p:cNvPr id="17" name="Text Placeholder 8">
            <a:extLst>
              <a:ext uri="{FF2B5EF4-FFF2-40B4-BE49-F238E27FC236}">
                <a16:creationId xmlns:a16="http://schemas.microsoft.com/office/drawing/2014/main" id="{B1F84388-647F-808B-63A4-91963A50EF6A}"/>
              </a:ext>
            </a:extLst>
          </p:cNvPr>
          <p:cNvSpPr>
            <a:spLocks noGrp="1"/>
          </p:cNvSpPr>
          <p:nvPr>
            <p:ph type="body" sz="quarter" idx="14" hasCustomPrompt="1"/>
          </p:nvPr>
        </p:nvSpPr>
        <p:spPr>
          <a:xfrm>
            <a:off x="6479655" y="2682559"/>
            <a:ext cx="5348807" cy="308509"/>
          </a:xfrm>
        </p:spPr>
        <p:txBody>
          <a:bodyPr lIns="0" tIns="0" rIns="0" bIns="0" anchor="b">
            <a:noAutofit/>
          </a:bodyPr>
          <a:lstStyle>
            <a:lvl1pPr marL="0" indent="0">
              <a:lnSpc>
                <a:spcPct val="100000"/>
              </a:lnSpc>
              <a:spcBef>
                <a:spcPts val="0"/>
              </a:spcBef>
              <a:spcAft>
                <a:spcPts val="600"/>
              </a:spcAft>
              <a:buFont typeface="DM Sans" panose="020B0604020202020204" pitchFamily="34" charset="0"/>
              <a:buNone/>
              <a:defRPr sz="1300" b="1">
                <a:latin typeface="+mn-lt"/>
              </a:defRPr>
            </a:lvl1pPr>
          </a:lstStyle>
          <a:p>
            <a:pPr lvl="0"/>
            <a:r>
              <a:rPr lang="en-US"/>
              <a:t>Lorem ipsum dolor sit </a:t>
            </a:r>
            <a:r>
              <a:rPr lang="en-US" err="1"/>
              <a:t>amet</a:t>
            </a:r>
            <a:endParaRPr lang="en-US"/>
          </a:p>
        </p:txBody>
      </p:sp>
      <p:sp>
        <p:nvSpPr>
          <p:cNvPr id="18" name="Text Placeholder 8">
            <a:extLst>
              <a:ext uri="{FF2B5EF4-FFF2-40B4-BE49-F238E27FC236}">
                <a16:creationId xmlns:a16="http://schemas.microsoft.com/office/drawing/2014/main" id="{AAFBB851-9AB2-F65E-20AB-DBA410317241}"/>
              </a:ext>
            </a:extLst>
          </p:cNvPr>
          <p:cNvSpPr>
            <a:spLocks noGrp="1"/>
          </p:cNvSpPr>
          <p:nvPr>
            <p:ph type="body" sz="quarter" idx="16" hasCustomPrompt="1"/>
          </p:nvPr>
        </p:nvSpPr>
        <p:spPr>
          <a:xfrm>
            <a:off x="6479655" y="3102964"/>
            <a:ext cx="5348807" cy="2812414"/>
          </a:xfrm>
        </p:spPr>
        <p:txBody>
          <a:bodyPr lIns="0" tIns="0" rIns="0" bIns="0" anchor="t">
            <a:noAutofit/>
          </a:bodyPr>
          <a:lstStyle>
            <a:lvl1pPr marL="0" indent="0">
              <a:lnSpc>
                <a:spcPct val="100000"/>
              </a:lnSpc>
              <a:spcBef>
                <a:spcPts val="0"/>
              </a:spcBef>
              <a:spcAft>
                <a:spcPts val="600"/>
              </a:spcAft>
              <a:buFont typeface="DM Sans" panose="020B0604020202020204" pitchFamily="34" charset="0"/>
              <a:buNone/>
              <a:defRPr sz="1300" b="0">
                <a:latin typeface="+mn-lt"/>
              </a:defRPr>
            </a:lvl1pPr>
          </a:lstStyle>
          <a:p>
            <a:pPr lvl="0"/>
            <a:r>
              <a:rPr lang="en-US" dirty="0" err="1">
                <a:effectLst/>
              </a:rPr>
              <a:t>Consectetur</a:t>
            </a:r>
            <a:r>
              <a:rPr lang="en-US" dirty="0">
                <a:effectLst/>
              </a:rPr>
              <a:t> </a:t>
            </a:r>
            <a:r>
              <a:rPr lang="en-US" dirty="0" err="1">
                <a:effectLst/>
              </a:rPr>
              <a:t>adipiscing</a:t>
            </a:r>
            <a:r>
              <a:rPr lang="en-US" dirty="0">
                <a:effectLst/>
              </a:rPr>
              <a:t> </a:t>
            </a:r>
            <a:r>
              <a:rPr lang="en-US" dirty="0" err="1">
                <a:effectLst/>
              </a:rPr>
              <a:t>elit</a:t>
            </a:r>
            <a:r>
              <a:rPr lang="en-US" dirty="0">
                <a:effectLst/>
              </a:rPr>
              <a:t>. Ut sed </a:t>
            </a:r>
            <a:r>
              <a:rPr lang="en-US" dirty="0" err="1">
                <a:effectLst/>
              </a:rPr>
              <a:t>orci</a:t>
            </a:r>
            <a:r>
              <a:rPr lang="en-US" dirty="0">
                <a:effectLst/>
              </a:rPr>
              <a:t> </a:t>
            </a:r>
            <a:r>
              <a:rPr lang="en-US" dirty="0" err="1">
                <a:effectLst/>
              </a:rPr>
              <a:t>molestie</a:t>
            </a:r>
            <a:r>
              <a:rPr lang="en-US" dirty="0">
                <a:effectLst/>
              </a:rPr>
              <a:t>, </a:t>
            </a:r>
            <a:r>
              <a:rPr lang="en-US" dirty="0" err="1">
                <a:effectLst/>
              </a:rPr>
              <a:t>varius</a:t>
            </a:r>
            <a:r>
              <a:rPr lang="en-US" dirty="0">
                <a:effectLst/>
              </a:rPr>
              <a:t> </a:t>
            </a:r>
            <a:r>
              <a:rPr lang="en-US" dirty="0" err="1">
                <a:effectLst/>
              </a:rPr>
              <a:t>lectus</a:t>
            </a:r>
            <a:r>
              <a:rPr lang="en-US" dirty="0">
                <a:effectLst/>
              </a:rPr>
              <a:t> et, </a:t>
            </a:r>
            <a:r>
              <a:rPr lang="en-US" dirty="0" err="1">
                <a:effectLst/>
              </a:rPr>
              <a:t>facilisis</a:t>
            </a:r>
            <a:r>
              <a:rPr lang="en-US" dirty="0">
                <a:effectLst/>
              </a:rPr>
              <a:t> </a:t>
            </a:r>
            <a:r>
              <a:rPr lang="en-US" dirty="0" err="1">
                <a:effectLst/>
              </a:rPr>
              <a:t>massa</a:t>
            </a:r>
            <a:r>
              <a:rPr lang="en-US" dirty="0">
                <a:effectLst/>
              </a:rPr>
              <a:t>. Sed </a:t>
            </a:r>
            <a:r>
              <a:rPr lang="en-US" dirty="0" err="1">
                <a:effectLst/>
              </a:rPr>
              <a:t>consequat</a:t>
            </a:r>
            <a:r>
              <a:rPr lang="en-US" dirty="0">
                <a:effectLst/>
              </a:rPr>
              <a:t>, nisi sed </a:t>
            </a:r>
            <a:r>
              <a:rPr lang="en-US" dirty="0" err="1">
                <a:effectLst/>
              </a:rPr>
              <a:t>bibendum</a:t>
            </a:r>
            <a:r>
              <a:rPr lang="en-US" dirty="0">
                <a:effectLst/>
              </a:rPr>
              <a:t> </a:t>
            </a:r>
            <a:r>
              <a:rPr lang="en-US" dirty="0" err="1">
                <a:effectLst/>
              </a:rPr>
              <a:t>mattis</a:t>
            </a:r>
            <a:r>
              <a:rPr lang="en-US" dirty="0">
                <a:effectLst/>
              </a:rPr>
              <a:t>, </a:t>
            </a:r>
            <a:r>
              <a:rPr lang="en-US" dirty="0" err="1">
                <a:effectLst/>
              </a:rPr>
              <a:t>tortor</a:t>
            </a:r>
            <a:r>
              <a:rPr lang="en-US" dirty="0">
                <a:effectLst/>
              </a:rPr>
              <a:t> </a:t>
            </a:r>
            <a:r>
              <a:rPr lang="en-US" dirty="0" err="1">
                <a:effectLst/>
              </a:rPr>
              <a:t>metus</a:t>
            </a:r>
            <a:r>
              <a:rPr lang="en-US" dirty="0">
                <a:effectLst/>
              </a:rPr>
              <a:t> </a:t>
            </a:r>
            <a:r>
              <a:rPr lang="en-US" dirty="0" err="1">
                <a:effectLst/>
              </a:rPr>
              <a:t>molestie</a:t>
            </a:r>
            <a:r>
              <a:rPr lang="en-US" dirty="0">
                <a:effectLst/>
              </a:rPr>
              <a:t> </a:t>
            </a:r>
            <a:r>
              <a:rPr lang="en-US" dirty="0" err="1">
                <a:effectLst/>
              </a:rPr>
              <a:t>nunc</a:t>
            </a:r>
            <a:r>
              <a:rPr lang="en-US" dirty="0">
                <a:effectLst/>
              </a:rPr>
              <a:t>, non </a:t>
            </a:r>
            <a:r>
              <a:rPr lang="en-US" dirty="0" err="1">
                <a:effectLst/>
              </a:rPr>
              <a:t>vehicula</a:t>
            </a:r>
            <a:r>
              <a:rPr lang="en-US" dirty="0">
                <a:effectLst/>
              </a:rPr>
              <a:t> </a:t>
            </a:r>
            <a:r>
              <a:rPr lang="en-US" dirty="0" err="1">
                <a:effectLst/>
              </a:rPr>
              <a:t>nulla</a:t>
            </a:r>
            <a:r>
              <a:rPr lang="en-US" dirty="0">
                <a:effectLst/>
              </a:rPr>
              <a:t> </a:t>
            </a:r>
            <a:r>
              <a:rPr lang="en-US" dirty="0" err="1">
                <a:effectLst/>
              </a:rPr>
              <a:t>erat</a:t>
            </a:r>
            <a:r>
              <a:rPr lang="en-US" dirty="0">
                <a:effectLst/>
              </a:rPr>
              <a:t> a magna. </a:t>
            </a:r>
            <a:r>
              <a:rPr lang="en-US" dirty="0" err="1">
                <a:effectLst/>
              </a:rPr>
              <a:t>Fusce</a:t>
            </a:r>
            <a:r>
              <a:rPr lang="en-US" dirty="0">
                <a:effectLst/>
              </a:rPr>
              <a:t> at dui </a:t>
            </a:r>
            <a:r>
              <a:rPr lang="en-US" dirty="0" err="1">
                <a:effectLst/>
              </a:rPr>
              <a:t>risus</a:t>
            </a:r>
            <a:r>
              <a:rPr lang="en-US" dirty="0">
                <a:effectLst/>
              </a:rPr>
              <a:t>. Proin </a:t>
            </a:r>
            <a:r>
              <a:rPr lang="en-US" dirty="0" err="1">
                <a:effectLst/>
              </a:rPr>
              <a:t>efficitur</a:t>
            </a:r>
            <a:r>
              <a:rPr lang="en-US" dirty="0">
                <a:effectLst/>
              </a:rPr>
              <a:t> </a:t>
            </a:r>
            <a:r>
              <a:rPr lang="en-US" dirty="0" err="1">
                <a:effectLst/>
              </a:rPr>
              <a:t>lectus</a:t>
            </a:r>
            <a:r>
              <a:rPr lang="en-US" dirty="0">
                <a:effectLst/>
              </a:rPr>
              <a:t> </a:t>
            </a:r>
            <a:r>
              <a:rPr lang="en-US" dirty="0" err="1">
                <a:effectLst/>
              </a:rPr>
              <a:t>neque</a:t>
            </a:r>
            <a:r>
              <a:rPr lang="en-US" dirty="0">
                <a:effectLst/>
              </a:rPr>
              <a:t>, </a:t>
            </a:r>
            <a:r>
              <a:rPr lang="en-US" dirty="0" err="1">
                <a:effectLst/>
              </a:rPr>
              <a:t>quis</a:t>
            </a:r>
            <a:r>
              <a:rPr lang="en-US" dirty="0">
                <a:effectLst/>
              </a:rPr>
              <a:t> semper </a:t>
            </a:r>
            <a:r>
              <a:rPr lang="en-US" dirty="0" err="1">
                <a:effectLst/>
              </a:rPr>
              <a:t>velit</a:t>
            </a:r>
            <a:r>
              <a:rPr lang="en-US" dirty="0">
                <a:effectLst/>
              </a:rPr>
              <a:t> </a:t>
            </a:r>
            <a:r>
              <a:rPr lang="en-US" dirty="0" err="1">
                <a:effectLst/>
              </a:rPr>
              <a:t>placerat</a:t>
            </a:r>
            <a:r>
              <a:rPr lang="en-US" dirty="0">
                <a:effectLst/>
              </a:rPr>
              <a:t> vel. Proin at </a:t>
            </a:r>
            <a:r>
              <a:rPr lang="en-US" dirty="0" err="1">
                <a:effectLst/>
              </a:rPr>
              <a:t>hendrerit</a:t>
            </a:r>
            <a:r>
              <a:rPr lang="en-US" dirty="0">
                <a:effectLst/>
              </a:rPr>
              <a:t> </a:t>
            </a:r>
            <a:r>
              <a:rPr lang="en-US" dirty="0" err="1">
                <a:effectLst/>
              </a:rPr>
              <a:t>tortor</a:t>
            </a:r>
            <a:r>
              <a:rPr lang="en-US" dirty="0">
                <a:effectLst/>
              </a:rPr>
              <a:t>, id tempus sem. </a:t>
            </a:r>
            <a:r>
              <a:rPr lang="en-US" dirty="0" err="1">
                <a:effectLst/>
              </a:rPr>
              <a:t>Suspendisse</a:t>
            </a:r>
            <a:r>
              <a:rPr lang="en-US" dirty="0">
                <a:effectLst/>
              </a:rPr>
              <a:t> non </a:t>
            </a:r>
            <a:r>
              <a:rPr lang="en-US" dirty="0" err="1">
                <a:effectLst/>
              </a:rPr>
              <a:t>lobortis</a:t>
            </a:r>
            <a:r>
              <a:rPr lang="en-US" dirty="0">
                <a:effectLst/>
              </a:rPr>
              <a:t> </a:t>
            </a:r>
            <a:r>
              <a:rPr lang="en-US" dirty="0" err="1">
                <a:effectLst/>
              </a:rPr>
              <a:t>augue</a:t>
            </a:r>
            <a:r>
              <a:rPr lang="en-US" dirty="0">
                <a:effectLst/>
              </a:rPr>
              <a:t>. Nunc </a:t>
            </a:r>
            <a:r>
              <a:rPr lang="en-US" dirty="0" err="1">
                <a:effectLst/>
              </a:rPr>
              <a:t>finibus</a:t>
            </a:r>
            <a:r>
              <a:rPr lang="en-US" dirty="0">
                <a:effectLst/>
              </a:rPr>
              <a:t> auctor </a:t>
            </a:r>
            <a:r>
              <a:rPr lang="en-US" dirty="0" err="1">
                <a:effectLst/>
              </a:rPr>
              <a:t>felis</a:t>
            </a:r>
            <a:r>
              <a:rPr lang="en-US" dirty="0">
                <a:effectLst/>
              </a:rPr>
              <a:t>, </a:t>
            </a:r>
            <a:r>
              <a:rPr lang="en-US" dirty="0" err="1">
                <a:effectLst/>
              </a:rPr>
              <a:t>eu</a:t>
            </a:r>
            <a:r>
              <a:rPr lang="en-US" dirty="0">
                <a:effectLst/>
              </a:rPr>
              <a:t> </a:t>
            </a:r>
            <a:r>
              <a:rPr lang="en-US" dirty="0" err="1">
                <a:effectLst/>
              </a:rPr>
              <a:t>egestas</a:t>
            </a:r>
            <a:r>
              <a:rPr lang="en-US" dirty="0">
                <a:effectLst/>
              </a:rPr>
              <a:t> </a:t>
            </a:r>
            <a:r>
              <a:rPr lang="en-US" dirty="0" err="1">
                <a:effectLst/>
              </a:rPr>
              <a:t>sem</a:t>
            </a:r>
            <a:r>
              <a:rPr lang="en-US" dirty="0">
                <a:effectLst/>
              </a:rPr>
              <a:t> </a:t>
            </a:r>
            <a:r>
              <a:rPr lang="en-US" dirty="0" err="1">
                <a:effectLst/>
              </a:rPr>
              <a:t>sollicitudin</a:t>
            </a:r>
            <a:r>
              <a:rPr lang="en-US" dirty="0">
                <a:effectLst/>
              </a:rPr>
              <a:t> </a:t>
            </a:r>
            <a:r>
              <a:rPr lang="en-US" dirty="0" err="1">
                <a:effectLst/>
              </a:rPr>
              <a:t>eget</a:t>
            </a:r>
            <a:r>
              <a:rPr lang="en-US" dirty="0">
                <a:effectLst/>
              </a:rPr>
              <a:t>. Donec </a:t>
            </a:r>
            <a:r>
              <a:rPr lang="en-US" dirty="0" err="1">
                <a:effectLst/>
              </a:rPr>
              <a:t>vehicula</a:t>
            </a:r>
            <a:r>
              <a:rPr lang="en-US" dirty="0">
                <a:effectLst/>
              </a:rPr>
              <a:t> </a:t>
            </a:r>
            <a:r>
              <a:rPr lang="en-US" dirty="0" err="1">
                <a:effectLst/>
              </a:rPr>
              <a:t>aliquet</a:t>
            </a:r>
            <a:r>
              <a:rPr lang="en-US" dirty="0">
                <a:effectLst/>
              </a:rPr>
              <a:t> ipsum </a:t>
            </a:r>
            <a:r>
              <a:rPr lang="en-US" dirty="0" err="1">
                <a:effectLst/>
              </a:rPr>
              <a:t>eu</a:t>
            </a:r>
            <a:r>
              <a:rPr lang="en-US" dirty="0">
                <a:effectLst/>
              </a:rPr>
              <a:t> </a:t>
            </a:r>
            <a:r>
              <a:rPr lang="en-US" dirty="0" err="1">
                <a:effectLst/>
              </a:rPr>
              <a:t>tincidunt</a:t>
            </a:r>
            <a:r>
              <a:rPr lang="en-US" dirty="0">
                <a:effectLst/>
              </a:rPr>
              <a:t>. </a:t>
            </a:r>
            <a:r>
              <a:rPr lang="en-US" dirty="0" err="1">
                <a:effectLst/>
              </a:rPr>
              <a:t>Curabitur</a:t>
            </a:r>
            <a:r>
              <a:rPr lang="en-US" dirty="0">
                <a:effectLst/>
              </a:rPr>
              <a:t> </a:t>
            </a:r>
            <a:r>
              <a:rPr lang="en-US" dirty="0" err="1">
                <a:effectLst/>
              </a:rPr>
              <a:t>tincidunt</a:t>
            </a:r>
            <a:r>
              <a:rPr lang="en-US" dirty="0">
                <a:effectLst/>
              </a:rPr>
              <a:t> </a:t>
            </a:r>
            <a:r>
              <a:rPr lang="en-US" dirty="0" err="1">
                <a:effectLst/>
              </a:rPr>
              <a:t>turpis</a:t>
            </a:r>
            <a:r>
              <a:rPr lang="en-US" dirty="0">
                <a:effectLst/>
              </a:rPr>
              <a:t> </a:t>
            </a:r>
            <a:r>
              <a:rPr lang="en-US" dirty="0" err="1">
                <a:effectLst/>
              </a:rPr>
              <a:t>neque</a:t>
            </a:r>
            <a:r>
              <a:rPr lang="en-US" dirty="0">
                <a:effectLst/>
              </a:rPr>
              <a:t>, vitae </a:t>
            </a:r>
            <a:r>
              <a:rPr lang="en-US" dirty="0" err="1">
                <a:effectLst/>
              </a:rPr>
              <a:t>placerat</a:t>
            </a:r>
            <a:r>
              <a:rPr lang="en-US" dirty="0">
                <a:effectLst/>
              </a:rPr>
              <a:t> </a:t>
            </a:r>
            <a:r>
              <a:rPr lang="en-US" dirty="0" err="1">
                <a:effectLst/>
              </a:rPr>
              <a:t>metus</a:t>
            </a:r>
            <a:r>
              <a:rPr lang="en-US" dirty="0">
                <a:effectLst/>
              </a:rPr>
              <a:t> tempus non. Nunc tempus </a:t>
            </a:r>
            <a:r>
              <a:rPr lang="en-US" dirty="0" err="1">
                <a:effectLst/>
              </a:rPr>
              <a:t>mauris</a:t>
            </a:r>
            <a:r>
              <a:rPr lang="en-US" dirty="0">
                <a:effectLst/>
              </a:rPr>
              <a:t> magna, at semper </a:t>
            </a:r>
            <a:r>
              <a:rPr lang="en-US" dirty="0" err="1">
                <a:effectLst/>
              </a:rPr>
              <a:t>nisl</a:t>
            </a:r>
            <a:r>
              <a:rPr lang="en-US" dirty="0">
                <a:effectLst/>
              </a:rPr>
              <a:t> </a:t>
            </a:r>
            <a:r>
              <a:rPr lang="en-US" dirty="0" err="1">
                <a:effectLst/>
              </a:rPr>
              <a:t>porttitor</a:t>
            </a:r>
            <a:r>
              <a:rPr lang="en-US" dirty="0">
                <a:effectLst/>
              </a:rPr>
              <a:t> in. Sed et </a:t>
            </a:r>
            <a:r>
              <a:rPr lang="en-US" dirty="0" err="1">
                <a:effectLst/>
              </a:rPr>
              <a:t>mattis</a:t>
            </a:r>
            <a:r>
              <a:rPr lang="en-US" dirty="0">
                <a:effectLst/>
              </a:rPr>
              <a:t> est. </a:t>
            </a:r>
            <a:r>
              <a:rPr lang="en-US" dirty="0" err="1">
                <a:effectLst/>
              </a:rPr>
              <a:t>Nullam</a:t>
            </a:r>
            <a:r>
              <a:rPr lang="en-US" dirty="0">
                <a:effectLst/>
              </a:rPr>
              <a:t> </a:t>
            </a:r>
            <a:r>
              <a:rPr lang="en-US" dirty="0" err="1">
                <a:effectLst/>
              </a:rPr>
              <a:t>rutrum</a:t>
            </a:r>
            <a:r>
              <a:rPr lang="en-US" dirty="0">
                <a:effectLst/>
              </a:rPr>
              <a:t> </a:t>
            </a:r>
            <a:r>
              <a:rPr lang="en-US" dirty="0" err="1">
                <a:effectLst/>
              </a:rPr>
              <a:t>lectus</a:t>
            </a:r>
            <a:r>
              <a:rPr lang="en-US" dirty="0">
                <a:effectLst/>
              </a:rPr>
              <a:t> </a:t>
            </a:r>
            <a:r>
              <a:rPr lang="en-US" dirty="0" err="1">
                <a:effectLst/>
              </a:rPr>
              <a:t>arcu</a:t>
            </a:r>
            <a:r>
              <a:rPr lang="en-US" dirty="0">
                <a:effectLst/>
              </a:rPr>
              <a:t>, </a:t>
            </a:r>
            <a:r>
              <a:rPr lang="en-US" dirty="0" err="1">
                <a:effectLst/>
              </a:rPr>
              <a:t>ut</a:t>
            </a:r>
            <a:r>
              <a:rPr lang="en-US" dirty="0">
                <a:effectLst/>
              </a:rPr>
              <a:t> </a:t>
            </a:r>
            <a:r>
              <a:rPr lang="en-US" dirty="0" err="1">
                <a:effectLst/>
              </a:rPr>
              <a:t>facilisis</a:t>
            </a:r>
            <a:r>
              <a:rPr lang="en-US" dirty="0">
                <a:effectLst/>
              </a:rPr>
              <a:t> dui </a:t>
            </a:r>
            <a:r>
              <a:rPr lang="en-US" dirty="0" err="1">
                <a:effectLst/>
              </a:rPr>
              <a:t>lobortis</a:t>
            </a:r>
            <a:r>
              <a:rPr lang="en-US" dirty="0">
                <a:effectLst/>
              </a:rPr>
              <a:t> </a:t>
            </a:r>
            <a:r>
              <a:rPr lang="en-US" dirty="0" err="1">
                <a:effectLst/>
              </a:rPr>
              <a:t>eu</a:t>
            </a:r>
            <a:r>
              <a:rPr lang="en-US" dirty="0">
                <a:effectLst/>
              </a:rPr>
              <a:t>.</a:t>
            </a:r>
            <a:endParaRPr lang="en-US" dirty="0"/>
          </a:p>
        </p:txBody>
      </p:sp>
      <p:sp>
        <p:nvSpPr>
          <p:cNvPr id="4" name="TextBox 3">
            <a:extLst>
              <a:ext uri="{FF2B5EF4-FFF2-40B4-BE49-F238E27FC236}">
                <a16:creationId xmlns:a16="http://schemas.microsoft.com/office/drawing/2014/main" id="{72CE9ABB-7DC9-0351-0F3B-64368FD06D89}"/>
              </a:ext>
            </a:extLst>
          </p:cNvPr>
          <p:cNvSpPr txBox="1"/>
          <p:nvPr userDrawn="1"/>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
        <p:nvSpPr>
          <p:cNvPr id="6" name="Arc 11">
            <a:extLst>
              <a:ext uri="{FF2B5EF4-FFF2-40B4-BE49-F238E27FC236}">
                <a16:creationId xmlns:a16="http://schemas.microsoft.com/office/drawing/2014/main" id="{8F6AD8DC-72D2-47AD-B899-561B17B98AF1}"/>
              </a:ext>
            </a:extLst>
          </p:cNvPr>
          <p:cNvSpPr/>
          <p:nvPr userDrawn="1"/>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7" name="Arc 11">
            <a:extLst>
              <a:ext uri="{FF2B5EF4-FFF2-40B4-BE49-F238E27FC236}">
                <a16:creationId xmlns:a16="http://schemas.microsoft.com/office/drawing/2014/main" id="{3044BC99-7D95-186D-AEA3-6A9AE15B861E}"/>
              </a:ext>
            </a:extLst>
          </p:cNvPr>
          <p:cNvSpPr/>
          <p:nvPr userDrawn="1"/>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Tree>
    <p:extLst>
      <p:ext uri="{BB962C8B-B14F-4D97-AF65-F5344CB8AC3E}">
        <p14:creationId xmlns:p14="http://schemas.microsoft.com/office/powerpoint/2010/main" val="3027656610"/>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_Content_Text_&amp;_Image-2">
    <p:bg>
      <p:bgRef idx="1001">
        <a:schemeClr val="bg1"/>
      </p:bgRef>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BCA0E888-E497-4125-A26E-A8AEC30A6A60}"/>
              </a:ext>
            </a:extLst>
          </p:cNvPr>
          <p:cNvPicPr>
            <a:picLocks noGrp="1" noRot="1" noChangeAspect="1" noMove="1" noResize="1" noEditPoints="1" noAdjustHandles="1" noChangeArrowheads="1" noChangeShapeType="1" noCrop="1"/>
          </p:cNvPicPr>
          <p:nvPr/>
        </p:nvPicPr>
        <p:blipFill>
          <a:blip r:embed="rId2" cstate="screen">
            <a:extLst>
              <a:ext uri="{28A0092B-C50C-407E-A947-70E740481C1C}">
                <a14:useLocalDpi xmlns:a14="http://schemas.microsoft.com/office/drawing/2010/main"/>
              </a:ext>
            </a:extLst>
          </a:blip>
          <a:srcRect/>
          <a:stretch/>
        </p:blipFill>
        <p:spPr>
          <a:xfrm>
            <a:off x="0" y="1260474"/>
            <a:ext cx="6068255" cy="5597525"/>
          </a:xfrm>
          <a:prstGeom prst="rect">
            <a:avLst/>
          </a:prstGeom>
        </p:spPr>
      </p:pic>
      <p:sp>
        <p:nvSpPr>
          <p:cNvPr id="5" name="Process 4">
            <a:extLst>
              <a:ext uri="{FF2B5EF4-FFF2-40B4-BE49-F238E27FC236}">
                <a16:creationId xmlns:a16="http://schemas.microsoft.com/office/drawing/2014/main" id="{702124D0-3ECE-3545-6DE4-F9B12CE0DC2C}"/>
              </a:ext>
            </a:extLst>
          </p:cNvPr>
          <p:cNvSpPr>
            <a:spLocks noGrp="1" noRot="1" noMove="1" noResize="1" noEditPoints="1" noAdjustHandles="1" noChangeArrowheads="1" noChangeShapeType="1"/>
          </p:cNvSpPr>
          <p:nvPr userDrawn="1"/>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12" name="Arc 11">
            <a:extLst>
              <a:ext uri="{FF2B5EF4-FFF2-40B4-BE49-F238E27FC236}">
                <a16:creationId xmlns:a16="http://schemas.microsoft.com/office/drawing/2014/main" id="{04DD7991-F962-C1CD-1B70-FD0B6F8E28AD}"/>
              </a:ext>
            </a:extLst>
          </p:cNvPr>
          <p:cNvSpPr>
            <a:spLocks noGrp="1" noRot="1" noMove="1" noResize="1" noEditPoints="1" noAdjustHandles="1" noChangeArrowheads="1" noChangeShapeType="1"/>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3" name="Arc 11">
            <a:extLst>
              <a:ext uri="{FF2B5EF4-FFF2-40B4-BE49-F238E27FC236}">
                <a16:creationId xmlns:a16="http://schemas.microsoft.com/office/drawing/2014/main" id="{D87D93B1-025A-7212-05B1-00BE09AA861B}"/>
              </a:ext>
            </a:extLst>
          </p:cNvPr>
          <p:cNvSpPr>
            <a:spLocks noGrp="1" noRot="1" noMove="1" noResize="1" noEditPoints="1" noAdjustHandles="1" noChangeArrowheads="1" noChangeShapeType="1"/>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pic>
        <p:nvPicPr>
          <p:cNvPr id="11" name="Graphic 10">
            <a:extLst>
              <a:ext uri="{FF2B5EF4-FFF2-40B4-BE49-F238E27FC236}">
                <a16:creationId xmlns:a16="http://schemas.microsoft.com/office/drawing/2014/main" id="{3A796EBE-B2D0-5C11-1F6A-ED0B98A8D06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10607" y="222069"/>
            <a:ext cx="1318093" cy="323306"/>
          </a:xfrm>
          <a:prstGeom prst="rect">
            <a:avLst/>
          </a:prstGeom>
        </p:spPr>
      </p:pic>
      <p:pic>
        <p:nvPicPr>
          <p:cNvPr id="2" name="Picture 1">
            <a:extLst>
              <a:ext uri="{FF2B5EF4-FFF2-40B4-BE49-F238E27FC236}">
                <a16:creationId xmlns:a16="http://schemas.microsoft.com/office/drawing/2014/main" id="{FAB5DF2D-D37E-24E4-12AC-8D6F920746A7}"/>
              </a:ext>
            </a:extLst>
          </p:cNvPr>
          <p:cNvPicPr/>
          <p:nvPr/>
        </p:nvPicPr>
        <p:blipFill>
          <a:blip r:embed="rId2" cstate="screen">
            <a:extLst>
              <a:ext uri="{28A0092B-C50C-407E-A947-70E740481C1C}">
                <a14:useLocalDpi xmlns:a14="http://schemas.microsoft.com/office/drawing/2010/main"/>
              </a:ext>
            </a:extLst>
          </a:blip>
          <a:srcRect/>
          <a:stretch/>
        </p:blipFill>
        <p:spPr>
          <a:xfrm>
            <a:off x="0" y="1260474"/>
            <a:ext cx="6068255" cy="5597525"/>
          </a:xfrm>
          <a:prstGeom prst="rect">
            <a:avLst/>
          </a:prstGeom>
        </p:spPr>
      </p:pic>
      <p:sp>
        <p:nvSpPr>
          <p:cNvPr id="9" name="Arc 11">
            <a:extLst>
              <a:ext uri="{FF2B5EF4-FFF2-40B4-BE49-F238E27FC236}">
                <a16:creationId xmlns:a16="http://schemas.microsoft.com/office/drawing/2014/main" id="{E9E1D76C-5B78-5268-29AB-A7E1B2FD09BF}"/>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0" name="Arc 11">
            <a:extLst>
              <a:ext uri="{FF2B5EF4-FFF2-40B4-BE49-F238E27FC236}">
                <a16:creationId xmlns:a16="http://schemas.microsoft.com/office/drawing/2014/main" id="{B74288A5-FCF9-751B-43F8-E41EEF143ADD}"/>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pic>
        <p:nvPicPr>
          <p:cNvPr id="20" name="Picture 19">
            <a:extLst>
              <a:ext uri="{FF2B5EF4-FFF2-40B4-BE49-F238E27FC236}">
                <a16:creationId xmlns:a16="http://schemas.microsoft.com/office/drawing/2014/main" id="{BF764F08-B1A2-3949-2206-A861527350CD}"/>
              </a:ext>
            </a:extLst>
          </p:cNvPr>
          <p:cNvPicPr/>
          <p:nvPr/>
        </p:nvPicPr>
        <p:blipFill>
          <a:blip r:embed="rId2" cstate="screen">
            <a:extLst>
              <a:ext uri="{28A0092B-C50C-407E-A947-70E740481C1C}">
                <a14:useLocalDpi xmlns:a14="http://schemas.microsoft.com/office/drawing/2010/main"/>
              </a:ext>
            </a:extLst>
          </a:blip>
          <a:srcRect/>
          <a:stretch/>
        </p:blipFill>
        <p:spPr>
          <a:xfrm>
            <a:off x="0" y="1260474"/>
            <a:ext cx="6068255" cy="5597525"/>
          </a:xfrm>
          <a:prstGeom prst="rect">
            <a:avLst/>
          </a:prstGeom>
        </p:spPr>
      </p:pic>
      <p:sp>
        <p:nvSpPr>
          <p:cNvPr id="22" name="Arc 11">
            <a:extLst>
              <a:ext uri="{FF2B5EF4-FFF2-40B4-BE49-F238E27FC236}">
                <a16:creationId xmlns:a16="http://schemas.microsoft.com/office/drawing/2014/main" id="{3B06C35C-E58D-2B53-98AF-B9A38DE91E9B}"/>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3" name="Arc 11">
            <a:extLst>
              <a:ext uri="{FF2B5EF4-FFF2-40B4-BE49-F238E27FC236}">
                <a16:creationId xmlns:a16="http://schemas.microsoft.com/office/drawing/2014/main" id="{1CB0F631-85C4-1620-A3DC-CD8ECC1910B1}"/>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8" name="TextBox 27">
            <a:extLst>
              <a:ext uri="{FF2B5EF4-FFF2-40B4-BE49-F238E27FC236}">
                <a16:creationId xmlns:a16="http://schemas.microsoft.com/office/drawing/2014/main" id="{8C84CF7D-4D1B-692A-FA59-64855D593277}"/>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tx1"/>
                </a:solidFill>
                <a:latin typeface="+mn-lt"/>
              </a:rPr>
              <a:t>‹#›</a:t>
            </a:fld>
            <a:endParaRPr lang="en-US" sz="800" b="1" i="0" dirty="0">
              <a:solidFill>
                <a:schemeClr val="tx1"/>
              </a:solidFill>
              <a:latin typeface="+mn-lt"/>
            </a:endParaRPr>
          </a:p>
        </p:txBody>
      </p:sp>
      <p:sp>
        <p:nvSpPr>
          <p:cNvPr id="4" name="Text Placeholder 16">
            <a:extLst>
              <a:ext uri="{FF2B5EF4-FFF2-40B4-BE49-F238E27FC236}">
                <a16:creationId xmlns:a16="http://schemas.microsoft.com/office/drawing/2014/main" id="{533A066D-6AA4-ECDE-16B7-3FC729D4401F}"/>
              </a:ext>
            </a:extLst>
          </p:cNvPr>
          <p:cNvSpPr>
            <a:spLocks noGrp="1"/>
          </p:cNvSpPr>
          <p:nvPr>
            <p:ph type="body" sz="quarter" idx="12" hasCustomPrompt="1"/>
          </p:nvPr>
        </p:nvSpPr>
        <p:spPr>
          <a:xfrm>
            <a:off x="449351" y="398928"/>
            <a:ext cx="8405486" cy="381001"/>
          </a:xfrm>
          <a:prstGeom prst="rect">
            <a:avLst/>
          </a:prstGeom>
        </p:spPr>
        <p:txBody>
          <a:bodyPr anchor="ctr">
            <a:noAutofit/>
          </a:bodyPr>
          <a:lstStyle>
            <a:lvl1pPr marL="45720" indent="0">
              <a:buNone/>
              <a:defRPr sz="2200" b="1" i="0">
                <a:solidFill>
                  <a:schemeClr val="tx1"/>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6" name="Text Placeholder 8">
            <a:extLst>
              <a:ext uri="{FF2B5EF4-FFF2-40B4-BE49-F238E27FC236}">
                <a16:creationId xmlns:a16="http://schemas.microsoft.com/office/drawing/2014/main" id="{59441A9A-3A77-01FF-7B8C-F9EED10198A8}"/>
              </a:ext>
            </a:extLst>
          </p:cNvPr>
          <p:cNvSpPr>
            <a:spLocks noGrp="1"/>
          </p:cNvSpPr>
          <p:nvPr>
            <p:ph type="body" sz="quarter" idx="14" hasCustomPrompt="1"/>
          </p:nvPr>
        </p:nvSpPr>
        <p:spPr>
          <a:xfrm>
            <a:off x="6479655" y="2682559"/>
            <a:ext cx="5348807" cy="308509"/>
          </a:xfrm>
        </p:spPr>
        <p:txBody>
          <a:bodyPr lIns="0" tIns="0" rIns="0" bIns="0" anchor="b">
            <a:noAutofit/>
          </a:bodyPr>
          <a:lstStyle>
            <a:lvl1pPr marL="0" indent="0">
              <a:lnSpc>
                <a:spcPct val="100000"/>
              </a:lnSpc>
              <a:spcBef>
                <a:spcPts val="0"/>
              </a:spcBef>
              <a:spcAft>
                <a:spcPts val="600"/>
              </a:spcAft>
              <a:buFont typeface="DM Sans" panose="020B0604020202020204" pitchFamily="34" charset="0"/>
              <a:buNone/>
              <a:defRPr sz="1300" b="1">
                <a:latin typeface="+mn-lt"/>
              </a:defRPr>
            </a:lvl1pPr>
          </a:lstStyle>
          <a:p>
            <a:pPr lvl="0"/>
            <a:r>
              <a:rPr lang="en-US"/>
              <a:t>Lorem ipsum dolor sit </a:t>
            </a:r>
            <a:r>
              <a:rPr lang="en-US" err="1"/>
              <a:t>amet</a:t>
            </a:r>
            <a:endParaRPr lang="en-US"/>
          </a:p>
        </p:txBody>
      </p:sp>
      <p:sp>
        <p:nvSpPr>
          <p:cNvPr id="7" name="Text Placeholder 8">
            <a:extLst>
              <a:ext uri="{FF2B5EF4-FFF2-40B4-BE49-F238E27FC236}">
                <a16:creationId xmlns:a16="http://schemas.microsoft.com/office/drawing/2014/main" id="{DFEC4520-0AF4-43B6-EFEA-C1096DDF9243}"/>
              </a:ext>
            </a:extLst>
          </p:cNvPr>
          <p:cNvSpPr>
            <a:spLocks noGrp="1"/>
          </p:cNvSpPr>
          <p:nvPr>
            <p:ph type="body" sz="quarter" idx="16" hasCustomPrompt="1"/>
          </p:nvPr>
        </p:nvSpPr>
        <p:spPr>
          <a:xfrm>
            <a:off x="6479655" y="3102964"/>
            <a:ext cx="5348807" cy="2812414"/>
          </a:xfrm>
        </p:spPr>
        <p:txBody>
          <a:bodyPr lIns="0" tIns="0" rIns="0" bIns="0" anchor="t">
            <a:noAutofit/>
          </a:bodyPr>
          <a:lstStyle>
            <a:lvl1pPr marL="0" indent="0">
              <a:lnSpc>
                <a:spcPct val="100000"/>
              </a:lnSpc>
              <a:spcBef>
                <a:spcPts val="0"/>
              </a:spcBef>
              <a:spcAft>
                <a:spcPts val="600"/>
              </a:spcAft>
              <a:buFont typeface="DM Sans" panose="020B0604020202020204" pitchFamily="34" charset="0"/>
              <a:buNone/>
              <a:defRPr sz="1300" b="0">
                <a:latin typeface="+mn-lt"/>
              </a:defRPr>
            </a:lvl1pPr>
          </a:lstStyle>
          <a:p>
            <a:pPr lvl="0"/>
            <a:r>
              <a:rPr lang="en-US" dirty="0" err="1">
                <a:effectLst/>
              </a:rPr>
              <a:t>Consectetur</a:t>
            </a:r>
            <a:r>
              <a:rPr lang="en-US" dirty="0">
                <a:effectLst/>
              </a:rPr>
              <a:t> </a:t>
            </a:r>
            <a:r>
              <a:rPr lang="en-US" dirty="0" err="1">
                <a:effectLst/>
              </a:rPr>
              <a:t>adipiscing</a:t>
            </a:r>
            <a:r>
              <a:rPr lang="en-US" dirty="0">
                <a:effectLst/>
              </a:rPr>
              <a:t> </a:t>
            </a:r>
            <a:r>
              <a:rPr lang="en-US" dirty="0" err="1">
                <a:effectLst/>
              </a:rPr>
              <a:t>elit</a:t>
            </a:r>
            <a:r>
              <a:rPr lang="en-US" dirty="0">
                <a:effectLst/>
              </a:rPr>
              <a:t>. Ut sed </a:t>
            </a:r>
            <a:r>
              <a:rPr lang="en-US" dirty="0" err="1">
                <a:effectLst/>
              </a:rPr>
              <a:t>orci</a:t>
            </a:r>
            <a:r>
              <a:rPr lang="en-US" dirty="0">
                <a:effectLst/>
              </a:rPr>
              <a:t> </a:t>
            </a:r>
            <a:r>
              <a:rPr lang="en-US" dirty="0" err="1">
                <a:effectLst/>
              </a:rPr>
              <a:t>molestie</a:t>
            </a:r>
            <a:r>
              <a:rPr lang="en-US" dirty="0">
                <a:effectLst/>
              </a:rPr>
              <a:t>, </a:t>
            </a:r>
            <a:r>
              <a:rPr lang="en-US" dirty="0" err="1">
                <a:effectLst/>
              </a:rPr>
              <a:t>varius</a:t>
            </a:r>
            <a:r>
              <a:rPr lang="en-US" dirty="0">
                <a:effectLst/>
              </a:rPr>
              <a:t> </a:t>
            </a:r>
            <a:r>
              <a:rPr lang="en-US" dirty="0" err="1">
                <a:effectLst/>
              </a:rPr>
              <a:t>lectus</a:t>
            </a:r>
            <a:r>
              <a:rPr lang="en-US" dirty="0">
                <a:effectLst/>
              </a:rPr>
              <a:t> et, </a:t>
            </a:r>
            <a:r>
              <a:rPr lang="en-US" dirty="0" err="1">
                <a:effectLst/>
              </a:rPr>
              <a:t>facilisis</a:t>
            </a:r>
            <a:r>
              <a:rPr lang="en-US" dirty="0">
                <a:effectLst/>
              </a:rPr>
              <a:t> </a:t>
            </a:r>
            <a:r>
              <a:rPr lang="en-US" dirty="0" err="1">
                <a:effectLst/>
              </a:rPr>
              <a:t>massa</a:t>
            </a:r>
            <a:r>
              <a:rPr lang="en-US" dirty="0">
                <a:effectLst/>
              </a:rPr>
              <a:t>. Sed </a:t>
            </a:r>
            <a:r>
              <a:rPr lang="en-US" dirty="0" err="1">
                <a:effectLst/>
              </a:rPr>
              <a:t>consequat</a:t>
            </a:r>
            <a:r>
              <a:rPr lang="en-US" dirty="0">
                <a:effectLst/>
              </a:rPr>
              <a:t>, nisi sed </a:t>
            </a:r>
            <a:r>
              <a:rPr lang="en-US" dirty="0" err="1">
                <a:effectLst/>
              </a:rPr>
              <a:t>bibendum</a:t>
            </a:r>
            <a:r>
              <a:rPr lang="en-US" dirty="0">
                <a:effectLst/>
              </a:rPr>
              <a:t> </a:t>
            </a:r>
            <a:r>
              <a:rPr lang="en-US" dirty="0" err="1">
                <a:effectLst/>
              </a:rPr>
              <a:t>mattis</a:t>
            </a:r>
            <a:r>
              <a:rPr lang="en-US" dirty="0">
                <a:effectLst/>
              </a:rPr>
              <a:t>, </a:t>
            </a:r>
            <a:r>
              <a:rPr lang="en-US" dirty="0" err="1">
                <a:effectLst/>
              </a:rPr>
              <a:t>tortor</a:t>
            </a:r>
            <a:r>
              <a:rPr lang="en-US" dirty="0">
                <a:effectLst/>
              </a:rPr>
              <a:t> </a:t>
            </a:r>
            <a:r>
              <a:rPr lang="en-US" dirty="0" err="1">
                <a:effectLst/>
              </a:rPr>
              <a:t>metus</a:t>
            </a:r>
            <a:r>
              <a:rPr lang="en-US" dirty="0">
                <a:effectLst/>
              </a:rPr>
              <a:t> </a:t>
            </a:r>
            <a:r>
              <a:rPr lang="en-US" dirty="0" err="1">
                <a:effectLst/>
              </a:rPr>
              <a:t>molestie</a:t>
            </a:r>
            <a:r>
              <a:rPr lang="en-US" dirty="0">
                <a:effectLst/>
              </a:rPr>
              <a:t> </a:t>
            </a:r>
            <a:r>
              <a:rPr lang="en-US" dirty="0" err="1">
                <a:effectLst/>
              </a:rPr>
              <a:t>nunc</a:t>
            </a:r>
            <a:r>
              <a:rPr lang="en-US" dirty="0">
                <a:effectLst/>
              </a:rPr>
              <a:t>, non </a:t>
            </a:r>
            <a:r>
              <a:rPr lang="en-US" dirty="0" err="1">
                <a:effectLst/>
              </a:rPr>
              <a:t>vehicula</a:t>
            </a:r>
            <a:r>
              <a:rPr lang="en-US" dirty="0">
                <a:effectLst/>
              </a:rPr>
              <a:t> </a:t>
            </a:r>
            <a:r>
              <a:rPr lang="en-US" dirty="0" err="1">
                <a:effectLst/>
              </a:rPr>
              <a:t>nulla</a:t>
            </a:r>
            <a:r>
              <a:rPr lang="en-US" dirty="0">
                <a:effectLst/>
              </a:rPr>
              <a:t> </a:t>
            </a:r>
            <a:r>
              <a:rPr lang="en-US" dirty="0" err="1">
                <a:effectLst/>
              </a:rPr>
              <a:t>erat</a:t>
            </a:r>
            <a:r>
              <a:rPr lang="en-US" dirty="0">
                <a:effectLst/>
              </a:rPr>
              <a:t> a magna. </a:t>
            </a:r>
            <a:r>
              <a:rPr lang="en-US" dirty="0" err="1">
                <a:effectLst/>
              </a:rPr>
              <a:t>Fusce</a:t>
            </a:r>
            <a:r>
              <a:rPr lang="en-US" dirty="0">
                <a:effectLst/>
              </a:rPr>
              <a:t> at dui </a:t>
            </a:r>
            <a:r>
              <a:rPr lang="en-US" dirty="0" err="1">
                <a:effectLst/>
              </a:rPr>
              <a:t>risus</a:t>
            </a:r>
            <a:r>
              <a:rPr lang="en-US" dirty="0">
                <a:effectLst/>
              </a:rPr>
              <a:t>. Proin </a:t>
            </a:r>
            <a:r>
              <a:rPr lang="en-US" dirty="0" err="1">
                <a:effectLst/>
              </a:rPr>
              <a:t>efficitur</a:t>
            </a:r>
            <a:r>
              <a:rPr lang="en-US" dirty="0">
                <a:effectLst/>
              </a:rPr>
              <a:t> </a:t>
            </a:r>
            <a:r>
              <a:rPr lang="en-US" dirty="0" err="1">
                <a:effectLst/>
              </a:rPr>
              <a:t>lectus</a:t>
            </a:r>
            <a:r>
              <a:rPr lang="en-US" dirty="0">
                <a:effectLst/>
              </a:rPr>
              <a:t> </a:t>
            </a:r>
            <a:r>
              <a:rPr lang="en-US" dirty="0" err="1">
                <a:effectLst/>
              </a:rPr>
              <a:t>neque</a:t>
            </a:r>
            <a:r>
              <a:rPr lang="en-US" dirty="0">
                <a:effectLst/>
              </a:rPr>
              <a:t>, </a:t>
            </a:r>
            <a:r>
              <a:rPr lang="en-US" dirty="0" err="1">
                <a:effectLst/>
              </a:rPr>
              <a:t>quis</a:t>
            </a:r>
            <a:r>
              <a:rPr lang="en-US" dirty="0">
                <a:effectLst/>
              </a:rPr>
              <a:t> semper </a:t>
            </a:r>
            <a:r>
              <a:rPr lang="en-US" dirty="0" err="1">
                <a:effectLst/>
              </a:rPr>
              <a:t>velit</a:t>
            </a:r>
            <a:r>
              <a:rPr lang="en-US" dirty="0">
                <a:effectLst/>
              </a:rPr>
              <a:t> </a:t>
            </a:r>
            <a:r>
              <a:rPr lang="en-US" dirty="0" err="1">
                <a:effectLst/>
              </a:rPr>
              <a:t>placerat</a:t>
            </a:r>
            <a:r>
              <a:rPr lang="en-US" dirty="0">
                <a:effectLst/>
              </a:rPr>
              <a:t> vel. Proin at </a:t>
            </a:r>
            <a:r>
              <a:rPr lang="en-US" dirty="0" err="1">
                <a:effectLst/>
              </a:rPr>
              <a:t>hendrerit</a:t>
            </a:r>
            <a:r>
              <a:rPr lang="en-US" dirty="0">
                <a:effectLst/>
              </a:rPr>
              <a:t> </a:t>
            </a:r>
            <a:r>
              <a:rPr lang="en-US" dirty="0" err="1">
                <a:effectLst/>
              </a:rPr>
              <a:t>tortor</a:t>
            </a:r>
            <a:r>
              <a:rPr lang="en-US" dirty="0">
                <a:effectLst/>
              </a:rPr>
              <a:t>, id tempus sem. </a:t>
            </a:r>
            <a:r>
              <a:rPr lang="en-US" dirty="0" err="1">
                <a:effectLst/>
              </a:rPr>
              <a:t>Suspendisse</a:t>
            </a:r>
            <a:r>
              <a:rPr lang="en-US" dirty="0">
                <a:effectLst/>
              </a:rPr>
              <a:t> non </a:t>
            </a:r>
            <a:r>
              <a:rPr lang="en-US" dirty="0" err="1">
                <a:effectLst/>
              </a:rPr>
              <a:t>lobortis</a:t>
            </a:r>
            <a:r>
              <a:rPr lang="en-US" dirty="0">
                <a:effectLst/>
              </a:rPr>
              <a:t> </a:t>
            </a:r>
            <a:r>
              <a:rPr lang="en-US" dirty="0" err="1">
                <a:effectLst/>
              </a:rPr>
              <a:t>augue</a:t>
            </a:r>
            <a:r>
              <a:rPr lang="en-US" dirty="0">
                <a:effectLst/>
              </a:rPr>
              <a:t>. Nunc </a:t>
            </a:r>
            <a:r>
              <a:rPr lang="en-US" dirty="0" err="1">
                <a:effectLst/>
              </a:rPr>
              <a:t>finibus</a:t>
            </a:r>
            <a:r>
              <a:rPr lang="en-US" dirty="0">
                <a:effectLst/>
              </a:rPr>
              <a:t> auctor </a:t>
            </a:r>
            <a:r>
              <a:rPr lang="en-US" dirty="0" err="1">
                <a:effectLst/>
              </a:rPr>
              <a:t>felis</a:t>
            </a:r>
            <a:r>
              <a:rPr lang="en-US" dirty="0">
                <a:effectLst/>
              </a:rPr>
              <a:t>, </a:t>
            </a:r>
            <a:r>
              <a:rPr lang="en-US" dirty="0" err="1">
                <a:effectLst/>
              </a:rPr>
              <a:t>eu</a:t>
            </a:r>
            <a:r>
              <a:rPr lang="en-US" dirty="0">
                <a:effectLst/>
              </a:rPr>
              <a:t> </a:t>
            </a:r>
            <a:r>
              <a:rPr lang="en-US" dirty="0" err="1">
                <a:effectLst/>
              </a:rPr>
              <a:t>egestas</a:t>
            </a:r>
            <a:r>
              <a:rPr lang="en-US" dirty="0">
                <a:effectLst/>
              </a:rPr>
              <a:t> </a:t>
            </a:r>
            <a:r>
              <a:rPr lang="en-US" dirty="0" err="1">
                <a:effectLst/>
              </a:rPr>
              <a:t>sem</a:t>
            </a:r>
            <a:r>
              <a:rPr lang="en-US" dirty="0">
                <a:effectLst/>
              </a:rPr>
              <a:t> </a:t>
            </a:r>
            <a:r>
              <a:rPr lang="en-US" dirty="0" err="1">
                <a:effectLst/>
              </a:rPr>
              <a:t>sollicitudin</a:t>
            </a:r>
            <a:r>
              <a:rPr lang="en-US" dirty="0">
                <a:effectLst/>
              </a:rPr>
              <a:t> </a:t>
            </a:r>
            <a:r>
              <a:rPr lang="en-US" dirty="0" err="1">
                <a:effectLst/>
              </a:rPr>
              <a:t>eget</a:t>
            </a:r>
            <a:r>
              <a:rPr lang="en-US" dirty="0">
                <a:effectLst/>
              </a:rPr>
              <a:t>. Donec </a:t>
            </a:r>
            <a:r>
              <a:rPr lang="en-US" dirty="0" err="1">
                <a:effectLst/>
              </a:rPr>
              <a:t>vehicula</a:t>
            </a:r>
            <a:r>
              <a:rPr lang="en-US" dirty="0">
                <a:effectLst/>
              </a:rPr>
              <a:t> </a:t>
            </a:r>
            <a:r>
              <a:rPr lang="en-US" dirty="0" err="1">
                <a:effectLst/>
              </a:rPr>
              <a:t>aliquet</a:t>
            </a:r>
            <a:r>
              <a:rPr lang="en-US" dirty="0">
                <a:effectLst/>
              </a:rPr>
              <a:t> ipsum </a:t>
            </a:r>
            <a:r>
              <a:rPr lang="en-US" dirty="0" err="1">
                <a:effectLst/>
              </a:rPr>
              <a:t>eu</a:t>
            </a:r>
            <a:r>
              <a:rPr lang="en-US" dirty="0">
                <a:effectLst/>
              </a:rPr>
              <a:t> </a:t>
            </a:r>
            <a:r>
              <a:rPr lang="en-US" dirty="0" err="1">
                <a:effectLst/>
              </a:rPr>
              <a:t>tincidunt</a:t>
            </a:r>
            <a:r>
              <a:rPr lang="en-US" dirty="0">
                <a:effectLst/>
              </a:rPr>
              <a:t>. </a:t>
            </a:r>
            <a:r>
              <a:rPr lang="en-US" dirty="0" err="1">
                <a:effectLst/>
              </a:rPr>
              <a:t>Curabitur</a:t>
            </a:r>
            <a:r>
              <a:rPr lang="en-US" dirty="0">
                <a:effectLst/>
              </a:rPr>
              <a:t> </a:t>
            </a:r>
            <a:r>
              <a:rPr lang="en-US" dirty="0" err="1">
                <a:effectLst/>
              </a:rPr>
              <a:t>tincidunt</a:t>
            </a:r>
            <a:r>
              <a:rPr lang="en-US" dirty="0">
                <a:effectLst/>
              </a:rPr>
              <a:t> </a:t>
            </a:r>
            <a:r>
              <a:rPr lang="en-US" dirty="0" err="1">
                <a:effectLst/>
              </a:rPr>
              <a:t>turpis</a:t>
            </a:r>
            <a:r>
              <a:rPr lang="en-US" dirty="0">
                <a:effectLst/>
              </a:rPr>
              <a:t> </a:t>
            </a:r>
            <a:r>
              <a:rPr lang="en-US" dirty="0" err="1">
                <a:effectLst/>
              </a:rPr>
              <a:t>neque</a:t>
            </a:r>
            <a:r>
              <a:rPr lang="en-US" dirty="0">
                <a:effectLst/>
              </a:rPr>
              <a:t>, vitae </a:t>
            </a:r>
            <a:r>
              <a:rPr lang="en-US" dirty="0" err="1">
                <a:effectLst/>
              </a:rPr>
              <a:t>placerat</a:t>
            </a:r>
            <a:r>
              <a:rPr lang="en-US" dirty="0">
                <a:effectLst/>
              </a:rPr>
              <a:t> </a:t>
            </a:r>
            <a:r>
              <a:rPr lang="en-US" dirty="0" err="1">
                <a:effectLst/>
              </a:rPr>
              <a:t>metus</a:t>
            </a:r>
            <a:r>
              <a:rPr lang="en-US" dirty="0">
                <a:effectLst/>
              </a:rPr>
              <a:t> tempus non. Nunc tempus </a:t>
            </a:r>
            <a:r>
              <a:rPr lang="en-US" dirty="0" err="1">
                <a:effectLst/>
              </a:rPr>
              <a:t>mauris</a:t>
            </a:r>
            <a:r>
              <a:rPr lang="en-US" dirty="0">
                <a:effectLst/>
              </a:rPr>
              <a:t> magna, at semper </a:t>
            </a:r>
            <a:r>
              <a:rPr lang="en-US" dirty="0" err="1">
                <a:effectLst/>
              </a:rPr>
              <a:t>nisl</a:t>
            </a:r>
            <a:r>
              <a:rPr lang="en-US" dirty="0">
                <a:effectLst/>
              </a:rPr>
              <a:t> </a:t>
            </a:r>
            <a:r>
              <a:rPr lang="en-US" dirty="0" err="1">
                <a:effectLst/>
              </a:rPr>
              <a:t>porttitor</a:t>
            </a:r>
            <a:r>
              <a:rPr lang="en-US" dirty="0">
                <a:effectLst/>
              </a:rPr>
              <a:t> in. Sed et </a:t>
            </a:r>
            <a:r>
              <a:rPr lang="en-US" dirty="0" err="1">
                <a:effectLst/>
              </a:rPr>
              <a:t>mattis</a:t>
            </a:r>
            <a:r>
              <a:rPr lang="en-US" dirty="0">
                <a:effectLst/>
              </a:rPr>
              <a:t> est. </a:t>
            </a:r>
            <a:r>
              <a:rPr lang="en-US" dirty="0" err="1">
                <a:effectLst/>
              </a:rPr>
              <a:t>Nullam</a:t>
            </a:r>
            <a:r>
              <a:rPr lang="en-US" dirty="0">
                <a:effectLst/>
              </a:rPr>
              <a:t> </a:t>
            </a:r>
            <a:r>
              <a:rPr lang="en-US" dirty="0" err="1">
                <a:effectLst/>
              </a:rPr>
              <a:t>rutrum</a:t>
            </a:r>
            <a:r>
              <a:rPr lang="en-US" dirty="0">
                <a:effectLst/>
              </a:rPr>
              <a:t> </a:t>
            </a:r>
            <a:r>
              <a:rPr lang="en-US" dirty="0" err="1">
                <a:effectLst/>
              </a:rPr>
              <a:t>lectus</a:t>
            </a:r>
            <a:r>
              <a:rPr lang="en-US" dirty="0">
                <a:effectLst/>
              </a:rPr>
              <a:t> </a:t>
            </a:r>
            <a:r>
              <a:rPr lang="en-US" dirty="0" err="1">
                <a:effectLst/>
              </a:rPr>
              <a:t>arcu</a:t>
            </a:r>
            <a:r>
              <a:rPr lang="en-US" dirty="0">
                <a:effectLst/>
              </a:rPr>
              <a:t>, </a:t>
            </a:r>
            <a:r>
              <a:rPr lang="en-US" dirty="0" err="1">
                <a:effectLst/>
              </a:rPr>
              <a:t>ut</a:t>
            </a:r>
            <a:r>
              <a:rPr lang="en-US" dirty="0">
                <a:effectLst/>
              </a:rPr>
              <a:t> </a:t>
            </a:r>
            <a:r>
              <a:rPr lang="en-US" dirty="0" err="1">
                <a:effectLst/>
              </a:rPr>
              <a:t>facilisis</a:t>
            </a:r>
            <a:r>
              <a:rPr lang="en-US" dirty="0">
                <a:effectLst/>
              </a:rPr>
              <a:t> dui </a:t>
            </a:r>
            <a:r>
              <a:rPr lang="en-US" dirty="0" err="1">
                <a:effectLst/>
              </a:rPr>
              <a:t>lobortis</a:t>
            </a:r>
            <a:r>
              <a:rPr lang="en-US" dirty="0">
                <a:effectLst/>
              </a:rPr>
              <a:t> </a:t>
            </a:r>
            <a:r>
              <a:rPr lang="en-US" dirty="0" err="1">
                <a:effectLst/>
              </a:rPr>
              <a:t>eu</a:t>
            </a:r>
            <a:r>
              <a:rPr lang="en-US" dirty="0">
                <a:effectLst/>
              </a:rPr>
              <a:t>.</a:t>
            </a:r>
            <a:endParaRPr lang="en-US" dirty="0"/>
          </a:p>
        </p:txBody>
      </p:sp>
      <p:sp>
        <p:nvSpPr>
          <p:cNvPr id="3" name="TextBox 2">
            <a:extLst>
              <a:ext uri="{FF2B5EF4-FFF2-40B4-BE49-F238E27FC236}">
                <a16:creationId xmlns:a16="http://schemas.microsoft.com/office/drawing/2014/main" id="{AD901977-BAB5-788A-09AA-ACF0D2B243B7}"/>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pic>
        <p:nvPicPr>
          <p:cNvPr id="8" name="Picture 7">
            <a:extLst>
              <a:ext uri="{FF2B5EF4-FFF2-40B4-BE49-F238E27FC236}">
                <a16:creationId xmlns:a16="http://schemas.microsoft.com/office/drawing/2014/main" id="{6CB7A1A1-E926-CB93-9C1A-BBA200D483EF}"/>
              </a:ext>
            </a:extLst>
          </p:cNvPr>
          <p:cNvPicPr/>
          <p:nvPr userDrawn="1"/>
        </p:nvPicPr>
        <p:blipFill>
          <a:blip r:embed="rId2" cstate="screen">
            <a:extLst>
              <a:ext uri="{28A0092B-C50C-407E-A947-70E740481C1C}">
                <a14:useLocalDpi xmlns:a14="http://schemas.microsoft.com/office/drawing/2010/main"/>
              </a:ext>
            </a:extLst>
          </a:blip>
          <a:srcRect/>
          <a:stretch/>
        </p:blipFill>
        <p:spPr>
          <a:xfrm>
            <a:off x="0" y="1260474"/>
            <a:ext cx="6068255" cy="5597525"/>
          </a:xfrm>
          <a:prstGeom prst="rect">
            <a:avLst/>
          </a:prstGeom>
        </p:spPr>
      </p:pic>
      <p:sp>
        <p:nvSpPr>
          <p:cNvPr id="15" name="Arc 11">
            <a:extLst>
              <a:ext uri="{FF2B5EF4-FFF2-40B4-BE49-F238E27FC236}">
                <a16:creationId xmlns:a16="http://schemas.microsoft.com/office/drawing/2014/main" id="{0382658D-A0FD-0BE1-B12E-462DC3FD595D}"/>
              </a:ext>
            </a:extLst>
          </p:cNvPr>
          <p:cNvSpPr/>
          <p:nvPr userDrawn="1"/>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6" name="Arc 11">
            <a:extLst>
              <a:ext uri="{FF2B5EF4-FFF2-40B4-BE49-F238E27FC236}">
                <a16:creationId xmlns:a16="http://schemas.microsoft.com/office/drawing/2014/main" id="{102A941B-0691-D693-6085-33E493ED9F8C}"/>
              </a:ext>
            </a:extLst>
          </p:cNvPr>
          <p:cNvSpPr/>
          <p:nvPr userDrawn="1"/>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Tree>
    <p:extLst>
      <p:ext uri="{BB962C8B-B14F-4D97-AF65-F5344CB8AC3E}">
        <p14:creationId xmlns:p14="http://schemas.microsoft.com/office/powerpoint/2010/main" val="3053332966"/>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3_Content_Text_&amp;_Image-2">
    <p:bg>
      <p:bgRef idx="1001">
        <a:schemeClr val="bg1"/>
      </p:bgRef>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BCA0E888-E497-4125-A26E-A8AEC30A6A60}"/>
              </a:ext>
            </a:extLst>
          </p:cNvPr>
          <p:cNvPicPr>
            <a:picLocks noGrp="1" noRot="1" noChangeAspect="1" noMove="1" noResize="1" noEditPoints="1" noAdjustHandles="1" noChangeArrowheads="1" noChangeShapeType="1" noCrop="1"/>
          </p:cNvPicPr>
          <p:nvPr/>
        </p:nvPicPr>
        <p:blipFill>
          <a:blip r:embed="rId2" cstate="screen">
            <a:extLst>
              <a:ext uri="{28A0092B-C50C-407E-A947-70E740481C1C}">
                <a14:useLocalDpi xmlns:a14="http://schemas.microsoft.com/office/drawing/2010/main"/>
              </a:ext>
            </a:extLst>
          </a:blip>
          <a:srcRect/>
          <a:stretch/>
        </p:blipFill>
        <p:spPr>
          <a:xfrm>
            <a:off x="0" y="1260474"/>
            <a:ext cx="6068255" cy="5597525"/>
          </a:xfrm>
          <a:prstGeom prst="rect">
            <a:avLst/>
          </a:prstGeom>
        </p:spPr>
      </p:pic>
      <p:sp>
        <p:nvSpPr>
          <p:cNvPr id="16" name="Text Placeholder 8">
            <a:extLst>
              <a:ext uri="{FF2B5EF4-FFF2-40B4-BE49-F238E27FC236}">
                <a16:creationId xmlns:a16="http://schemas.microsoft.com/office/drawing/2014/main" id="{0201F9B5-1277-922A-2A76-8F1311FD3D4F}"/>
              </a:ext>
            </a:extLst>
          </p:cNvPr>
          <p:cNvSpPr>
            <a:spLocks noGrp="1"/>
          </p:cNvSpPr>
          <p:nvPr>
            <p:ph type="body" sz="quarter" idx="14" hasCustomPrompt="1"/>
          </p:nvPr>
        </p:nvSpPr>
        <p:spPr>
          <a:xfrm>
            <a:off x="6479655" y="2682559"/>
            <a:ext cx="5348807" cy="308509"/>
          </a:xfrm>
        </p:spPr>
        <p:txBody>
          <a:bodyPr lIns="0" tIns="0" rIns="0" bIns="0" anchor="b">
            <a:noAutofit/>
          </a:bodyPr>
          <a:lstStyle>
            <a:lvl1pPr marL="0" indent="0">
              <a:lnSpc>
                <a:spcPct val="100000"/>
              </a:lnSpc>
              <a:spcBef>
                <a:spcPts val="0"/>
              </a:spcBef>
              <a:spcAft>
                <a:spcPts val="600"/>
              </a:spcAft>
              <a:buFont typeface="DM Sans" panose="020B0604020202020204" pitchFamily="34" charset="0"/>
              <a:buNone/>
              <a:defRPr sz="1300" b="1">
                <a:latin typeface="+mn-lt"/>
              </a:defRPr>
            </a:lvl1pPr>
          </a:lstStyle>
          <a:p>
            <a:pPr lvl="0"/>
            <a:r>
              <a:rPr lang="en-US"/>
              <a:t>Lorem ipsum dolor sit </a:t>
            </a:r>
            <a:r>
              <a:rPr lang="en-US" err="1"/>
              <a:t>amet</a:t>
            </a:r>
            <a:endParaRPr lang="en-US"/>
          </a:p>
        </p:txBody>
      </p:sp>
      <p:sp>
        <p:nvSpPr>
          <p:cNvPr id="17" name="Text Placeholder 8">
            <a:extLst>
              <a:ext uri="{FF2B5EF4-FFF2-40B4-BE49-F238E27FC236}">
                <a16:creationId xmlns:a16="http://schemas.microsoft.com/office/drawing/2014/main" id="{98141489-8D31-ADD1-096E-A6444EE1B33F}"/>
              </a:ext>
            </a:extLst>
          </p:cNvPr>
          <p:cNvSpPr>
            <a:spLocks noGrp="1"/>
          </p:cNvSpPr>
          <p:nvPr>
            <p:ph type="body" sz="quarter" idx="16" hasCustomPrompt="1"/>
          </p:nvPr>
        </p:nvSpPr>
        <p:spPr>
          <a:xfrm>
            <a:off x="6479655" y="3102964"/>
            <a:ext cx="5348807" cy="2812414"/>
          </a:xfrm>
        </p:spPr>
        <p:txBody>
          <a:bodyPr lIns="0" tIns="0" rIns="0" bIns="0" anchor="t">
            <a:noAutofit/>
          </a:bodyPr>
          <a:lstStyle>
            <a:lvl1pPr marL="0" indent="0">
              <a:lnSpc>
                <a:spcPct val="100000"/>
              </a:lnSpc>
              <a:spcBef>
                <a:spcPts val="0"/>
              </a:spcBef>
              <a:spcAft>
                <a:spcPts val="600"/>
              </a:spcAft>
              <a:buFont typeface="DM Sans" panose="020B0604020202020204" pitchFamily="34" charset="0"/>
              <a:buNone/>
              <a:defRPr sz="1300" b="0">
                <a:latin typeface="+mn-lt"/>
              </a:defRPr>
            </a:lvl1pPr>
          </a:lstStyle>
          <a:p>
            <a:pPr lvl="0"/>
            <a:r>
              <a:rPr lang="en-US" err="1">
                <a:effectLst/>
              </a:rPr>
              <a:t>Consectetur</a:t>
            </a:r>
            <a:r>
              <a:rPr lang="en-US">
                <a:effectLst/>
              </a:rPr>
              <a:t> </a:t>
            </a:r>
            <a:r>
              <a:rPr lang="en-US" err="1">
                <a:effectLst/>
              </a:rPr>
              <a:t>adipiscing</a:t>
            </a:r>
            <a:r>
              <a:rPr lang="en-US">
                <a:effectLst/>
              </a:rPr>
              <a:t> </a:t>
            </a:r>
            <a:r>
              <a:rPr lang="en-US" err="1">
                <a:effectLst/>
              </a:rPr>
              <a:t>elit</a:t>
            </a:r>
            <a:r>
              <a:rPr lang="en-US">
                <a:effectLst/>
              </a:rPr>
              <a:t>. Ut sed </a:t>
            </a:r>
            <a:r>
              <a:rPr lang="en-US" err="1">
                <a:effectLst/>
              </a:rPr>
              <a:t>orci</a:t>
            </a:r>
            <a:r>
              <a:rPr lang="en-US">
                <a:effectLst/>
              </a:rPr>
              <a:t> </a:t>
            </a:r>
            <a:r>
              <a:rPr lang="en-US" err="1">
                <a:effectLst/>
              </a:rPr>
              <a:t>molestie</a:t>
            </a:r>
            <a:r>
              <a:rPr lang="en-US">
                <a:effectLst/>
              </a:rPr>
              <a:t>, </a:t>
            </a:r>
            <a:r>
              <a:rPr lang="en-US" err="1">
                <a:effectLst/>
              </a:rPr>
              <a:t>varius</a:t>
            </a:r>
            <a:r>
              <a:rPr lang="en-US">
                <a:effectLst/>
              </a:rPr>
              <a:t> </a:t>
            </a:r>
            <a:r>
              <a:rPr lang="en-US" err="1">
                <a:effectLst/>
              </a:rPr>
              <a:t>lectus</a:t>
            </a:r>
            <a:r>
              <a:rPr lang="en-US">
                <a:effectLst/>
              </a:rPr>
              <a:t> et, </a:t>
            </a:r>
            <a:r>
              <a:rPr lang="en-US" err="1">
                <a:effectLst/>
              </a:rPr>
              <a:t>facilisis</a:t>
            </a:r>
            <a:r>
              <a:rPr lang="en-US">
                <a:effectLst/>
              </a:rPr>
              <a:t> </a:t>
            </a:r>
            <a:r>
              <a:rPr lang="en-US" err="1">
                <a:effectLst/>
              </a:rPr>
              <a:t>massa</a:t>
            </a:r>
            <a:r>
              <a:rPr lang="en-US">
                <a:effectLst/>
              </a:rPr>
              <a:t>. Sed </a:t>
            </a:r>
            <a:r>
              <a:rPr lang="en-US" err="1">
                <a:effectLst/>
              </a:rPr>
              <a:t>consequat</a:t>
            </a:r>
            <a:r>
              <a:rPr lang="en-US">
                <a:effectLst/>
              </a:rPr>
              <a:t>, nisi sed </a:t>
            </a:r>
            <a:r>
              <a:rPr lang="en-US" err="1">
                <a:effectLst/>
              </a:rPr>
              <a:t>bibendum</a:t>
            </a:r>
            <a:r>
              <a:rPr lang="en-US">
                <a:effectLst/>
              </a:rPr>
              <a:t> </a:t>
            </a:r>
            <a:r>
              <a:rPr lang="en-US" err="1">
                <a:effectLst/>
              </a:rPr>
              <a:t>mattis</a:t>
            </a:r>
            <a:r>
              <a:rPr lang="en-US">
                <a:effectLst/>
              </a:rPr>
              <a:t>, </a:t>
            </a:r>
            <a:r>
              <a:rPr lang="en-US" err="1">
                <a:effectLst/>
              </a:rPr>
              <a:t>tortor</a:t>
            </a:r>
            <a:r>
              <a:rPr lang="en-US">
                <a:effectLst/>
              </a:rPr>
              <a:t> </a:t>
            </a:r>
            <a:r>
              <a:rPr lang="en-US" err="1">
                <a:effectLst/>
              </a:rPr>
              <a:t>metus</a:t>
            </a:r>
            <a:r>
              <a:rPr lang="en-US">
                <a:effectLst/>
              </a:rPr>
              <a:t> </a:t>
            </a:r>
            <a:r>
              <a:rPr lang="en-US" err="1">
                <a:effectLst/>
              </a:rPr>
              <a:t>molestie</a:t>
            </a:r>
            <a:r>
              <a:rPr lang="en-US">
                <a:effectLst/>
              </a:rPr>
              <a:t> </a:t>
            </a:r>
            <a:r>
              <a:rPr lang="en-US" err="1">
                <a:effectLst/>
              </a:rPr>
              <a:t>nunc</a:t>
            </a:r>
            <a:r>
              <a:rPr lang="en-US">
                <a:effectLst/>
              </a:rPr>
              <a:t>, non </a:t>
            </a:r>
            <a:r>
              <a:rPr lang="en-US" err="1">
                <a:effectLst/>
              </a:rPr>
              <a:t>vehicula</a:t>
            </a:r>
            <a:r>
              <a:rPr lang="en-US">
                <a:effectLst/>
              </a:rPr>
              <a:t> </a:t>
            </a:r>
            <a:r>
              <a:rPr lang="en-US" err="1">
                <a:effectLst/>
              </a:rPr>
              <a:t>nulla</a:t>
            </a:r>
            <a:r>
              <a:rPr lang="en-US">
                <a:effectLst/>
              </a:rPr>
              <a:t> </a:t>
            </a:r>
            <a:r>
              <a:rPr lang="en-US" err="1">
                <a:effectLst/>
              </a:rPr>
              <a:t>erat</a:t>
            </a:r>
            <a:r>
              <a:rPr lang="en-US">
                <a:effectLst/>
              </a:rPr>
              <a:t> a magna. </a:t>
            </a:r>
            <a:r>
              <a:rPr lang="en-US" err="1">
                <a:effectLst/>
              </a:rPr>
              <a:t>Fusce</a:t>
            </a:r>
            <a:r>
              <a:rPr lang="en-US">
                <a:effectLst/>
              </a:rPr>
              <a:t> at dui </a:t>
            </a:r>
            <a:r>
              <a:rPr lang="en-US" err="1">
                <a:effectLst/>
              </a:rPr>
              <a:t>risus</a:t>
            </a:r>
            <a:r>
              <a:rPr lang="en-US">
                <a:effectLst/>
              </a:rPr>
              <a:t>. Proin </a:t>
            </a:r>
            <a:r>
              <a:rPr lang="en-US" err="1">
                <a:effectLst/>
              </a:rPr>
              <a:t>efficitur</a:t>
            </a:r>
            <a:r>
              <a:rPr lang="en-US">
                <a:effectLst/>
              </a:rPr>
              <a:t> </a:t>
            </a:r>
            <a:r>
              <a:rPr lang="en-US" err="1">
                <a:effectLst/>
              </a:rPr>
              <a:t>lectus</a:t>
            </a:r>
            <a:r>
              <a:rPr lang="en-US">
                <a:effectLst/>
              </a:rPr>
              <a:t> </a:t>
            </a:r>
            <a:r>
              <a:rPr lang="en-US" err="1">
                <a:effectLst/>
              </a:rPr>
              <a:t>neque</a:t>
            </a:r>
            <a:r>
              <a:rPr lang="en-US">
                <a:effectLst/>
              </a:rPr>
              <a:t>, </a:t>
            </a:r>
            <a:r>
              <a:rPr lang="en-US" err="1">
                <a:effectLst/>
              </a:rPr>
              <a:t>quis</a:t>
            </a:r>
            <a:r>
              <a:rPr lang="en-US">
                <a:effectLst/>
              </a:rPr>
              <a:t> semper </a:t>
            </a:r>
            <a:r>
              <a:rPr lang="en-US" err="1">
                <a:effectLst/>
              </a:rPr>
              <a:t>velit</a:t>
            </a:r>
            <a:r>
              <a:rPr lang="en-US">
                <a:effectLst/>
              </a:rPr>
              <a:t> </a:t>
            </a:r>
            <a:r>
              <a:rPr lang="en-US" err="1">
                <a:effectLst/>
              </a:rPr>
              <a:t>placerat</a:t>
            </a:r>
            <a:r>
              <a:rPr lang="en-US">
                <a:effectLst/>
              </a:rPr>
              <a:t> vel. Proin at </a:t>
            </a:r>
            <a:r>
              <a:rPr lang="en-US" err="1">
                <a:effectLst/>
              </a:rPr>
              <a:t>hendrerit</a:t>
            </a:r>
            <a:r>
              <a:rPr lang="en-US">
                <a:effectLst/>
              </a:rPr>
              <a:t> </a:t>
            </a:r>
            <a:r>
              <a:rPr lang="en-US" err="1">
                <a:effectLst/>
              </a:rPr>
              <a:t>tortor</a:t>
            </a:r>
            <a:r>
              <a:rPr lang="en-US">
                <a:effectLst/>
              </a:rPr>
              <a:t>, id tempus sem. </a:t>
            </a:r>
            <a:r>
              <a:rPr lang="en-US" err="1">
                <a:effectLst/>
              </a:rPr>
              <a:t>Suspendisse</a:t>
            </a:r>
            <a:r>
              <a:rPr lang="en-US">
                <a:effectLst/>
              </a:rPr>
              <a:t> non </a:t>
            </a:r>
            <a:r>
              <a:rPr lang="en-US" err="1">
                <a:effectLst/>
              </a:rPr>
              <a:t>lobortis</a:t>
            </a:r>
            <a:r>
              <a:rPr lang="en-US">
                <a:effectLst/>
              </a:rPr>
              <a:t> </a:t>
            </a:r>
            <a:r>
              <a:rPr lang="en-US" err="1">
                <a:effectLst/>
              </a:rPr>
              <a:t>augue</a:t>
            </a:r>
            <a:r>
              <a:rPr lang="en-US">
                <a:effectLst/>
              </a:rPr>
              <a:t>. Nunc </a:t>
            </a:r>
            <a:r>
              <a:rPr lang="en-US" err="1">
                <a:effectLst/>
              </a:rPr>
              <a:t>finibus</a:t>
            </a:r>
            <a:r>
              <a:rPr lang="en-US">
                <a:effectLst/>
              </a:rPr>
              <a:t> auctor </a:t>
            </a:r>
            <a:r>
              <a:rPr lang="en-US" err="1">
                <a:effectLst/>
              </a:rPr>
              <a:t>felis</a:t>
            </a:r>
            <a:r>
              <a:rPr lang="en-US">
                <a:effectLst/>
              </a:rPr>
              <a:t>, </a:t>
            </a:r>
            <a:r>
              <a:rPr lang="en-US" err="1">
                <a:effectLst/>
              </a:rPr>
              <a:t>eu</a:t>
            </a:r>
            <a:r>
              <a:rPr lang="en-US">
                <a:effectLst/>
              </a:rPr>
              <a:t> </a:t>
            </a:r>
            <a:r>
              <a:rPr lang="en-US" err="1">
                <a:effectLst/>
              </a:rPr>
              <a:t>egestas</a:t>
            </a:r>
            <a:r>
              <a:rPr lang="en-US">
                <a:effectLst/>
              </a:rPr>
              <a:t> </a:t>
            </a:r>
            <a:r>
              <a:rPr lang="en-US" err="1">
                <a:effectLst/>
              </a:rPr>
              <a:t>sem</a:t>
            </a:r>
            <a:r>
              <a:rPr lang="en-US">
                <a:effectLst/>
              </a:rPr>
              <a:t> </a:t>
            </a:r>
            <a:r>
              <a:rPr lang="en-US" err="1">
                <a:effectLst/>
              </a:rPr>
              <a:t>sollicitudin</a:t>
            </a:r>
            <a:r>
              <a:rPr lang="en-US">
                <a:effectLst/>
              </a:rPr>
              <a:t> </a:t>
            </a:r>
            <a:r>
              <a:rPr lang="en-US" err="1">
                <a:effectLst/>
              </a:rPr>
              <a:t>eget</a:t>
            </a:r>
            <a:r>
              <a:rPr lang="en-US">
                <a:effectLst/>
              </a:rPr>
              <a:t>. Donec </a:t>
            </a:r>
            <a:r>
              <a:rPr lang="en-US" err="1">
                <a:effectLst/>
              </a:rPr>
              <a:t>vehicula</a:t>
            </a:r>
            <a:r>
              <a:rPr lang="en-US">
                <a:effectLst/>
              </a:rPr>
              <a:t> </a:t>
            </a:r>
            <a:r>
              <a:rPr lang="en-US" err="1">
                <a:effectLst/>
              </a:rPr>
              <a:t>aliquet</a:t>
            </a:r>
            <a:r>
              <a:rPr lang="en-US">
                <a:effectLst/>
              </a:rPr>
              <a:t> ipsum </a:t>
            </a:r>
            <a:r>
              <a:rPr lang="en-US" err="1">
                <a:effectLst/>
              </a:rPr>
              <a:t>eu</a:t>
            </a:r>
            <a:r>
              <a:rPr lang="en-US">
                <a:effectLst/>
              </a:rPr>
              <a:t> </a:t>
            </a:r>
            <a:r>
              <a:rPr lang="en-US" err="1">
                <a:effectLst/>
              </a:rPr>
              <a:t>tincidunt</a:t>
            </a:r>
            <a:r>
              <a:rPr lang="en-US">
                <a:effectLst/>
              </a:rPr>
              <a:t>. </a:t>
            </a:r>
            <a:r>
              <a:rPr lang="en-US" err="1">
                <a:effectLst/>
              </a:rPr>
              <a:t>Curabitur</a:t>
            </a:r>
            <a:r>
              <a:rPr lang="en-US">
                <a:effectLst/>
              </a:rPr>
              <a:t> </a:t>
            </a:r>
            <a:r>
              <a:rPr lang="en-US" err="1">
                <a:effectLst/>
              </a:rPr>
              <a:t>tincidunt</a:t>
            </a:r>
            <a:r>
              <a:rPr lang="en-US">
                <a:effectLst/>
              </a:rPr>
              <a:t> </a:t>
            </a:r>
            <a:r>
              <a:rPr lang="en-US" err="1">
                <a:effectLst/>
              </a:rPr>
              <a:t>turpis</a:t>
            </a:r>
            <a:r>
              <a:rPr lang="en-US">
                <a:effectLst/>
              </a:rPr>
              <a:t> </a:t>
            </a:r>
            <a:r>
              <a:rPr lang="en-US" err="1">
                <a:effectLst/>
              </a:rPr>
              <a:t>neque</a:t>
            </a:r>
            <a:r>
              <a:rPr lang="en-US">
                <a:effectLst/>
              </a:rPr>
              <a:t>, vitae </a:t>
            </a:r>
            <a:r>
              <a:rPr lang="en-US" err="1">
                <a:effectLst/>
              </a:rPr>
              <a:t>placerat</a:t>
            </a:r>
            <a:r>
              <a:rPr lang="en-US">
                <a:effectLst/>
              </a:rPr>
              <a:t> </a:t>
            </a:r>
            <a:r>
              <a:rPr lang="en-US" err="1">
                <a:effectLst/>
              </a:rPr>
              <a:t>metus</a:t>
            </a:r>
            <a:r>
              <a:rPr lang="en-US">
                <a:effectLst/>
              </a:rPr>
              <a:t> tempus non. Nunc tempus </a:t>
            </a:r>
            <a:r>
              <a:rPr lang="en-US" err="1">
                <a:effectLst/>
              </a:rPr>
              <a:t>mauris</a:t>
            </a:r>
            <a:r>
              <a:rPr lang="en-US">
                <a:effectLst/>
              </a:rPr>
              <a:t> magna, at semper </a:t>
            </a:r>
            <a:r>
              <a:rPr lang="en-US" err="1">
                <a:effectLst/>
              </a:rPr>
              <a:t>nisl</a:t>
            </a:r>
            <a:r>
              <a:rPr lang="en-US">
                <a:effectLst/>
              </a:rPr>
              <a:t> </a:t>
            </a:r>
            <a:r>
              <a:rPr lang="en-US" err="1">
                <a:effectLst/>
              </a:rPr>
              <a:t>porttitor</a:t>
            </a:r>
            <a:r>
              <a:rPr lang="en-US">
                <a:effectLst/>
              </a:rPr>
              <a:t> in. Sed et </a:t>
            </a:r>
            <a:r>
              <a:rPr lang="en-US" err="1">
                <a:effectLst/>
              </a:rPr>
              <a:t>mattis</a:t>
            </a:r>
            <a:r>
              <a:rPr lang="en-US">
                <a:effectLst/>
              </a:rPr>
              <a:t> est. </a:t>
            </a:r>
            <a:r>
              <a:rPr lang="en-US" err="1">
                <a:effectLst/>
              </a:rPr>
              <a:t>Nullam</a:t>
            </a:r>
            <a:r>
              <a:rPr lang="en-US">
                <a:effectLst/>
              </a:rPr>
              <a:t> </a:t>
            </a:r>
            <a:r>
              <a:rPr lang="en-US" err="1">
                <a:effectLst/>
              </a:rPr>
              <a:t>rutrum</a:t>
            </a:r>
            <a:r>
              <a:rPr lang="en-US">
                <a:effectLst/>
              </a:rPr>
              <a:t> </a:t>
            </a:r>
            <a:r>
              <a:rPr lang="en-US" err="1">
                <a:effectLst/>
              </a:rPr>
              <a:t>lectus</a:t>
            </a:r>
            <a:r>
              <a:rPr lang="en-US">
                <a:effectLst/>
              </a:rPr>
              <a:t> </a:t>
            </a:r>
            <a:r>
              <a:rPr lang="en-US" err="1">
                <a:effectLst/>
              </a:rPr>
              <a:t>arcu</a:t>
            </a:r>
            <a:r>
              <a:rPr lang="en-US">
                <a:effectLst/>
              </a:rPr>
              <a:t>, </a:t>
            </a:r>
            <a:r>
              <a:rPr lang="en-US" err="1">
                <a:effectLst/>
              </a:rPr>
              <a:t>ut</a:t>
            </a:r>
            <a:r>
              <a:rPr lang="en-US">
                <a:effectLst/>
              </a:rPr>
              <a:t> </a:t>
            </a:r>
            <a:r>
              <a:rPr lang="en-US" err="1">
                <a:effectLst/>
              </a:rPr>
              <a:t>facilisis</a:t>
            </a:r>
            <a:r>
              <a:rPr lang="en-US">
                <a:effectLst/>
              </a:rPr>
              <a:t> dui </a:t>
            </a:r>
            <a:r>
              <a:rPr lang="en-US" err="1">
                <a:effectLst/>
              </a:rPr>
              <a:t>lobortis</a:t>
            </a:r>
            <a:r>
              <a:rPr lang="en-US">
                <a:effectLst/>
              </a:rPr>
              <a:t> </a:t>
            </a:r>
            <a:r>
              <a:rPr lang="en-US" err="1">
                <a:effectLst/>
              </a:rPr>
              <a:t>eu</a:t>
            </a:r>
            <a:r>
              <a:rPr lang="en-US">
                <a:effectLst/>
              </a:rPr>
              <a:t>.</a:t>
            </a:r>
            <a:endParaRPr lang="en-US"/>
          </a:p>
        </p:txBody>
      </p:sp>
      <p:sp>
        <p:nvSpPr>
          <p:cNvPr id="5" name="Process 4">
            <a:extLst>
              <a:ext uri="{FF2B5EF4-FFF2-40B4-BE49-F238E27FC236}">
                <a16:creationId xmlns:a16="http://schemas.microsoft.com/office/drawing/2014/main" id="{702124D0-3ECE-3545-6DE4-F9B12CE0DC2C}"/>
              </a:ext>
            </a:extLst>
          </p:cNvPr>
          <p:cNvSpPr>
            <a:spLocks noGrp="1" noRot="1" noMove="1" noResize="1" noEditPoints="1" noAdjustHandles="1" noChangeArrowheads="1" noChangeShapeType="1"/>
          </p:cNvSpPr>
          <p:nvPr userDrawn="1"/>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12" name="Arc 11">
            <a:extLst>
              <a:ext uri="{FF2B5EF4-FFF2-40B4-BE49-F238E27FC236}">
                <a16:creationId xmlns:a16="http://schemas.microsoft.com/office/drawing/2014/main" id="{04DD7991-F962-C1CD-1B70-FD0B6F8E28AD}"/>
              </a:ext>
            </a:extLst>
          </p:cNvPr>
          <p:cNvSpPr>
            <a:spLocks noGrp="1" noRot="1" noMove="1" noResize="1" noEditPoints="1" noAdjustHandles="1" noChangeArrowheads="1" noChangeShapeType="1"/>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3" name="Arc 11">
            <a:extLst>
              <a:ext uri="{FF2B5EF4-FFF2-40B4-BE49-F238E27FC236}">
                <a16:creationId xmlns:a16="http://schemas.microsoft.com/office/drawing/2014/main" id="{D87D93B1-025A-7212-05B1-00BE09AA861B}"/>
              </a:ext>
            </a:extLst>
          </p:cNvPr>
          <p:cNvSpPr>
            <a:spLocks noGrp="1" noRot="1" noMove="1" noResize="1" noEditPoints="1" noAdjustHandles="1" noChangeArrowheads="1" noChangeShapeType="1"/>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pic>
        <p:nvPicPr>
          <p:cNvPr id="11" name="Graphic 10">
            <a:extLst>
              <a:ext uri="{FF2B5EF4-FFF2-40B4-BE49-F238E27FC236}">
                <a16:creationId xmlns:a16="http://schemas.microsoft.com/office/drawing/2014/main" id="{3A796EBE-B2D0-5C11-1F6A-ED0B98A8D06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10607" y="222069"/>
            <a:ext cx="1318093" cy="323306"/>
          </a:xfrm>
          <a:prstGeom prst="rect">
            <a:avLst/>
          </a:prstGeom>
        </p:spPr>
      </p:pic>
      <p:pic>
        <p:nvPicPr>
          <p:cNvPr id="2" name="Picture 1">
            <a:extLst>
              <a:ext uri="{FF2B5EF4-FFF2-40B4-BE49-F238E27FC236}">
                <a16:creationId xmlns:a16="http://schemas.microsoft.com/office/drawing/2014/main" id="{FAB5DF2D-D37E-24E4-12AC-8D6F920746A7}"/>
              </a:ext>
            </a:extLst>
          </p:cNvPr>
          <p:cNvPicPr/>
          <p:nvPr/>
        </p:nvPicPr>
        <p:blipFill>
          <a:blip r:embed="rId2" cstate="screen">
            <a:extLst>
              <a:ext uri="{28A0092B-C50C-407E-A947-70E740481C1C}">
                <a14:useLocalDpi xmlns:a14="http://schemas.microsoft.com/office/drawing/2010/main"/>
              </a:ext>
            </a:extLst>
          </a:blip>
          <a:srcRect/>
          <a:stretch/>
        </p:blipFill>
        <p:spPr>
          <a:xfrm>
            <a:off x="0" y="1260474"/>
            <a:ext cx="6068255" cy="5597525"/>
          </a:xfrm>
          <a:prstGeom prst="rect">
            <a:avLst/>
          </a:prstGeom>
        </p:spPr>
      </p:pic>
      <p:sp>
        <p:nvSpPr>
          <p:cNvPr id="9" name="Arc 11">
            <a:extLst>
              <a:ext uri="{FF2B5EF4-FFF2-40B4-BE49-F238E27FC236}">
                <a16:creationId xmlns:a16="http://schemas.microsoft.com/office/drawing/2014/main" id="{E9E1D76C-5B78-5268-29AB-A7E1B2FD09BF}"/>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0" name="Arc 11">
            <a:extLst>
              <a:ext uri="{FF2B5EF4-FFF2-40B4-BE49-F238E27FC236}">
                <a16:creationId xmlns:a16="http://schemas.microsoft.com/office/drawing/2014/main" id="{B74288A5-FCF9-751B-43F8-E41EEF143ADD}"/>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pic>
        <p:nvPicPr>
          <p:cNvPr id="20" name="Picture 19">
            <a:extLst>
              <a:ext uri="{FF2B5EF4-FFF2-40B4-BE49-F238E27FC236}">
                <a16:creationId xmlns:a16="http://schemas.microsoft.com/office/drawing/2014/main" id="{BF764F08-B1A2-3949-2206-A861527350CD}"/>
              </a:ext>
            </a:extLst>
          </p:cNvPr>
          <p:cNvPicPr/>
          <p:nvPr/>
        </p:nvPicPr>
        <p:blipFill>
          <a:blip r:embed="rId2" cstate="screen">
            <a:extLst>
              <a:ext uri="{28A0092B-C50C-407E-A947-70E740481C1C}">
                <a14:useLocalDpi xmlns:a14="http://schemas.microsoft.com/office/drawing/2010/main"/>
              </a:ext>
            </a:extLst>
          </a:blip>
          <a:srcRect/>
          <a:stretch/>
        </p:blipFill>
        <p:spPr>
          <a:xfrm>
            <a:off x="0" y="1260474"/>
            <a:ext cx="6068255" cy="5597525"/>
          </a:xfrm>
          <a:prstGeom prst="rect">
            <a:avLst/>
          </a:prstGeom>
        </p:spPr>
      </p:pic>
      <p:sp>
        <p:nvSpPr>
          <p:cNvPr id="22" name="Arc 11">
            <a:extLst>
              <a:ext uri="{FF2B5EF4-FFF2-40B4-BE49-F238E27FC236}">
                <a16:creationId xmlns:a16="http://schemas.microsoft.com/office/drawing/2014/main" id="{3B06C35C-E58D-2B53-98AF-B9A38DE91E9B}"/>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3" name="Arc 11">
            <a:extLst>
              <a:ext uri="{FF2B5EF4-FFF2-40B4-BE49-F238E27FC236}">
                <a16:creationId xmlns:a16="http://schemas.microsoft.com/office/drawing/2014/main" id="{1CB0F631-85C4-1620-A3DC-CD8ECC1910B1}"/>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5" name="TextBox 14">
            <a:extLst>
              <a:ext uri="{FF2B5EF4-FFF2-40B4-BE49-F238E27FC236}">
                <a16:creationId xmlns:a16="http://schemas.microsoft.com/office/drawing/2014/main" id="{0A841211-4B50-F236-E9A0-C84B5D313135}"/>
              </a:ext>
            </a:extLst>
          </p:cNvPr>
          <p:cNvSpPr txBox="1"/>
          <p:nvPr userDrawn="1"/>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tx1"/>
                </a:solidFill>
                <a:latin typeface="+mn-lt"/>
              </a:rPr>
              <a:t>‹#›</a:t>
            </a:fld>
            <a:endParaRPr lang="en-US" sz="800" b="1" i="0" dirty="0">
              <a:solidFill>
                <a:schemeClr val="tx1"/>
              </a:solidFill>
              <a:latin typeface="+mn-lt"/>
            </a:endParaRPr>
          </a:p>
        </p:txBody>
      </p:sp>
      <p:sp>
        <p:nvSpPr>
          <p:cNvPr id="3" name="Text Placeholder 16">
            <a:extLst>
              <a:ext uri="{FF2B5EF4-FFF2-40B4-BE49-F238E27FC236}">
                <a16:creationId xmlns:a16="http://schemas.microsoft.com/office/drawing/2014/main" id="{112ED4CF-D534-3FCF-C6BE-711B438392F3}"/>
              </a:ext>
            </a:extLst>
          </p:cNvPr>
          <p:cNvSpPr>
            <a:spLocks noGrp="1"/>
          </p:cNvSpPr>
          <p:nvPr>
            <p:ph type="body" sz="quarter" idx="17" hasCustomPrompt="1"/>
          </p:nvPr>
        </p:nvSpPr>
        <p:spPr>
          <a:xfrm>
            <a:off x="449351" y="380998"/>
            <a:ext cx="8260696" cy="381001"/>
          </a:xfrm>
          <a:prstGeom prst="rect">
            <a:avLst/>
          </a:prstGeom>
        </p:spPr>
        <p:txBody>
          <a:bodyPr anchor="b">
            <a:noAutofit/>
          </a:bodyPr>
          <a:lstStyle>
            <a:lvl1pPr marL="45720" indent="0">
              <a:buNone/>
              <a:defRPr sz="2200" b="1" i="0">
                <a:solidFill>
                  <a:schemeClr val="tx1"/>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7" name="Text Placeholder 16">
            <a:extLst>
              <a:ext uri="{FF2B5EF4-FFF2-40B4-BE49-F238E27FC236}">
                <a16:creationId xmlns:a16="http://schemas.microsoft.com/office/drawing/2014/main" id="{49393404-5363-4070-BCC5-CBDFC24420F4}"/>
              </a:ext>
            </a:extLst>
          </p:cNvPr>
          <p:cNvSpPr>
            <a:spLocks noGrp="1"/>
          </p:cNvSpPr>
          <p:nvPr>
            <p:ph type="body" sz="quarter" idx="15" hasCustomPrompt="1"/>
          </p:nvPr>
        </p:nvSpPr>
        <p:spPr>
          <a:xfrm>
            <a:off x="449351" y="837300"/>
            <a:ext cx="8260696" cy="381001"/>
          </a:xfrm>
          <a:prstGeom prst="rect">
            <a:avLst/>
          </a:prstGeom>
        </p:spPr>
        <p:txBody>
          <a:bodyPr anchor="t">
            <a:noAutofit/>
          </a:bodyPr>
          <a:lstStyle>
            <a:lvl1pPr marL="45720" indent="0">
              <a:buNone/>
              <a:defRPr sz="1400" b="0" i="0">
                <a:solidFill>
                  <a:schemeClr val="tx1"/>
                </a:solidFill>
                <a:latin typeface="DM Sans Medium" pitchFamily="50" charset="0"/>
              </a:defRPr>
            </a:lvl1pPr>
            <a:lvl2pPr>
              <a:defRPr sz="3400"/>
            </a:lvl2pPr>
            <a:lvl3pPr>
              <a:defRPr sz="3400"/>
            </a:lvl3pPr>
            <a:lvl4pPr>
              <a:defRPr sz="3400"/>
            </a:lvl4pPr>
            <a:lvl5pPr>
              <a:defRPr sz="3400"/>
            </a:lvl5pPr>
          </a:lstStyle>
          <a:p>
            <a:pPr lvl="0"/>
            <a:r>
              <a:rPr lang="en-US" dirty="0"/>
              <a:t>Title Goes Here (H2*)</a:t>
            </a:r>
          </a:p>
        </p:txBody>
      </p:sp>
      <p:sp>
        <p:nvSpPr>
          <p:cNvPr id="4" name="TextBox 3">
            <a:extLst>
              <a:ext uri="{FF2B5EF4-FFF2-40B4-BE49-F238E27FC236}">
                <a16:creationId xmlns:a16="http://schemas.microsoft.com/office/drawing/2014/main" id="{2986A6DB-8D10-FDA7-1910-95F53BA269E9}"/>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pic>
        <p:nvPicPr>
          <p:cNvPr id="6" name="Picture 5">
            <a:extLst>
              <a:ext uri="{FF2B5EF4-FFF2-40B4-BE49-F238E27FC236}">
                <a16:creationId xmlns:a16="http://schemas.microsoft.com/office/drawing/2014/main" id="{6BADA1B2-7CEF-D5F3-3BE9-BFBE81E08AF0}"/>
              </a:ext>
            </a:extLst>
          </p:cNvPr>
          <p:cNvPicPr/>
          <p:nvPr userDrawn="1"/>
        </p:nvPicPr>
        <p:blipFill>
          <a:blip r:embed="rId2" cstate="screen">
            <a:extLst>
              <a:ext uri="{28A0092B-C50C-407E-A947-70E740481C1C}">
                <a14:useLocalDpi xmlns:a14="http://schemas.microsoft.com/office/drawing/2010/main"/>
              </a:ext>
            </a:extLst>
          </a:blip>
          <a:srcRect/>
          <a:stretch/>
        </p:blipFill>
        <p:spPr>
          <a:xfrm>
            <a:off x="0" y="1260474"/>
            <a:ext cx="6068255" cy="5597525"/>
          </a:xfrm>
          <a:prstGeom prst="rect">
            <a:avLst/>
          </a:prstGeom>
        </p:spPr>
      </p:pic>
      <p:sp>
        <p:nvSpPr>
          <p:cNvPr id="8" name="Arc 11">
            <a:extLst>
              <a:ext uri="{FF2B5EF4-FFF2-40B4-BE49-F238E27FC236}">
                <a16:creationId xmlns:a16="http://schemas.microsoft.com/office/drawing/2014/main" id="{9C20BE17-DBEB-D40E-1D90-A5D4D5558CCC}"/>
              </a:ext>
            </a:extLst>
          </p:cNvPr>
          <p:cNvSpPr/>
          <p:nvPr userDrawn="1"/>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8" name="Arc 11">
            <a:extLst>
              <a:ext uri="{FF2B5EF4-FFF2-40B4-BE49-F238E27FC236}">
                <a16:creationId xmlns:a16="http://schemas.microsoft.com/office/drawing/2014/main" id="{3F50613B-F986-DF3B-8CCB-9E13152D042D}"/>
              </a:ext>
            </a:extLst>
          </p:cNvPr>
          <p:cNvSpPr/>
          <p:nvPr userDrawn="1"/>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Tree>
    <p:extLst>
      <p:ext uri="{BB962C8B-B14F-4D97-AF65-F5344CB8AC3E}">
        <p14:creationId xmlns:p14="http://schemas.microsoft.com/office/powerpoint/2010/main" val="76238155"/>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_Text_&amp;_Image_Placeholder-4">
    <p:bg>
      <p:bgRef idx="1001">
        <a:schemeClr val="bg1"/>
      </p:bgRef>
    </p:bg>
    <p:spTree>
      <p:nvGrpSpPr>
        <p:cNvPr id="1" name=""/>
        <p:cNvGrpSpPr/>
        <p:nvPr/>
      </p:nvGrpSpPr>
      <p:grpSpPr>
        <a:xfrm>
          <a:off x="0" y="0"/>
          <a:ext cx="0" cy="0"/>
          <a:chOff x="0" y="0"/>
          <a:chExt cx="0" cy="0"/>
        </a:xfrm>
      </p:grpSpPr>
      <p:sp>
        <p:nvSpPr>
          <p:cNvPr id="5" name="Process 4">
            <a:extLst>
              <a:ext uri="{FF2B5EF4-FFF2-40B4-BE49-F238E27FC236}">
                <a16:creationId xmlns:a16="http://schemas.microsoft.com/office/drawing/2014/main" id="{702124D0-3ECE-3545-6DE4-F9B12CE0DC2C}"/>
              </a:ext>
            </a:extLst>
          </p:cNvPr>
          <p:cNvSpPr>
            <a:spLocks noGrp="1" noRot="1" noMove="1" noResize="1" noEditPoints="1" noAdjustHandles="1" noChangeArrowheads="1" noChangeShapeType="1"/>
          </p:cNvSpPr>
          <p:nvPr userDrawn="1"/>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12" name="Arc 11">
            <a:extLst>
              <a:ext uri="{FF2B5EF4-FFF2-40B4-BE49-F238E27FC236}">
                <a16:creationId xmlns:a16="http://schemas.microsoft.com/office/drawing/2014/main" id="{04DD7991-F962-C1CD-1B70-FD0B6F8E28AD}"/>
              </a:ext>
            </a:extLst>
          </p:cNvPr>
          <p:cNvSpPr>
            <a:spLocks noGrp="1" noRot="1" noMove="1" noResize="1" noEditPoints="1" noAdjustHandles="1" noChangeArrowheads="1" noChangeShapeType="1"/>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3" name="Arc 11">
            <a:extLst>
              <a:ext uri="{FF2B5EF4-FFF2-40B4-BE49-F238E27FC236}">
                <a16:creationId xmlns:a16="http://schemas.microsoft.com/office/drawing/2014/main" id="{D87D93B1-025A-7212-05B1-00BE09AA861B}"/>
              </a:ext>
            </a:extLst>
          </p:cNvPr>
          <p:cNvSpPr>
            <a:spLocks noGrp="1" noRot="1" noMove="1" noResize="1" noEditPoints="1" noAdjustHandles="1" noChangeArrowheads="1" noChangeShapeType="1"/>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pic>
        <p:nvPicPr>
          <p:cNvPr id="11" name="Graphic 10">
            <a:extLst>
              <a:ext uri="{FF2B5EF4-FFF2-40B4-BE49-F238E27FC236}">
                <a16:creationId xmlns:a16="http://schemas.microsoft.com/office/drawing/2014/main" id="{3A796EBE-B2D0-5C11-1F6A-ED0B98A8D06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10607" y="222069"/>
            <a:ext cx="1318093" cy="323306"/>
          </a:xfrm>
          <a:prstGeom prst="rect">
            <a:avLst/>
          </a:prstGeom>
        </p:spPr>
      </p:pic>
      <p:sp>
        <p:nvSpPr>
          <p:cNvPr id="3" name="Picture Placeholder 20">
            <a:extLst>
              <a:ext uri="{FF2B5EF4-FFF2-40B4-BE49-F238E27FC236}">
                <a16:creationId xmlns:a16="http://schemas.microsoft.com/office/drawing/2014/main" id="{03EDDA6B-E0C5-00DF-02F6-2A4FC5E24885}"/>
              </a:ext>
            </a:extLst>
          </p:cNvPr>
          <p:cNvSpPr>
            <a:spLocks noGrp="1"/>
          </p:cNvSpPr>
          <p:nvPr>
            <p:ph type="pic" sz="quarter" idx="17"/>
          </p:nvPr>
        </p:nvSpPr>
        <p:spPr>
          <a:xfrm>
            <a:off x="0" y="1260475"/>
            <a:ext cx="6096000" cy="5597526"/>
          </a:xfrm>
          <a:prstGeom prst="rect">
            <a:avLst/>
          </a:prstGeom>
        </p:spPr>
        <p:txBody>
          <a:bodyPr/>
          <a:lstStyle>
            <a:lvl1pPr>
              <a:defRPr>
                <a:latin typeface="+mn-lt"/>
              </a:defRPr>
            </a:lvl1pPr>
          </a:lstStyle>
          <a:p>
            <a:r>
              <a:rPr lang="en-US"/>
              <a:t>Click icon to add picture</a:t>
            </a:r>
          </a:p>
        </p:txBody>
      </p:sp>
      <p:sp>
        <p:nvSpPr>
          <p:cNvPr id="6" name="Arc 11">
            <a:extLst>
              <a:ext uri="{FF2B5EF4-FFF2-40B4-BE49-F238E27FC236}">
                <a16:creationId xmlns:a16="http://schemas.microsoft.com/office/drawing/2014/main" id="{C57EA7CA-C619-CAA9-AF3E-9D0054B1999D}"/>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8" name="Arc 11">
            <a:extLst>
              <a:ext uri="{FF2B5EF4-FFF2-40B4-BE49-F238E27FC236}">
                <a16:creationId xmlns:a16="http://schemas.microsoft.com/office/drawing/2014/main" id="{CFAA8987-2891-E094-8A67-4BCCD4E21BEF}"/>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0" name="Arc 11">
            <a:extLst>
              <a:ext uri="{FF2B5EF4-FFF2-40B4-BE49-F238E27FC236}">
                <a16:creationId xmlns:a16="http://schemas.microsoft.com/office/drawing/2014/main" id="{014B5248-EF7D-41FC-BCE4-3BBF201C436F}"/>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1" name="Arc 11">
            <a:extLst>
              <a:ext uri="{FF2B5EF4-FFF2-40B4-BE49-F238E27FC236}">
                <a16:creationId xmlns:a16="http://schemas.microsoft.com/office/drawing/2014/main" id="{9239ACEB-9F83-39B0-A072-2E40D4570225}"/>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6" name="TextBox 25">
            <a:extLst>
              <a:ext uri="{FF2B5EF4-FFF2-40B4-BE49-F238E27FC236}">
                <a16:creationId xmlns:a16="http://schemas.microsoft.com/office/drawing/2014/main" id="{F379C9A4-8DD2-EF37-DDF2-24B70D785CA1}"/>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tx1"/>
                </a:solidFill>
                <a:latin typeface="+mn-lt"/>
              </a:rPr>
              <a:t>‹#›</a:t>
            </a:fld>
            <a:endParaRPr lang="en-US" sz="800" b="1" i="0" dirty="0">
              <a:solidFill>
                <a:schemeClr val="tx1"/>
              </a:solidFill>
              <a:latin typeface="+mn-lt"/>
            </a:endParaRPr>
          </a:p>
        </p:txBody>
      </p:sp>
      <p:sp>
        <p:nvSpPr>
          <p:cNvPr id="4" name="Text Placeholder 16">
            <a:extLst>
              <a:ext uri="{FF2B5EF4-FFF2-40B4-BE49-F238E27FC236}">
                <a16:creationId xmlns:a16="http://schemas.microsoft.com/office/drawing/2014/main" id="{0420752F-EC69-8518-101E-6653EDE9A809}"/>
              </a:ext>
            </a:extLst>
          </p:cNvPr>
          <p:cNvSpPr>
            <a:spLocks noGrp="1"/>
          </p:cNvSpPr>
          <p:nvPr>
            <p:ph type="body" sz="quarter" idx="12" hasCustomPrompt="1"/>
          </p:nvPr>
        </p:nvSpPr>
        <p:spPr>
          <a:xfrm>
            <a:off x="449351" y="398928"/>
            <a:ext cx="8405486" cy="381001"/>
          </a:xfrm>
          <a:prstGeom prst="rect">
            <a:avLst/>
          </a:prstGeom>
        </p:spPr>
        <p:txBody>
          <a:bodyPr anchor="ctr">
            <a:noAutofit/>
          </a:bodyPr>
          <a:lstStyle>
            <a:lvl1pPr marL="45720" indent="0">
              <a:buNone/>
              <a:defRPr sz="2200" b="1" i="0">
                <a:solidFill>
                  <a:schemeClr val="tx1"/>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7" name="Text Placeholder 8">
            <a:extLst>
              <a:ext uri="{FF2B5EF4-FFF2-40B4-BE49-F238E27FC236}">
                <a16:creationId xmlns:a16="http://schemas.microsoft.com/office/drawing/2014/main" id="{103C4D83-7B3D-0291-EE13-535A35A6B759}"/>
              </a:ext>
            </a:extLst>
          </p:cNvPr>
          <p:cNvSpPr>
            <a:spLocks noGrp="1"/>
          </p:cNvSpPr>
          <p:nvPr>
            <p:ph type="body" sz="quarter" idx="14" hasCustomPrompt="1"/>
          </p:nvPr>
        </p:nvSpPr>
        <p:spPr>
          <a:xfrm>
            <a:off x="6479655" y="2682559"/>
            <a:ext cx="5348807" cy="308509"/>
          </a:xfrm>
        </p:spPr>
        <p:txBody>
          <a:bodyPr lIns="0" tIns="0" rIns="0" bIns="0" anchor="b">
            <a:noAutofit/>
          </a:bodyPr>
          <a:lstStyle>
            <a:lvl1pPr marL="0" indent="0">
              <a:lnSpc>
                <a:spcPct val="100000"/>
              </a:lnSpc>
              <a:spcBef>
                <a:spcPts val="0"/>
              </a:spcBef>
              <a:spcAft>
                <a:spcPts val="600"/>
              </a:spcAft>
              <a:buFont typeface="DM Sans" panose="020B0604020202020204" pitchFamily="34" charset="0"/>
              <a:buNone/>
              <a:defRPr sz="1300" b="1">
                <a:latin typeface="+mn-lt"/>
              </a:defRPr>
            </a:lvl1pPr>
          </a:lstStyle>
          <a:p>
            <a:pPr lvl="0"/>
            <a:r>
              <a:rPr lang="en-US"/>
              <a:t>Lorem ipsum dolor sit </a:t>
            </a:r>
            <a:r>
              <a:rPr lang="en-US" err="1"/>
              <a:t>amet</a:t>
            </a:r>
            <a:endParaRPr lang="en-US"/>
          </a:p>
        </p:txBody>
      </p:sp>
      <p:sp>
        <p:nvSpPr>
          <p:cNvPr id="9" name="Text Placeholder 8">
            <a:extLst>
              <a:ext uri="{FF2B5EF4-FFF2-40B4-BE49-F238E27FC236}">
                <a16:creationId xmlns:a16="http://schemas.microsoft.com/office/drawing/2014/main" id="{EE05B473-B8BB-FB36-B4DB-3C3CE03A2653}"/>
              </a:ext>
            </a:extLst>
          </p:cNvPr>
          <p:cNvSpPr>
            <a:spLocks noGrp="1"/>
          </p:cNvSpPr>
          <p:nvPr>
            <p:ph type="body" sz="quarter" idx="16" hasCustomPrompt="1"/>
          </p:nvPr>
        </p:nvSpPr>
        <p:spPr>
          <a:xfrm>
            <a:off x="6479655" y="3102964"/>
            <a:ext cx="5348807" cy="2812414"/>
          </a:xfrm>
        </p:spPr>
        <p:txBody>
          <a:bodyPr lIns="0" tIns="0" rIns="0" bIns="0" anchor="t">
            <a:noAutofit/>
          </a:bodyPr>
          <a:lstStyle>
            <a:lvl1pPr marL="0" indent="0">
              <a:lnSpc>
                <a:spcPct val="100000"/>
              </a:lnSpc>
              <a:spcBef>
                <a:spcPts val="0"/>
              </a:spcBef>
              <a:spcAft>
                <a:spcPts val="600"/>
              </a:spcAft>
              <a:buFont typeface="DM Sans" panose="020B0604020202020204" pitchFamily="34" charset="0"/>
              <a:buNone/>
              <a:defRPr sz="1300" b="0">
                <a:latin typeface="+mn-lt"/>
              </a:defRPr>
            </a:lvl1pPr>
          </a:lstStyle>
          <a:p>
            <a:pPr lvl="0"/>
            <a:r>
              <a:rPr lang="en-US" dirty="0" err="1">
                <a:effectLst/>
              </a:rPr>
              <a:t>Consectetur</a:t>
            </a:r>
            <a:r>
              <a:rPr lang="en-US" dirty="0">
                <a:effectLst/>
              </a:rPr>
              <a:t> </a:t>
            </a:r>
            <a:r>
              <a:rPr lang="en-US" dirty="0" err="1">
                <a:effectLst/>
              </a:rPr>
              <a:t>adipiscing</a:t>
            </a:r>
            <a:r>
              <a:rPr lang="en-US" dirty="0">
                <a:effectLst/>
              </a:rPr>
              <a:t> </a:t>
            </a:r>
            <a:r>
              <a:rPr lang="en-US" dirty="0" err="1">
                <a:effectLst/>
              </a:rPr>
              <a:t>elit</a:t>
            </a:r>
            <a:r>
              <a:rPr lang="en-US" dirty="0">
                <a:effectLst/>
              </a:rPr>
              <a:t>. Ut sed </a:t>
            </a:r>
            <a:r>
              <a:rPr lang="en-US" dirty="0" err="1">
                <a:effectLst/>
              </a:rPr>
              <a:t>orci</a:t>
            </a:r>
            <a:r>
              <a:rPr lang="en-US" dirty="0">
                <a:effectLst/>
              </a:rPr>
              <a:t> </a:t>
            </a:r>
            <a:r>
              <a:rPr lang="en-US" dirty="0" err="1">
                <a:effectLst/>
              </a:rPr>
              <a:t>molestie</a:t>
            </a:r>
            <a:r>
              <a:rPr lang="en-US" dirty="0">
                <a:effectLst/>
              </a:rPr>
              <a:t>, </a:t>
            </a:r>
            <a:r>
              <a:rPr lang="en-US" dirty="0" err="1">
                <a:effectLst/>
              </a:rPr>
              <a:t>varius</a:t>
            </a:r>
            <a:r>
              <a:rPr lang="en-US" dirty="0">
                <a:effectLst/>
              </a:rPr>
              <a:t> </a:t>
            </a:r>
            <a:r>
              <a:rPr lang="en-US" dirty="0" err="1">
                <a:effectLst/>
              </a:rPr>
              <a:t>lectus</a:t>
            </a:r>
            <a:r>
              <a:rPr lang="en-US" dirty="0">
                <a:effectLst/>
              </a:rPr>
              <a:t> et, </a:t>
            </a:r>
            <a:r>
              <a:rPr lang="en-US" dirty="0" err="1">
                <a:effectLst/>
              </a:rPr>
              <a:t>facilisis</a:t>
            </a:r>
            <a:r>
              <a:rPr lang="en-US" dirty="0">
                <a:effectLst/>
              </a:rPr>
              <a:t> </a:t>
            </a:r>
            <a:r>
              <a:rPr lang="en-US" dirty="0" err="1">
                <a:effectLst/>
              </a:rPr>
              <a:t>massa</a:t>
            </a:r>
            <a:r>
              <a:rPr lang="en-US" dirty="0">
                <a:effectLst/>
              </a:rPr>
              <a:t>. Sed </a:t>
            </a:r>
            <a:r>
              <a:rPr lang="en-US" dirty="0" err="1">
                <a:effectLst/>
              </a:rPr>
              <a:t>consequat</a:t>
            </a:r>
            <a:r>
              <a:rPr lang="en-US" dirty="0">
                <a:effectLst/>
              </a:rPr>
              <a:t>, nisi sed </a:t>
            </a:r>
            <a:r>
              <a:rPr lang="en-US" dirty="0" err="1">
                <a:effectLst/>
              </a:rPr>
              <a:t>bibendum</a:t>
            </a:r>
            <a:r>
              <a:rPr lang="en-US" dirty="0">
                <a:effectLst/>
              </a:rPr>
              <a:t> </a:t>
            </a:r>
            <a:r>
              <a:rPr lang="en-US" dirty="0" err="1">
                <a:effectLst/>
              </a:rPr>
              <a:t>mattis</a:t>
            </a:r>
            <a:r>
              <a:rPr lang="en-US" dirty="0">
                <a:effectLst/>
              </a:rPr>
              <a:t>, </a:t>
            </a:r>
            <a:r>
              <a:rPr lang="en-US" dirty="0" err="1">
                <a:effectLst/>
              </a:rPr>
              <a:t>tortor</a:t>
            </a:r>
            <a:r>
              <a:rPr lang="en-US" dirty="0">
                <a:effectLst/>
              </a:rPr>
              <a:t> </a:t>
            </a:r>
            <a:r>
              <a:rPr lang="en-US" dirty="0" err="1">
                <a:effectLst/>
              </a:rPr>
              <a:t>metus</a:t>
            </a:r>
            <a:r>
              <a:rPr lang="en-US" dirty="0">
                <a:effectLst/>
              </a:rPr>
              <a:t> </a:t>
            </a:r>
            <a:r>
              <a:rPr lang="en-US" dirty="0" err="1">
                <a:effectLst/>
              </a:rPr>
              <a:t>molestie</a:t>
            </a:r>
            <a:r>
              <a:rPr lang="en-US" dirty="0">
                <a:effectLst/>
              </a:rPr>
              <a:t> </a:t>
            </a:r>
            <a:r>
              <a:rPr lang="en-US" dirty="0" err="1">
                <a:effectLst/>
              </a:rPr>
              <a:t>nunc</a:t>
            </a:r>
            <a:r>
              <a:rPr lang="en-US" dirty="0">
                <a:effectLst/>
              </a:rPr>
              <a:t>, non </a:t>
            </a:r>
            <a:r>
              <a:rPr lang="en-US" dirty="0" err="1">
                <a:effectLst/>
              </a:rPr>
              <a:t>vehicula</a:t>
            </a:r>
            <a:r>
              <a:rPr lang="en-US" dirty="0">
                <a:effectLst/>
              </a:rPr>
              <a:t> </a:t>
            </a:r>
            <a:r>
              <a:rPr lang="en-US" dirty="0" err="1">
                <a:effectLst/>
              </a:rPr>
              <a:t>nulla</a:t>
            </a:r>
            <a:r>
              <a:rPr lang="en-US" dirty="0">
                <a:effectLst/>
              </a:rPr>
              <a:t> </a:t>
            </a:r>
            <a:r>
              <a:rPr lang="en-US" dirty="0" err="1">
                <a:effectLst/>
              </a:rPr>
              <a:t>erat</a:t>
            </a:r>
            <a:r>
              <a:rPr lang="en-US" dirty="0">
                <a:effectLst/>
              </a:rPr>
              <a:t> a magna. </a:t>
            </a:r>
            <a:r>
              <a:rPr lang="en-US" dirty="0" err="1">
                <a:effectLst/>
              </a:rPr>
              <a:t>Fusce</a:t>
            </a:r>
            <a:r>
              <a:rPr lang="en-US" dirty="0">
                <a:effectLst/>
              </a:rPr>
              <a:t> at dui </a:t>
            </a:r>
            <a:r>
              <a:rPr lang="en-US" dirty="0" err="1">
                <a:effectLst/>
              </a:rPr>
              <a:t>risus</a:t>
            </a:r>
            <a:r>
              <a:rPr lang="en-US" dirty="0">
                <a:effectLst/>
              </a:rPr>
              <a:t>. Proin </a:t>
            </a:r>
            <a:r>
              <a:rPr lang="en-US" dirty="0" err="1">
                <a:effectLst/>
              </a:rPr>
              <a:t>efficitur</a:t>
            </a:r>
            <a:r>
              <a:rPr lang="en-US" dirty="0">
                <a:effectLst/>
              </a:rPr>
              <a:t> </a:t>
            </a:r>
            <a:r>
              <a:rPr lang="en-US" dirty="0" err="1">
                <a:effectLst/>
              </a:rPr>
              <a:t>lectus</a:t>
            </a:r>
            <a:r>
              <a:rPr lang="en-US" dirty="0">
                <a:effectLst/>
              </a:rPr>
              <a:t> </a:t>
            </a:r>
            <a:r>
              <a:rPr lang="en-US" dirty="0" err="1">
                <a:effectLst/>
              </a:rPr>
              <a:t>neque</a:t>
            </a:r>
            <a:r>
              <a:rPr lang="en-US" dirty="0">
                <a:effectLst/>
              </a:rPr>
              <a:t>, </a:t>
            </a:r>
            <a:r>
              <a:rPr lang="en-US" dirty="0" err="1">
                <a:effectLst/>
              </a:rPr>
              <a:t>quis</a:t>
            </a:r>
            <a:r>
              <a:rPr lang="en-US" dirty="0">
                <a:effectLst/>
              </a:rPr>
              <a:t> semper </a:t>
            </a:r>
            <a:r>
              <a:rPr lang="en-US" dirty="0" err="1">
                <a:effectLst/>
              </a:rPr>
              <a:t>velit</a:t>
            </a:r>
            <a:r>
              <a:rPr lang="en-US" dirty="0">
                <a:effectLst/>
              </a:rPr>
              <a:t> </a:t>
            </a:r>
            <a:r>
              <a:rPr lang="en-US" dirty="0" err="1">
                <a:effectLst/>
              </a:rPr>
              <a:t>placerat</a:t>
            </a:r>
            <a:r>
              <a:rPr lang="en-US" dirty="0">
                <a:effectLst/>
              </a:rPr>
              <a:t> vel. Proin at </a:t>
            </a:r>
            <a:r>
              <a:rPr lang="en-US" dirty="0" err="1">
                <a:effectLst/>
              </a:rPr>
              <a:t>hendrerit</a:t>
            </a:r>
            <a:r>
              <a:rPr lang="en-US" dirty="0">
                <a:effectLst/>
              </a:rPr>
              <a:t> </a:t>
            </a:r>
            <a:r>
              <a:rPr lang="en-US" dirty="0" err="1">
                <a:effectLst/>
              </a:rPr>
              <a:t>tortor</a:t>
            </a:r>
            <a:r>
              <a:rPr lang="en-US" dirty="0">
                <a:effectLst/>
              </a:rPr>
              <a:t>, id tempus sem. </a:t>
            </a:r>
            <a:r>
              <a:rPr lang="en-US" dirty="0" err="1">
                <a:effectLst/>
              </a:rPr>
              <a:t>Suspendisse</a:t>
            </a:r>
            <a:r>
              <a:rPr lang="en-US" dirty="0">
                <a:effectLst/>
              </a:rPr>
              <a:t> non </a:t>
            </a:r>
            <a:r>
              <a:rPr lang="en-US" dirty="0" err="1">
                <a:effectLst/>
              </a:rPr>
              <a:t>lobortis</a:t>
            </a:r>
            <a:r>
              <a:rPr lang="en-US" dirty="0">
                <a:effectLst/>
              </a:rPr>
              <a:t> </a:t>
            </a:r>
            <a:r>
              <a:rPr lang="en-US" dirty="0" err="1">
                <a:effectLst/>
              </a:rPr>
              <a:t>augue</a:t>
            </a:r>
            <a:r>
              <a:rPr lang="en-US" dirty="0">
                <a:effectLst/>
              </a:rPr>
              <a:t>. Nunc </a:t>
            </a:r>
            <a:r>
              <a:rPr lang="en-US" dirty="0" err="1">
                <a:effectLst/>
              </a:rPr>
              <a:t>finibus</a:t>
            </a:r>
            <a:r>
              <a:rPr lang="en-US" dirty="0">
                <a:effectLst/>
              </a:rPr>
              <a:t> auctor </a:t>
            </a:r>
            <a:r>
              <a:rPr lang="en-US" dirty="0" err="1">
                <a:effectLst/>
              </a:rPr>
              <a:t>felis</a:t>
            </a:r>
            <a:r>
              <a:rPr lang="en-US" dirty="0">
                <a:effectLst/>
              </a:rPr>
              <a:t>, </a:t>
            </a:r>
            <a:r>
              <a:rPr lang="en-US" dirty="0" err="1">
                <a:effectLst/>
              </a:rPr>
              <a:t>eu</a:t>
            </a:r>
            <a:r>
              <a:rPr lang="en-US" dirty="0">
                <a:effectLst/>
              </a:rPr>
              <a:t> </a:t>
            </a:r>
            <a:r>
              <a:rPr lang="en-US" dirty="0" err="1">
                <a:effectLst/>
              </a:rPr>
              <a:t>egestas</a:t>
            </a:r>
            <a:r>
              <a:rPr lang="en-US" dirty="0">
                <a:effectLst/>
              </a:rPr>
              <a:t> </a:t>
            </a:r>
            <a:r>
              <a:rPr lang="en-US" dirty="0" err="1">
                <a:effectLst/>
              </a:rPr>
              <a:t>sem</a:t>
            </a:r>
            <a:r>
              <a:rPr lang="en-US" dirty="0">
                <a:effectLst/>
              </a:rPr>
              <a:t> </a:t>
            </a:r>
            <a:r>
              <a:rPr lang="en-US" dirty="0" err="1">
                <a:effectLst/>
              </a:rPr>
              <a:t>sollicitudin</a:t>
            </a:r>
            <a:r>
              <a:rPr lang="en-US" dirty="0">
                <a:effectLst/>
              </a:rPr>
              <a:t> </a:t>
            </a:r>
            <a:r>
              <a:rPr lang="en-US" dirty="0" err="1">
                <a:effectLst/>
              </a:rPr>
              <a:t>eget</a:t>
            </a:r>
            <a:r>
              <a:rPr lang="en-US" dirty="0">
                <a:effectLst/>
              </a:rPr>
              <a:t>. Donec </a:t>
            </a:r>
            <a:r>
              <a:rPr lang="en-US" dirty="0" err="1">
                <a:effectLst/>
              </a:rPr>
              <a:t>vehicula</a:t>
            </a:r>
            <a:r>
              <a:rPr lang="en-US" dirty="0">
                <a:effectLst/>
              </a:rPr>
              <a:t> </a:t>
            </a:r>
            <a:r>
              <a:rPr lang="en-US" dirty="0" err="1">
                <a:effectLst/>
              </a:rPr>
              <a:t>aliquet</a:t>
            </a:r>
            <a:r>
              <a:rPr lang="en-US" dirty="0">
                <a:effectLst/>
              </a:rPr>
              <a:t> ipsum </a:t>
            </a:r>
            <a:r>
              <a:rPr lang="en-US" dirty="0" err="1">
                <a:effectLst/>
              </a:rPr>
              <a:t>eu</a:t>
            </a:r>
            <a:r>
              <a:rPr lang="en-US" dirty="0">
                <a:effectLst/>
              </a:rPr>
              <a:t> </a:t>
            </a:r>
            <a:r>
              <a:rPr lang="en-US" dirty="0" err="1">
                <a:effectLst/>
              </a:rPr>
              <a:t>tincidunt</a:t>
            </a:r>
            <a:r>
              <a:rPr lang="en-US" dirty="0">
                <a:effectLst/>
              </a:rPr>
              <a:t>. </a:t>
            </a:r>
            <a:r>
              <a:rPr lang="en-US" dirty="0" err="1">
                <a:effectLst/>
              </a:rPr>
              <a:t>Curabitur</a:t>
            </a:r>
            <a:r>
              <a:rPr lang="en-US" dirty="0">
                <a:effectLst/>
              </a:rPr>
              <a:t> </a:t>
            </a:r>
            <a:r>
              <a:rPr lang="en-US" dirty="0" err="1">
                <a:effectLst/>
              </a:rPr>
              <a:t>tincidunt</a:t>
            </a:r>
            <a:r>
              <a:rPr lang="en-US" dirty="0">
                <a:effectLst/>
              </a:rPr>
              <a:t> </a:t>
            </a:r>
            <a:r>
              <a:rPr lang="en-US" dirty="0" err="1">
                <a:effectLst/>
              </a:rPr>
              <a:t>turpis</a:t>
            </a:r>
            <a:r>
              <a:rPr lang="en-US" dirty="0">
                <a:effectLst/>
              </a:rPr>
              <a:t> </a:t>
            </a:r>
            <a:r>
              <a:rPr lang="en-US" dirty="0" err="1">
                <a:effectLst/>
              </a:rPr>
              <a:t>neque</a:t>
            </a:r>
            <a:r>
              <a:rPr lang="en-US" dirty="0">
                <a:effectLst/>
              </a:rPr>
              <a:t>, vitae </a:t>
            </a:r>
            <a:r>
              <a:rPr lang="en-US" dirty="0" err="1">
                <a:effectLst/>
              </a:rPr>
              <a:t>placerat</a:t>
            </a:r>
            <a:r>
              <a:rPr lang="en-US" dirty="0">
                <a:effectLst/>
              </a:rPr>
              <a:t> </a:t>
            </a:r>
            <a:r>
              <a:rPr lang="en-US" dirty="0" err="1">
                <a:effectLst/>
              </a:rPr>
              <a:t>metus</a:t>
            </a:r>
            <a:r>
              <a:rPr lang="en-US" dirty="0">
                <a:effectLst/>
              </a:rPr>
              <a:t> tempus non. Nunc tempus </a:t>
            </a:r>
            <a:r>
              <a:rPr lang="en-US" dirty="0" err="1">
                <a:effectLst/>
              </a:rPr>
              <a:t>mauris</a:t>
            </a:r>
            <a:r>
              <a:rPr lang="en-US" dirty="0">
                <a:effectLst/>
              </a:rPr>
              <a:t> magna, at semper </a:t>
            </a:r>
            <a:r>
              <a:rPr lang="en-US" dirty="0" err="1">
                <a:effectLst/>
              </a:rPr>
              <a:t>nisl</a:t>
            </a:r>
            <a:r>
              <a:rPr lang="en-US" dirty="0">
                <a:effectLst/>
              </a:rPr>
              <a:t> </a:t>
            </a:r>
            <a:r>
              <a:rPr lang="en-US" dirty="0" err="1">
                <a:effectLst/>
              </a:rPr>
              <a:t>porttitor</a:t>
            </a:r>
            <a:r>
              <a:rPr lang="en-US" dirty="0">
                <a:effectLst/>
              </a:rPr>
              <a:t> in. Sed et </a:t>
            </a:r>
            <a:r>
              <a:rPr lang="en-US" dirty="0" err="1">
                <a:effectLst/>
              </a:rPr>
              <a:t>mattis</a:t>
            </a:r>
            <a:r>
              <a:rPr lang="en-US" dirty="0">
                <a:effectLst/>
              </a:rPr>
              <a:t> est. </a:t>
            </a:r>
            <a:r>
              <a:rPr lang="en-US" dirty="0" err="1">
                <a:effectLst/>
              </a:rPr>
              <a:t>Nullam</a:t>
            </a:r>
            <a:r>
              <a:rPr lang="en-US" dirty="0">
                <a:effectLst/>
              </a:rPr>
              <a:t> </a:t>
            </a:r>
            <a:r>
              <a:rPr lang="en-US" dirty="0" err="1">
                <a:effectLst/>
              </a:rPr>
              <a:t>rutrum</a:t>
            </a:r>
            <a:r>
              <a:rPr lang="en-US" dirty="0">
                <a:effectLst/>
              </a:rPr>
              <a:t> </a:t>
            </a:r>
            <a:r>
              <a:rPr lang="en-US" dirty="0" err="1">
                <a:effectLst/>
              </a:rPr>
              <a:t>lectus</a:t>
            </a:r>
            <a:r>
              <a:rPr lang="en-US" dirty="0">
                <a:effectLst/>
              </a:rPr>
              <a:t> </a:t>
            </a:r>
            <a:r>
              <a:rPr lang="en-US" dirty="0" err="1">
                <a:effectLst/>
              </a:rPr>
              <a:t>arcu</a:t>
            </a:r>
            <a:r>
              <a:rPr lang="en-US" dirty="0">
                <a:effectLst/>
              </a:rPr>
              <a:t>, </a:t>
            </a:r>
            <a:r>
              <a:rPr lang="en-US" dirty="0" err="1">
                <a:effectLst/>
              </a:rPr>
              <a:t>ut</a:t>
            </a:r>
            <a:r>
              <a:rPr lang="en-US" dirty="0">
                <a:effectLst/>
              </a:rPr>
              <a:t> </a:t>
            </a:r>
            <a:r>
              <a:rPr lang="en-US" dirty="0" err="1">
                <a:effectLst/>
              </a:rPr>
              <a:t>facilisis</a:t>
            </a:r>
            <a:r>
              <a:rPr lang="en-US" dirty="0">
                <a:effectLst/>
              </a:rPr>
              <a:t> dui </a:t>
            </a:r>
            <a:r>
              <a:rPr lang="en-US" dirty="0" err="1">
                <a:effectLst/>
              </a:rPr>
              <a:t>lobortis</a:t>
            </a:r>
            <a:r>
              <a:rPr lang="en-US" dirty="0">
                <a:effectLst/>
              </a:rPr>
              <a:t> </a:t>
            </a:r>
            <a:r>
              <a:rPr lang="en-US" dirty="0" err="1">
                <a:effectLst/>
              </a:rPr>
              <a:t>eu</a:t>
            </a:r>
            <a:r>
              <a:rPr lang="en-US" dirty="0">
                <a:effectLst/>
              </a:rPr>
              <a:t>.</a:t>
            </a:r>
            <a:endParaRPr lang="en-US" dirty="0"/>
          </a:p>
        </p:txBody>
      </p:sp>
      <p:sp>
        <p:nvSpPr>
          <p:cNvPr id="2" name="TextBox 1">
            <a:extLst>
              <a:ext uri="{FF2B5EF4-FFF2-40B4-BE49-F238E27FC236}">
                <a16:creationId xmlns:a16="http://schemas.microsoft.com/office/drawing/2014/main" id="{DD820716-389E-E8D2-CE2F-0E9F4FB6B565}"/>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
        <p:nvSpPr>
          <p:cNvPr id="10" name="Arc 11">
            <a:extLst>
              <a:ext uri="{FF2B5EF4-FFF2-40B4-BE49-F238E27FC236}">
                <a16:creationId xmlns:a16="http://schemas.microsoft.com/office/drawing/2014/main" id="{69347CFC-0518-8591-92B4-0974CC9AE800}"/>
              </a:ext>
            </a:extLst>
          </p:cNvPr>
          <p:cNvSpPr/>
          <p:nvPr userDrawn="1"/>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4" name="Arc 11">
            <a:extLst>
              <a:ext uri="{FF2B5EF4-FFF2-40B4-BE49-F238E27FC236}">
                <a16:creationId xmlns:a16="http://schemas.microsoft.com/office/drawing/2014/main" id="{D872EE83-E18D-C639-7D2A-FF6B40FC92DB}"/>
              </a:ext>
            </a:extLst>
          </p:cNvPr>
          <p:cNvSpPr/>
          <p:nvPr userDrawn="1"/>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Tree>
    <p:extLst>
      <p:ext uri="{BB962C8B-B14F-4D97-AF65-F5344CB8AC3E}">
        <p14:creationId xmlns:p14="http://schemas.microsoft.com/office/powerpoint/2010/main" val="3819991903"/>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1_Content_Text_&amp;_Image_Placeholder-4">
    <p:bg>
      <p:bgRef idx="1001">
        <a:schemeClr val="bg1"/>
      </p:bgRef>
    </p:bg>
    <p:spTree>
      <p:nvGrpSpPr>
        <p:cNvPr id="1" name=""/>
        <p:cNvGrpSpPr/>
        <p:nvPr/>
      </p:nvGrpSpPr>
      <p:grpSpPr>
        <a:xfrm>
          <a:off x="0" y="0"/>
          <a:ext cx="0" cy="0"/>
          <a:chOff x="0" y="0"/>
          <a:chExt cx="0" cy="0"/>
        </a:xfrm>
      </p:grpSpPr>
      <p:sp>
        <p:nvSpPr>
          <p:cNvPr id="5" name="Process 4">
            <a:extLst>
              <a:ext uri="{FF2B5EF4-FFF2-40B4-BE49-F238E27FC236}">
                <a16:creationId xmlns:a16="http://schemas.microsoft.com/office/drawing/2014/main" id="{702124D0-3ECE-3545-6DE4-F9B12CE0DC2C}"/>
              </a:ext>
            </a:extLst>
          </p:cNvPr>
          <p:cNvSpPr>
            <a:spLocks noGrp="1" noRot="1" noMove="1" noResize="1" noEditPoints="1" noAdjustHandles="1" noChangeArrowheads="1" noChangeShapeType="1"/>
          </p:cNvSpPr>
          <p:nvPr/>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12" name="Arc 11">
            <a:extLst>
              <a:ext uri="{FF2B5EF4-FFF2-40B4-BE49-F238E27FC236}">
                <a16:creationId xmlns:a16="http://schemas.microsoft.com/office/drawing/2014/main" id="{04DD7991-F962-C1CD-1B70-FD0B6F8E28AD}"/>
              </a:ext>
            </a:extLst>
          </p:cNvPr>
          <p:cNvSpPr>
            <a:spLocks noGrp="1" noRot="1" noMove="1" noResize="1" noEditPoints="1" noAdjustHandles="1" noChangeArrowheads="1" noChangeShapeType="1"/>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3" name="Arc 11">
            <a:extLst>
              <a:ext uri="{FF2B5EF4-FFF2-40B4-BE49-F238E27FC236}">
                <a16:creationId xmlns:a16="http://schemas.microsoft.com/office/drawing/2014/main" id="{D87D93B1-025A-7212-05B1-00BE09AA861B}"/>
              </a:ext>
            </a:extLst>
          </p:cNvPr>
          <p:cNvSpPr>
            <a:spLocks noGrp="1" noRot="1" noMove="1" noResize="1" noEditPoints="1" noAdjustHandles="1" noChangeArrowheads="1" noChangeShapeType="1"/>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pic>
        <p:nvPicPr>
          <p:cNvPr id="11" name="Graphic 10">
            <a:extLst>
              <a:ext uri="{FF2B5EF4-FFF2-40B4-BE49-F238E27FC236}">
                <a16:creationId xmlns:a16="http://schemas.microsoft.com/office/drawing/2014/main" id="{3A796EBE-B2D0-5C11-1F6A-ED0B98A8D06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10607" y="222069"/>
            <a:ext cx="1318093" cy="323306"/>
          </a:xfrm>
          <a:prstGeom prst="rect">
            <a:avLst/>
          </a:prstGeom>
        </p:spPr>
      </p:pic>
      <p:sp>
        <p:nvSpPr>
          <p:cNvPr id="3" name="Picture Placeholder 20">
            <a:extLst>
              <a:ext uri="{FF2B5EF4-FFF2-40B4-BE49-F238E27FC236}">
                <a16:creationId xmlns:a16="http://schemas.microsoft.com/office/drawing/2014/main" id="{03EDDA6B-E0C5-00DF-02F6-2A4FC5E24885}"/>
              </a:ext>
            </a:extLst>
          </p:cNvPr>
          <p:cNvSpPr>
            <a:spLocks noGrp="1"/>
          </p:cNvSpPr>
          <p:nvPr>
            <p:ph type="pic" sz="quarter" idx="17"/>
          </p:nvPr>
        </p:nvSpPr>
        <p:spPr>
          <a:xfrm>
            <a:off x="0" y="1260475"/>
            <a:ext cx="6096000" cy="5597526"/>
          </a:xfrm>
          <a:prstGeom prst="rect">
            <a:avLst/>
          </a:prstGeom>
        </p:spPr>
        <p:txBody>
          <a:bodyPr/>
          <a:lstStyle>
            <a:lvl1pPr>
              <a:defRPr>
                <a:latin typeface="+mn-lt"/>
              </a:defRPr>
            </a:lvl1pPr>
          </a:lstStyle>
          <a:p>
            <a:r>
              <a:rPr lang="en-US"/>
              <a:t>Click icon to add picture</a:t>
            </a:r>
          </a:p>
        </p:txBody>
      </p:sp>
      <p:sp>
        <p:nvSpPr>
          <p:cNvPr id="6" name="Arc 11">
            <a:extLst>
              <a:ext uri="{FF2B5EF4-FFF2-40B4-BE49-F238E27FC236}">
                <a16:creationId xmlns:a16="http://schemas.microsoft.com/office/drawing/2014/main" id="{C57EA7CA-C619-CAA9-AF3E-9D0054B1999D}"/>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8" name="Arc 11">
            <a:extLst>
              <a:ext uri="{FF2B5EF4-FFF2-40B4-BE49-F238E27FC236}">
                <a16:creationId xmlns:a16="http://schemas.microsoft.com/office/drawing/2014/main" id="{CFAA8987-2891-E094-8A67-4BCCD4E21BEF}"/>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0" name="Arc 11">
            <a:extLst>
              <a:ext uri="{FF2B5EF4-FFF2-40B4-BE49-F238E27FC236}">
                <a16:creationId xmlns:a16="http://schemas.microsoft.com/office/drawing/2014/main" id="{014B5248-EF7D-41FC-BCE4-3BBF201C436F}"/>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1" name="Arc 11">
            <a:extLst>
              <a:ext uri="{FF2B5EF4-FFF2-40B4-BE49-F238E27FC236}">
                <a16:creationId xmlns:a16="http://schemas.microsoft.com/office/drawing/2014/main" id="{9239ACEB-9F83-39B0-A072-2E40D4570225}"/>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9" name="TextBox 8">
            <a:extLst>
              <a:ext uri="{FF2B5EF4-FFF2-40B4-BE49-F238E27FC236}">
                <a16:creationId xmlns:a16="http://schemas.microsoft.com/office/drawing/2014/main" id="{314DCABA-DDBC-DBB2-327F-485A19C42985}"/>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tx1"/>
                </a:solidFill>
                <a:latin typeface="+mn-lt"/>
              </a:rPr>
              <a:t>‹#›</a:t>
            </a:fld>
            <a:endParaRPr lang="en-US" sz="800" b="1" i="0" dirty="0">
              <a:solidFill>
                <a:schemeClr val="tx1"/>
              </a:solidFill>
              <a:latin typeface="+mn-lt"/>
            </a:endParaRPr>
          </a:p>
        </p:txBody>
      </p:sp>
      <p:sp>
        <p:nvSpPr>
          <p:cNvPr id="4" name="Text Placeholder 16">
            <a:extLst>
              <a:ext uri="{FF2B5EF4-FFF2-40B4-BE49-F238E27FC236}">
                <a16:creationId xmlns:a16="http://schemas.microsoft.com/office/drawing/2014/main" id="{E51899E7-43DB-0F81-875A-6E731BF47BBE}"/>
              </a:ext>
            </a:extLst>
          </p:cNvPr>
          <p:cNvSpPr>
            <a:spLocks noGrp="1"/>
          </p:cNvSpPr>
          <p:nvPr>
            <p:ph type="body" sz="quarter" idx="18" hasCustomPrompt="1"/>
          </p:nvPr>
        </p:nvSpPr>
        <p:spPr>
          <a:xfrm>
            <a:off x="449351" y="380998"/>
            <a:ext cx="8260696" cy="381001"/>
          </a:xfrm>
          <a:prstGeom prst="rect">
            <a:avLst/>
          </a:prstGeom>
        </p:spPr>
        <p:txBody>
          <a:bodyPr anchor="b">
            <a:noAutofit/>
          </a:bodyPr>
          <a:lstStyle>
            <a:lvl1pPr marL="45720" indent="0">
              <a:buNone/>
              <a:defRPr sz="2200" b="1" i="0">
                <a:solidFill>
                  <a:schemeClr val="tx1"/>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7" name="Text Placeholder 16">
            <a:extLst>
              <a:ext uri="{FF2B5EF4-FFF2-40B4-BE49-F238E27FC236}">
                <a16:creationId xmlns:a16="http://schemas.microsoft.com/office/drawing/2014/main" id="{C875242C-DD75-1FE1-6DD5-15378A7D7215}"/>
              </a:ext>
            </a:extLst>
          </p:cNvPr>
          <p:cNvSpPr>
            <a:spLocks noGrp="1"/>
          </p:cNvSpPr>
          <p:nvPr>
            <p:ph type="body" sz="quarter" idx="15" hasCustomPrompt="1"/>
          </p:nvPr>
        </p:nvSpPr>
        <p:spPr>
          <a:xfrm>
            <a:off x="449351" y="837300"/>
            <a:ext cx="8260696" cy="381001"/>
          </a:xfrm>
          <a:prstGeom prst="rect">
            <a:avLst/>
          </a:prstGeom>
        </p:spPr>
        <p:txBody>
          <a:bodyPr anchor="t">
            <a:noAutofit/>
          </a:bodyPr>
          <a:lstStyle>
            <a:lvl1pPr marL="45720" indent="0">
              <a:buNone/>
              <a:defRPr sz="1400" b="0" i="0">
                <a:solidFill>
                  <a:schemeClr val="tx1"/>
                </a:solidFill>
                <a:latin typeface="DM Sans Medium" pitchFamily="50" charset="0"/>
              </a:defRPr>
            </a:lvl1pPr>
            <a:lvl2pPr>
              <a:defRPr sz="3400"/>
            </a:lvl2pPr>
            <a:lvl3pPr>
              <a:defRPr sz="3400"/>
            </a:lvl3pPr>
            <a:lvl4pPr>
              <a:defRPr sz="3400"/>
            </a:lvl4pPr>
            <a:lvl5pPr>
              <a:defRPr sz="3400"/>
            </a:lvl5pPr>
          </a:lstStyle>
          <a:p>
            <a:pPr lvl="0"/>
            <a:r>
              <a:rPr lang="en-US" dirty="0"/>
              <a:t>Title Goes Here (H2*)</a:t>
            </a:r>
          </a:p>
        </p:txBody>
      </p:sp>
      <p:sp>
        <p:nvSpPr>
          <p:cNvPr id="15" name="Text Placeholder 8">
            <a:extLst>
              <a:ext uri="{FF2B5EF4-FFF2-40B4-BE49-F238E27FC236}">
                <a16:creationId xmlns:a16="http://schemas.microsoft.com/office/drawing/2014/main" id="{62DC1E6E-B8AC-8F27-0763-DD359252A5A4}"/>
              </a:ext>
            </a:extLst>
          </p:cNvPr>
          <p:cNvSpPr>
            <a:spLocks noGrp="1"/>
          </p:cNvSpPr>
          <p:nvPr>
            <p:ph type="body" sz="quarter" idx="14" hasCustomPrompt="1"/>
          </p:nvPr>
        </p:nvSpPr>
        <p:spPr>
          <a:xfrm>
            <a:off x="6479655" y="2682559"/>
            <a:ext cx="5348807" cy="308509"/>
          </a:xfrm>
        </p:spPr>
        <p:txBody>
          <a:bodyPr lIns="0" tIns="0" rIns="0" bIns="0" anchor="b">
            <a:noAutofit/>
          </a:bodyPr>
          <a:lstStyle>
            <a:lvl1pPr marL="0" indent="0">
              <a:lnSpc>
                <a:spcPct val="100000"/>
              </a:lnSpc>
              <a:spcBef>
                <a:spcPts val="0"/>
              </a:spcBef>
              <a:spcAft>
                <a:spcPts val="600"/>
              </a:spcAft>
              <a:buFont typeface="DM Sans" panose="020B0604020202020204" pitchFamily="34" charset="0"/>
              <a:buNone/>
              <a:defRPr sz="1300" b="1">
                <a:latin typeface="+mn-lt"/>
              </a:defRPr>
            </a:lvl1pPr>
          </a:lstStyle>
          <a:p>
            <a:pPr lvl="0"/>
            <a:r>
              <a:rPr lang="en-US"/>
              <a:t>Lorem ipsum dolor sit </a:t>
            </a:r>
            <a:r>
              <a:rPr lang="en-US" err="1"/>
              <a:t>amet</a:t>
            </a:r>
            <a:endParaRPr lang="en-US"/>
          </a:p>
        </p:txBody>
      </p:sp>
      <p:sp>
        <p:nvSpPr>
          <p:cNvPr id="18" name="Text Placeholder 8">
            <a:extLst>
              <a:ext uri="{FF2B5EF4-FFF2-40B4-BE49-F238E27FC236}">
                <a16:creationId xmlns:a16="http://schemas.microsoft.com/office/drawing/2014/main" id="{0EE6EA7A-9B3D-41CA-9716-4B8733C11608}"/>
              </a:ext>
            </a:extLst>
          </p:cNvPr>
          <p:cNvSpPr>
            <a:spLocks noGrp="1"/>
          </p:cNvSpPr>
          <p:nvPr>
            <p:ph type="body" sz="quarter" idx="16" hasCustomPrompt="1"/>
          </p:nvPr>
        </p:nvSpPr>
        <p:spPr>
          <a:xfrm>
            <a:off x="6479655" y="3102964"/>
            <a:ext cx="5348807" cy="2812414"/>
          </a:xfrm>
        </p:spPr>
        <p:txBody>
          <a:bodyPr lIns="0" tIns="0" rIns="0" bIns="0" anchor="t">
            <a:noAutofit/>
          </a:bodyPr>
          <a:lstStyle>
            <a:lvl1pPr marL="0" indent="0">
              <a:lnSpc>
                <a:spcPct val="100000"/>
              </a:lnSpc>
              <a:spcBef>
                <a:spcPts val="0"/>
              </a:spcBef>
              <a:spcAft>
                <a:spcPts val="600"/>
              </a:spcAft>
              <a:buFont typeface="DM Sans" panose="020B0604020202020204" pitchFamily="34" charset="0"/>
              <a:buNone/>
              <a:defRPr sz="1300" b="0">
                <a:latin typeface="+mn-lt"/>
              </a:defRPr>
            </a:lvl1pPr>
          </a:lstStyle>
          <a:p>
            <a:pPr lvl="0"/>
            <a:r>
              <a:rPr lang="en-US" dirty="0" err="1">
                <a:effectLst/>
              </a:rPr>
              <a:t>Consectetur</a:t>
            </a:r>
            <a:r>
              <a:rPr lang="en-US" dirty="0">
                <a:effectLst/>
              </a:rPr>
              <a:t> </a:t>
            </a:r>
            <a:r>
              <a:rPr lang="en-US" dirty="0" err="1">
                <a:effectLst/>
              </a:rPr>
              <a:t>adipiscing</a:t>
            </a:r>
            <a:r>
              <a:rPr lang="en-US" dirty="0">
                <a:effectLst/>
              </a:rPr>
              <a:t> </a:t>
            </a:r>
            <a:r>
              <a:rPr lang="en-US" dirty="0" err="1">
                <a:effectLst/>
              </a:rPr>
              <a:t>elit</a:t>
            </a:r>
            <a:r>
              <a:rPr lang="en-US" dirty="0">
                <a:effectLst/>
              </a:rPr>
              <a:t>. Ut sed </a:t>
            </a:r>
            <a:r>
              <a:rPr lang="en-US" dirty="0" err="1">
                <a:effectLst/>
              </a:rPr>
              <a:t>orci</a:t>
            </a:r>
            <a:r>
              <a:rPr lang="en-US" dirty="0">
                <a:effectLst/>
              </a:rPr>
              <a:t> </a:t>
            </a:r>
            <a:r>
              <a:rPr lang="en-US" dirty="0" err="1">
                <a:effectLst/>
              </a:rPr>
              <a:t>molestie</a:t>
            </a:r>
            <a:r>
              <a:rPr lang="en-US" dirty="0">
                <a:effectLst/>
              </a:rPr>
              <a:t>, </a:t>
            </a:r>
            <a:r>
              <a:rPr lang="en-US" dirty="0" err="1">
                <a:effectLst/>
              </a:rPr>
              <a:t>varius</a:t>
            </a:r>
            <a:r>
              <a:rPr lang="en-US" dirty="0">
                <a:effectLst/>
              </a:rPr>
              <a:t> </a:t>
            </a:r>
            <a:r>
              <a:rPr lang="en-US" dirty="0" err="1">
                <a:effectLst/>
              </a:rPr>
              <a:t>lectus</a:t>
            </a:r>
            <a:r>
              <a:rPr lang="en-US" dirty="0">
                <a:effectLst/>
              </a:rPr>
              <a:t> et, </a:t>
            </a:r>
            <a:r>
              <a:rPr lang="en-US" dirty="0" err="1">
                <a:effectLst/>
              </a:rPr>
              <a:t>facilisis</a:t>
            </a:r>
            <a:r>
              <a:rPr lang="en-US" dirty="0">
                <a:effectLst/>
              </a:rPr>
              <a:t> </a:t>
            </a:r>
            <a:r>
              <a:rPr lang="en-US" dirty="0" err="1">
                <a:effectLst/>
              </a:rPr>
              <a:t>massa</a:t>
            </a:r>
            <a:r>
              <a:rPr lang="en-US" dirty="0">
                <a:effectLst/>
              </a:rPr>
              <a:t>. Sed </a:t>
            </a:r>
            <a:r>
              <a:rPr lang="en-US" dirty="0" err="1">
                <a:effectLst/>
              </a:rPr>
              <a:t>consequat</a:t>
            </a:r>
            <a:r>
              <a:rPr lang="en-US" dirty="0">
                <a:effectLst/>
              </a:rPr>
              <a:t>, nisi sed </a:t>
            </a:r>
            <a:r>
              <a:rPr lang="en-US" dirty="0" err="1">
                <a:effectLst/>
              </a:rPr>
              <a:t>bibendum</a:t>
            </a:r>
            <a:r>
              <a:rPr lang="en-US" dirty="0">
                <a:effectLst/>
              </a:rPr>
              <a:t> </a:t>
            </a:r>
            <a:r>
              <a:rPr lang="en-US" dirty="0" err="1">
                <a:effectLst/>
              </a:rPr>
              <a:t>mattis</a:t>
            </a:r>
            <a:r>
              <a:rPr lang="en-US" dirty="0">
                <a:effectLst/>
              </a:rPr>
              <a:t>, </a:t>
            </a:r>
            <a:r>
              <a:rPr lang="en-US" dirty="0" err="1">
                <a:effectLst/>
              </a:rPr>
              <a:t>tortor</a:t>
            </a:r>
            <a:r>
              <a:rPr lang="en-US" dirty="0">
                <a:effectLst/>
              </a:rPr>
              <a:t> </a:t>
            </a:r>
            <a:r>
              <a:rPr lang="en-US" dirty="0" err="1">
                <a:effectLst/>
              </a:rPr>
              <a:t>metus</a:t>
            </a:r>
            <a:r>
              <a:rPr lang="en-US" dirty="0">
                <a:effectLst/>
              </a:rPr>
              <a:t> </a:t>
            </a:r>
            <a:r>
              <a:rPr lang="en-US" dirty="0" err="1">
                <a:effectLst/>
              </a:rPr>
              <a:t>molestie</a:t>
            </a:r>
            <a:r>
              <a:rPr lang="en-US" dirty="0">
                <a:effectLst/>
              </a:rPr>
              <a:t> </a:t>
            </a:r>
            <a:r>
              <a:rPr lang="en-US" dirty="0" err="1">
                <a:effectLst/>
              </a:rPr>
              <a:t>nunc</a:t>
            </a:r>
            <a:r>
              <a:rPr lang="en-US" dirty="0">
                <a:effectLst/>
              </a:rPr>
              <a:t>, non </a:t>
            </a:r>
            <a:r>
              <a:rPr lang="en-US" dirty="0" err="1">
                <a:effectLst/>
              </a:rPr>
              <a:t>vehicula</a:t>
            </a:r>
            <a:r>
              <a:rPr lang="en-US" dirty="0">
                <a:effectLst/>
              </a:rPr>
              <a:t> </a:t>
            </a:r>
            <a:r>
              <a:rPr lang="en-US" dirty="0" err="1">
                <a:effectLst/>
              </a:rPr>
              <a:t>nulla</a:t>
            </a:r>
            <a:r>
              <a:rPr lang="en-US" dirty="0">
                <a:effectLst/>
              </a:rPr>
              <a:t> </a:t>
            </a:r>
            <a:r>
              <a:rPr lang="en-US" dirty="0" err="1">
                <a:effectLst/>
              </a:rPr>
              <a:t>erat</a:t>
            </a:r>
            <a:r>
              <a:rPr lang="en-US" dirty="0">
                <a:effectLst/>
              </a:rPr>
              <a:t> a magna. </a:t>
            </a:r>
            <a:r>
              <a:rPr lang="en-US" dirty="0" err="1">
                <a:effectLst/>
              </a:rPr>
              <a:t>Fusce</a:t>
            </a:r>
            <a:r>
              <a:rPr lang="en-US" dirty="0">
                <a:effectLst/>
              </a:rPr>
              <a:t> at dui </a:t>
            </a:r>
            <a:r>
              <a:rPr lang="en-US" dirty="0" err="1">
                <a:effectLst/>
              </a:rPr>
              <a:t>risus</a:t>
            </a:r>
            <a:r>
              <a:rPr lang="en-US" dirty="0">
                <a:effectLst/>
              </a:rPr>
              <a:t>. Proin </a:t>
            </a:r>
            <a:r>
              <a:rPr lang="en-US" dirty="0" err="1">
                <a:effectLst/>
              </a:rPr>
              <a:t>efficitur</a:t>
            </a:r>
            <a:r>
              <a:rPr lang="en-US" dirty="0">
                <a:effectLst/>
              </a:rPr>
              <a:t> </a:t>
            </a:r>
            <a:r>
              <a:rPr lang="en-US" dirty="0" err="1">
                <a:effectLst/>
              </a:rPr>
              <a:t>lectus</a:t>
            </a:r>
            <a:r>
              <a:rPr lang="en-US" dirty="0">
                <a:effectLst/>
              </a:rPr>
              <a:t> </a:t>
            </a:r>
            <a:r>
              <a:rPr lang="en-US" dirty="0" err="1">
                <a:effectLst/>
              </a:rPr>
              <a:t>neque</a:t>
            </a:r>
            <a:r>
              <a:rPr lang="en-US" dirty="0">
                <a:effectLst/>
              </a:rPr>
              <a:t>, </a:t>
            </a:r>
            <a:r>
              <a:rPr lang="en-US" dirty="0" err="1">
                <a:effectLst/>
              </a:rPr>
              <a:t>quis</a:t>
            </a:r>
            <a:r>
              <a:rPr lang="en-US" dirty="0">
                <a:effectLst/>
              </a:rPr>
              <a:t> semper </a:t>
            </a:r>
            <a:r>
              <a:rPr lang="en-US" dirty="0" err="1">
                <a:effectLst/>
              </a:rPr>
              <a:t>velit</a:t>
            </a:r>
            <a:r>
              <a:rPr lang="en-US" dirty="0">
                <a:effectLst/>
              </a:rPr>
              <a:t> </a:t>
            </a:r>
            <a:r>
              <a:rPr lang="en-US" dirty="0" err="1">
                <a:effectLst/>
              </a:rPr>
              <a:t>placerat</a:t>
            </a:r>
            <a:r>
              <a:rPr lang="en-US" dirty="0">
                <a:effectLst/>
              </a:rPr>
              <a:t> vel. Proin at </a:t>
            </a:r>
            <a:r>
              <a:rPr lang="en-US" dirty="0" err="1">
                <a:effectLst/>
              </a:rPr>
              <a:t>hendrerit</a:t>
            </a:r>
            <a:r>
              <a:rPr lang="en-US" dirty="0">
                <a:effectLst/>
              </a:rPr>
              <a:t> </a:t>
            </a:r>
            <a:r>
              <a:rPr lang="en-US" dirty="0" err="1">
                <a:effectLst/>
              </a:rPr>
              <a:t>tortor</a:t>
            </a:r>
            <a:r>
              <a:rPr lang="en-US" dirty="0">
                <a:effectLst/>
              </a:rPr>
              <a:t>, id tempus sem. </a:t>
            </a:r>
            <a:r>
              <a:rPr lang="en-US" dirty="0" err="1">
                <a:effectLst/>
              </a:rPr>
              <a:t>Suspendisse</a:t>
            </a:r>
            <a:r>
              <a:rPr lang="en-US" dirty="0">
                <a:effectLst/>
              </a:rPr>
              <a:t> non </a:t>
            </a:r>
            <a:r>
              <a:rPr lang="en-US" dirty="0" err="1">
                <a:effectLst/>
              </a:rPr>
              <a:t>lobortis</a:t>
            </a:r>
            <a:r>
              <a:rPr lang="en-US" dirty="0">
                <a:effectLst/>
              </a:rPr>
              <a:t> </a:t>
            </a:r>
            <a:r>
              <a:rPr lang="en-US" dirty="0" err="1">
                <a:effectLst/>
              </a:rPr>
              <a:t>augue</a:t>
            </a:r>
            <a:r>
              <a:rPr lang="en-US" dirty="0">
                <a:effectLst/>
              </a:rPr>
              <a:t>. Nunc </a:t>
            </a:r>
            <a:r>
              <a:rPr lang="en-US" dirty="0" err="1">
                <a:effectLst/>
              </a:rPr>
              <a:t>finibus</a:t>
            </a:r>
            <a:r>
              <a:rPr lang="en-US" dirty="0">
                <a:effectLst/>
              </a:rPr>
              <a:t> auctor </a:t>
            </a:r>
            <a:r>
              <a:rPr lang="en-US" dirty="0" err="1">
                <a:effectLst/>
              </a:rPr>
              <a:t>felis</a:t>
            </a:r>
            <a:r>
              <a:rPr lang="en-US" dirty="0">
                <a:effectLst/>
              </a:rPr>
              <a:t>, </a:t>
            </a:r>
            <a:r>
              <a:rPr lang="en-US" dirty="0" err="1">
                <a:effectLst/>
              </a:rPr>
              <a:t>eu</a:t>
            </a:r>
            <a:r>
              <a:rPr lang="en-US" dirty="0">
                <a:effectLst/>
              </a:rPr>
              <a:t> </a:t>
            </a:r>
            <a:r>
              <a:rPr lang="en-US" dirty="0" err="1">
                <a:effectLst/>
              </a:rPr>
              <a:t>egestas</a:t>
            </a:r>
            <a:r>
              <a:rPr lang="en-US" dirty="0">
                <a:effectLst/>
              </a:rPr>
              <a:t> </a:t>
            </a:r>
            <a:r>
              <a:rPr lang="en-US" dirty="0" err="1">
                <a:effectLst/>
              </a:rPr>
              <a:t>sem</a:t>
            </a:r>
            <a:r>
              <a:rPr lang="en-US" dirty="0">
                <a:effectLst/>
              </a:rPr>
              <a:t> </a:t>
            </a:r>
            <a:r>
              <a:rPr lang="en-US" dirty="0" err="1">
                <a:effectLst/>
              </a:rPr>
              <a:t>sollicitudin</a:t>
            </a:r>
            <a:r>
              <a:rPr lang="en-US" dirty="0">
                <a:effectLst/>
              </a:rPr>
              <a:t> </a:t>
            </a:r>
            <a:r>
              <a:rPr lang="en-US" dirty="0" err="1">
                <a:effectLst/>
              </a:rPr>
              <a:t>eget</a:t>
            </a:r>
            <a:r>
              <a:rPr lang="en-US" dirty="0">
                <a:effectLst/>
              </a:rPr>
              <a:t>. Donec </a:t>
            </a:r>
            <a:r>
              <a:rPr lang="en-US" dirty="0" err="1">
                <a:effectLst/>
              </a:rPr>
              <a:t>vehicula</a:t>
            </a:r>
            <a:r>
              <a:rPr lang="en-US" dirty="0">
                <a:effectLst/>
              </a:rPr>
              <a:t> </a:t>
            </a:r>
            <a:r>
              <a:rPr lang="en-US" dirty="0" err="1">
                <a:effectLst/>
              </a:rPr>
              <a:t>aliquet</a:t>
            </a:r>
            <a:r>
              <a:rPr lang="en-US" dirty="0">
                <a:effectLst/>
              </a:rPr>
              <a:t> ipsum </a:t>
            </a:r>
            <a:r>
              <a:rPr lang="en-US" dirty="0" err="1">
                <a:effectLst/>
              </a:rPr>
              <a:t>eu</a:t>
            </a:r>
            <a:r>
              <a:rPr lang="en-US" dirty="0">
                <a:effectLst/>
              </a:rPr>
              <a:t> </a:t>
            </a:r>
            <a:r>
              <a:rPr lang="en-US" dirty="0" err="1">
                <a:effectLst/>
              </a:rPr>
              <a:t>tincidunt</a:t>
            </a:r>
            <a:r>
              <a:rPr lang="en-US" dirty="0">
                <a:effectLst/>
              </a:rPr>
              <a:t>. </a:t>
            </a:r>
            <a:r>
              <a:rPr lang="en-US" dirty="0" err="1">
                <a:effectLst/>
              </a:rPr>
              <a:t>Curabitur</a:t>
            </a:r>
            <a:r>
              <a:rPr lang="en-US" dirty="0">
                <a:effectLst/>
              </a:rPr>
              <a:t> </a:t>
            </a:r>
            <a:r>
              <a:rPr lang="en-US" dirty="0" err="1">
                <a:effectLst/>
              </a:rPr>
              <a:t>tincidunt</a:t>
            </a:r>
            <a:r>
              <a:rPr lang="en-US" dirty="0">
                <a:effectLst/>
              </a:rPr>
              <a:t> </a:t>
            </a:r>
            <a:r>
              <a:rPr lang="en-US" dirty="0" err="1">
                <a:effectLst/>
              </a:rPr>
              <a:t>turpis</a:t>
            </a:r>
            <a:r>
              <a:rPr lang="en-US" dirty="0">
                <a:effectLst/>
              </a:rPr>
              <a:t> </a:t>
            </a:r>
            <a:r>
              <a:rPr lang="en-US" dirty="0" err="1">
                <a:effectLst/>
              </a:rPr>
              <a:t>neque</a:t>
            </a:r>
            <a:r>
              <a:rPr lang="en-US" dirty="0">
                <a:effectLst/>
              </a:rPr>
              <a:t>, vitae </a:t>
            </a:r>
            <a:r>
              <a:rPr lang="en-US" dirty="0" err="1">
                <a:effectLst/>
              </a:rPr>
              <a:t>placerat</a:t>
            </a:r>
            <a:r>
              <a:rPr lang="en-US" dirty="0">
                <a:effectLst/>
              </a:rPr>
              <a:t> </a:t>
            </a:r>
            <a:r>
              <a:rPr lang="en-US" dirty="0" err="1">
                <a:effectLst/>
              </a:rPr>
              <a:t>metus</a:t>
            </a:r>
            <a:r>
              <a:rPr lang="en-US" dirty="0">
                <a:effectLst/>
              </a:rPr>
              <a:t> tempus non. Nunc tempus </a:t>
            </a:r>
            <a:r>
              <a:rPr lang="en-US" dirty="0" err="1">
                <a:effectLst/>
              </a:rPr>
              <a:t>mauris</a:t>
            </a:r>
            <a:r>
              <a:rPr lang="en-US" dirty="0">
                <a:effectLst/>
              </a:rPr>
              <a:t> magna, at semper </a:t>
            </a:r>
            <a:r>
              <a:rPr lang="en-US" dirty="0" err="1">
                <a:effectLst/>
              </a:rPr>
              <a:t>nisl</a:t>
            </a:r>
            <a:r>
              <a:rPr lang="en-US" dirty="0">
                <a:effectLst/>
              </a:rPr>
              <a:t> </a:t>
            </a:r>
            <a:r>
              <a:rPr lang="en-US" dirty="0" err="1">
                <a:effectLst/>
              </a:rPr>
              <a:t>porttitor</a:t>
            </a:r>
            <a:r>
              <a:rPr lang="en-US" dirty="0">
                <a:effectLst/>
              </a:rPr>
              <a:t> in. Sed et </a:t>
            </a:r>
            <a:r>
              <a:rPr lang="en-US" dirty="0" err="1">
                <a:effectLst/>
              </a:rPr>
              <a:t>mattis</a:t>
            </a:r>
            <a:r>
              <a:rPr lang="en-US" dirty="0">
                <a:effectLst/>
              </a:rPr>
              <a:t> est. </a:t>
            </a:r>
            <a:r>
              <a:rPr lang="en-US" dirty="0" err="1">
                <a:effectLst/>
              </a:rPr>
              <a:t>Nullam</a:t>
            </a:r>
            <a:r>
              <a:rPr lang="en-US" dirty="0">
                <a:effectLst/>
              </a:rPr>
              <a:t> </a:t>
            </a:r>
            <a:r>
              <a:rPr lang="en-US" dirty="0" err="1">
                <a:effectLst/>
              </a:rPr>
              <a:t>rutrum</a:t>
            </a:r>
            <a:r>
              <a:rPr lang="en-US" dirty="0">
                <a:effectLst/>
              </a:rPr>
              <a:t> </a:t>
            </a:r>
            <a:r>
              <a:rPr lang="en-US" dirty="0" err="1">
                <a:effectLst/>
              </a:rPr>
              <a:t>lectus</a:t>
            </a:r>
            <a:r>
              <a:rPr lang="en-US" dirty="0">
                <a:effectLst/>
              </a:rPr>
              <a:t> </a:t>
            </a:r>
            <a:r>
              <a:rPr lang="en-US" dirty="0" err="1">
                <a:effectLst/>
              </a:rPr>
              <a:t>arcu</a:t>
            </a:r>
            <a:r>
              <a:rPr lang="en-US" dirty="0">
                <a:effectLst/>
              </a:rPr>
              <a:t>, </a:t>
            </a:r>
            <a:r>
              <a:rPr lang="en-US" dirty="0" err="1">
                <a:effectLst/>
              </a:rPr>
              <a:t>ut</a:t>
            </a:r>
            <a:r>
              <a:rPr lang="en-US" dirty="0">
                <a:effectLst/>
              </a:rPr>
              <a:t> </a:t>
            </a:r>
            <a:r>
              <a:rPr lang="en-US" dirty="0" err="1">
                <a:effectLst/>
              </a:rPr>
              <a:t>facilisis</a:t>
            </a:r>
            <a:r>
              <a:rPr lang="en-US" dirty="0">
                <a:effectLst/>
              </a:rPr>
              <a:t> dui </a:t>
            </a:r>
            <a:r>
              <a:rPr lang="en-US" dirty="0" err="1">
                <a:effectLst/>
              </a:rPr>
              <a:t>lobortis</a:t>
            </a:r>
            <a:r>
              <a:rPr lang="en-US" dirty="0">
                <a:effectLst/>
              </a:rPr>
              <a:t> </a:t>
            </a:r>
            <a:r>
              <a:rPr lang="en-US" dirty="0" err="1">
                <a:effectLst/>
              </a:rPr>
              <a:t>eu</a:t>
            </a:r>
            <a:r>
              <a:rPr lang="en-US" dirty="0">
                <a:effectLst/>
              </a:rPr>
              <a:t>.</a:t>
            </a:r>
            <a:endParaRPr lang="en-US" dirty="0"/>
          </a:p>
        </p:txBody>
      </p:sp>
      <p:sp>
        <p:nvSpPr>
          <p:cNvPr id="10" name="TextBox 9">
            <a:extLst>
              <a:ext uri="{FF2B5EF4-FFF2-40B4-BE49-F238E27FC236}">
                <a16:creationId xmlns:a16="http://schemas.microsoft.com/office/drawing/2014/main" id="{98A1BC11-F440-F914-D949-61FBD68B89FD}"/>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
        <p:nvSpPr>
          <p:cNvPr id="2" name="Arc 11">
            <a:extLst>
              <a:ext uri="{FF2B5EF4-FFF2-40B4-BE49-F238E27FC236}">
                <a16:creationId xmlns:a16="http://schemas.microsoft.com/office/drawing/2014/main" id="{308DD0FE-430C-65C3-3C89-21F15ACF23F4}"/>
              </a:ext>
            </a:extLst>
          </p:cNvPr>
          <p:cNvSpPr/>
          <p:nvPr userDrawn="1"/>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4" name="Arc 11">
            <a:extLst>
              <a:ext uri="{FF2B5EF4-FFF2-40B4-BE49-F238E27FC236}">
                <a16:creationId xmlns:a16="http://schemas.microsoft.com/office/drawing/2014/main" id="{D24EE669-90B2-056F-E489-1EBE8B09B991}"/>
              </a:ext>
            </a:extLst>
          </p:cNvPr>
          <p:cNvSpPr/>
          <p:nvPr userDrawn="1"/>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Tree>
    <p:extLst>
      <p:ext uri="{BB962C8B-B14F-4D97-AF65-F5344CB8AC3E}">
        <p14:creationId xmlns:p14="http://schemas.microsoft.com/office/powerpoint/2010/main" val="3786173635"/>
      </p:ext>
    </p:extLst>
  </p:cSld>
  <p:clrMapOvr>
    <a:overrideClrMapping bg1="dk1" tx1="lt1" bg2="dk2" tx2="lt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12_No Image Slid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25DA9263-8CF1-A2C9-4C06-2D85A571A960}"/>
              </a:ext>
            </a:extLst>
          </p:cNvPr>
          <p:cNvGrpSpPr/>
          <p:nvPr userDrawn="1"/>
        </p:nvGrpSpPr>
        <p:grpSpPr>
          <a:xfrm>
            <a:off x="0" y="-12701"/>
            <a:ext cx="11417300" cy="1275984"/>
            <a:chOff x="0" y="-12701"/>
            <a:chExt cx="11417300" cy="1275984"/>
          </a:xfrm>
        </p:grpSpPr>
        <p:sp>
          <p:nvSpPr>
            <p:cNvPr id="8" name="Process 4">
              <a:extLst>
                <a:ext uri="{FF2B5EF4-FFF2-40B4-BE49-F238E27FC236}">
                  <a16:creationId xmlns:a16="http://schemas.microsoft.com/office/drawing/2014/main" id="{18451B4C-CB24-0954-E0D4-2CE5C9667FD6}"/>
                </a:ext>
              </a:extLst>
            </p:cNvPr>
            <p:cNvSpPr/>
            <p:nvPr/>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mn-lt"/>
              </a:endParaRPr>
            </a:p>
          </p:txBody>
        </p:sp>
        <p:sp>
          <p:nvSpPr>
            <p:cNvPr id="9" name="Arc 11">
              <a:extLst>
                <a:ext uri="{FF2B5EF4-FFF2-40B4-BE49-F238E27FC236}">
                  <a16:creationId xmlns:a16="http://schemas.microsoft.com/office/drawing/2014/main" id="{00833026-D1AE-5B69-C0D2-A30F46378719}"/>
                </a:ext>
              </a:extLst>
            </p:cNvPr>
            <p:cNvSpPr/>
            <p:nvPr userDrawn="1"/>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i="0">
                <a:latin typeface="+mn-lt"/>
              </a:endParaRPr>
            </a:p>
          </p:txBody>
        </p:sp>
        <p:sp>
          <p:nvSpPr>
            <p:cNvPr id="10" name="Arc 11">
              <a:extLst>
                <a:ext uri="{FF2B5EF4-FFF2-40B4-BE49-F238E27FC236}">
                  <a16:creationId xmlns:a16="http://schemas.microsoft.com/office/drawing/2014/main" id="{44688463-B666-9ACE-176E-EE641CB557A1}"/>
                </a:ext>
              </a:extLst>
            </p:cNvPr>
            <p:cNvSpPr/>
            <p:nvPr userDrawn="1"/>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i="0">
                <a:latin typeface="+mn-lt"/>
              </a:endParaRPr>
            </a:p>
          </p:txBody>
        </p:sp>
      </p:grpSp>
      <p:pic>
        <p:nvPicPr>
          <p:cNvPr id="15" name="Graphic 14">
            <a:extLst>
              <a:ext uri="{FF2B5EF4-FFF2-40B4-BE49-F238E27FC236}">
                <a16:creationId xmlns:a16="http://schemas.microsoft.com/office/drawing/2014/main" id="{AF12A1FB-0A77-2515-B556-BFBBE99462E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10607" y="222069"/>
            <a:ext cx="1318093" cy="323306"/>
          </a:xfrm>
          <a:prstGeom prst="rect">
            <a:avLst/>
          </a:prstGeom>
        </p:spPr>
      </p:pic>
      <p:sp>
        <p:nvSpPr>
          <p:cNvPr id="6" name="TextBox 5">
            <a:extLst>
              <a:ext uri="{FF2B5EF4-FFF2-40B4-BE49-F238E27FC236}">
                <a16:creationId xmlns:a16="http://schemas.microsoft.com/office/drawing/2014/main" id="{86AB4D07-8751-DAF6-CE6F-69C055F6DBDE}"/>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tx1"/>
                </a:solidFill>
                <a:latin typeface="+mn-lt"/>
              </a:rPr>
              <a:t>‹#›</a:t>
            </a:fld>
            <a:endParaRPr lang="en-US" sz="800" b="1" i="0" dirty="0">
              <a:solidFill>
                <a:schemeClr val="tx1"/>
              </a:solidFill>
              <a:latin typeface="+mn-lt"/>
            </a:endParaRPr>
          </a:p>
        </p:txBody>
      </p:sp>
      <p:sp>
        <p:nvSpPr>
          <p:cNvPr id="7" name="Content Placeholder 3">
            <a:extLst>
              <a:ext uri="{FF2B5EF4-FFF2-40B4-BE49-F238E27FC236}">
                <a16:creationId xmlns:a16="http://schemas.microsoft.com/office/drawing/2014/main" id="{BD379DF8-526C-8632-4EF7-2782591616E4}"/>
              </a:ext>
            </a:extLst>
          </p:cNvPr>
          <p:cNvSpPr>
            <a:spLocks noGrp="1"/>
          </p:cNvSpPr>
          <p:nvPr>
            <p:ph sz="quarter" idx="14"/>
          </p:nvPr>
        </p:nvSpPr>
        <p:spPr>
          <a:xfrm>
            <a:off x="407988" y="1690688"/>
            <a:ext cx="11420475" cy="4646612"/>
          </a:xfrm>
        </p:spPr>
        <p:txBody>
          <a:bodyPr/>
          <a:lstStyle>
            <a:lvl1pPr marL="45720" indent="0">
              <a:buNone/>
              <a:defRPr sz="14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16">
            <a:extLst>
              <a:ext uri="{FF2B5EF4-FFF2-40B4-BE49-F238E27FC236}">
                <a16:creationId xmlns:a16="http://schemas.microsoft.com/office/drawing/2014/main" id="{4AB934EC-40D5-EC3E-EBA4-9F98219C9D45}"/>
              </a:ext>
            </a:extLst>
          </p:cNvPr>
          <p:cNvSpPr>
            <a:spLocks noGrp="1"/>
          </p:cNvSpPr>
          <p:nvPr>
            <p:ph type="body" sz="quarter" idx="12" hasCustomPrompt="1"/>
          </p:nvPr>
        </p:nvSpPr>
        <p:spPr>
          <a:xfrm>
            <a:off x="449351" y="398928"/>
            <a:ext cx="8405486" cy="381001"/>
          </a:xfrm>
          <a:prstGeom prst="rect">
            <a:avLst/>
          </a:prstGeom>
        </p:spPr>
        <p:txBody>
          <a:bodyPr anchor="ctr">
            <a:noAutofit/>
          </a:bodyPr>
          <a:lstStyle>
            <a:lvl1pPr marL="45720" indent="0">
              <a:buNone/>
              <a:defRPr sz="2200" b="1" i="0">
                <a:solidFill>
                  <a:srgbClr val="440099"/>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2" name="TextBox 1">
            <a:extLst>
              <a:ext uri="{FF2B5EF4-FFF2-40B4-BE49-F238E27FC236}">
                <a16:creationId xmlns:a16="http://schemas.microsoft.com/office/drawing/2014/main" id="{EAB8EDEC-C4A8-0955-C9D3-C07E51518EAE}"/>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Tree>
    <p:extLst>
      <p:ext uri="{BB962C8B-B14F-4D97-AF65-F5344CB8AC3E}">
        <p14:creationId xmlns:p14="http://schemas.microsoft.com/office/powerpoint/2010/main" val="1875215901"/>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guide id="3" pos="480">
          <p15:clr>
            <a:srgbClr val="FBAE40"/>
          </p15:clr>
        </p15:guide>
        <p15:guide id="4" pos="720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_Graph">
    <p:bg>
      <p:bgRef idx="1001">
        <a:schemeClr val="bg1"/>
      </p:bgRef>
    </p:bg>
    <p:spTree>
      <p:nvGrpSpPr>
        <p:cNvPr id="1" name=""/>
        <p:cNvGrpSpPr/>
        <p:nvPr/>
      </p:nvGrpSpPr>
      <p:grpSpPr>
        <a:xfrm>
          <a:off x="0" y="0"/>
          <a:ext cx="0" cy="0"/>
          <a:chOff x="0" y="0"/>
          <a:chExt cx="0" cy="0"/>
        </a:xfrm>
      </p:grpSpPr>
      <p:sp>
        <p:nvSpPr>
          <p:cNvPr id="5" name="Process 4">
            <a:extLst>
              <a:ext uri="{FF2B5EF4-FFF2-40B4-BE49-F238E27FC236}">
                <a16:creationId xmlns:a16="http://schemas.microsoft.com/office/drawing/2014/main" id="{702124D0-3ECE-3545-6DE4-F9B12CE0DC2C}"/>
              </a:ext>
            </a:extLst>
          </p:cNvPr>
          <p:cNvSpPr>
            <a:spLocks noGrp="1" noRot="1" noMove="1" noResize="1" noEditPoints="1" noAdjustHandles="1" noChangeArrowheads="1" noChangeShapeType="1"/>
          </p:cNvSpPr>
          <p:nvPr userDrawn="1"/>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12" name="Arc 11">
            <a:extLst>
              <a:ext uri="{FF2B5EF4-FFF2-40B4-BE49-F238E27FC236}">
                <a16:creationId xmlns:a16="http://schemas.microsoft.com/office/drawing/2014/main" id="{04DD7991-F962-C1CD-1B70-FD0B6F8E28AD}"/>
              </a:ext>
            </a:extLst>
          </p:cNvPr>
          <p:cNvSpPr>
            <a:spLocks noGrp="1" noRot="1" noMove="1" noResize="1" noEditPoints="1" noAdjustHandles="1" noChangeArrowheads="1" noChangeShapeType="1"/>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3" name="Arc 11">
            <a:extLst>
              <a:ext uri="{FF2B5EF4-FFF2-40B4-BE49-F238E27FC236}">
                <a16:creationId xmlns:a16="http://schemas.microsoft.com/office/drawing/2014/main" id="{D87D93B1-025A-7212-05B1-00BE09AA861B}"/>
              </a:ext>
            </a:extLst>
          </p:cNvPr>
          <p:cNvSpPr>
            <a:spLocks noGrp="1" noRot="1" noMove="1" noResize="1" noEditPoints="1" noAdjustHandles="1" noChangeArrowheads="1" noChangeShapeType="1"/>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pic>
        <p:nvPicPr>
          <p:cNvPr id="11" name="Graphic 10">
            <a:extLst>
              <a:ext uri="{FF2B5EF4-FFF2-40B4-BE49-F238E27FC236}">
                <a16:creationId xmlns:a16="http://schemas.microsoft.com/office/drawing/2014/main" id="{3A796EBE-B2D0-5C11-1F6A-ED0B98A8D06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10607" y="222069"/>
            <a:ext cx="1318093" cy="323306"/>
          </a:xfrm>
          <a:prstGeom prst="rect">
            <a:avLst/>
          </a:prstGeom>
        </p:spPr>
      </p:pic>
      <p:sp>
        <p:nvSpPr>
          <p:cNvPr id="4" name="Content Placeholder 3">
            <a:extLst>
              <a:ext uri="{FF2B5EF4-FFF2-40B4-BE49-F238E27FC236}">
                <a16:creationId xmlns:a16="http://schemas.microsoft.com/office/drawing/2014/main" id="{472DC88E-CFF0-2C3E-5E6A-C65AA00C5660}"/>
              </a:ext>
            </a:extLst>
          </p:cNvPr>
          <p:cNvSpPr>
            <a:spLocks noGrp="1"/>
          </p:cNvSpPr>
          <p:nvPr>
            <p:ph sz="quarter" idx="14"/>
          </p:nvPr>
        </p:nvSpPr>
        <p:spPr>
          <a:xfrm>
            <a:off x="407988" y="1690688"/>
            <a:ext cx="11420475" cy="4646612"/>
          </a:xfrm>
        </p:spPr>
        <p:txBody>
          <a:bodyPr/>
          <a:lstStyle>
            <a:lvl1pPr>
              <a:defRPr sz="14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EEF4DD46-34AA-3A97-F1F5-85F384E6376A}"/>
              </a:ext>
            </a:extLst>
          </p:cNvPr>
          <p:cNvSpPr txBox="1"/>
          <p:nvPr userDrawn="1"/>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latin typeface="+mn-lt"/>
              </a:rPr>
              <a:t>‹#›</a:t>
            </a:fld>
            <a:endParaRPr lang="en-US" sz="800" b="1" i="0" dirty="0">
              <a:latin typeface="+mn-lt"/>
            </a:endParaRPr>
          </a:p>
        </p:txBody>
      </p:sp>
      <p:sp>
        <p:nvSpPr>
          <p:cNvPr id="9" name="Arc 11">
            <a:extLst>
              <a:ext uri="{FF2B5EF4-FFF2-40B4-BE49-F238E27FC236}">
                <a16:creationId xmlns:a16="http://schemas.microsoft.com/office/drawing/2014/main" id="{4B00E424-6F8C-708D-92A9-C5C14E99CC85}"/>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0" name="Arc 11">
            <a:extLst>
              <a:ext uri="{FF2B5EF4-FFF2-40B4-BE49-F238E27FC236}">
                <a16:creationId xmlns:a16="http://schemas.microsoft.com/office/drawing/2014/main" id="{35C0585D-809E-AA5D-8E3B-CDDE039D9DB8}"/>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8" name="Arc 11">
            <a:extLst>
              <a:ext uri="{FF2B5EF4-FFF2-40B4-BE49-F238E27FC236}">
                <a16:creationId xmlns:a16="http://schemas.microsoft.com/office/drawing/2014/main" id="{ADDA06E2-0FEC-1BFA-617C-9DA5C6DD9F89}"/>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9" name="Arc 11">
            <a:extLst>
              <a:ext uri="{FF2B5EF4-FFF2-40B4-BE49-F238E27FC236}">
                <a16:creationId xmlns:a16="http://schemas.microsoft.com/office/drawing/2014/main" id="{BE72EDCE-83AF-544B-370F-A1E3BC4687FB}"/>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 name="Text Placeholder 16">
            <a:extLst>
              <a:ext uri="{FF2B5EF4-FFF2-40B4-BE49-F238E27FC236}">
                <a16:creationId xmlns:a16="http://schemas.microsoft.com/office/drawing/2014/main" id="{1F20DBFB-B570-02BE-0D57-58E767A17996}"/>
              </a:ext>
            </a:extLst>
          </p:cNvPr>
          <p:cNvSpPr>
            <a:spLocks noGrp="1"/>
          </p:cNvSpPr>
          <p:nvPr>
            <p:ph type="body" sz="quarter" idx="15" hasCustomPrompt="1"/>
          </p:nvPr>
        </p:nvSpPr>
        <p:spPr>
          <a:xfrm>
            <a:off x="449351" y="380998"/>
            <a:ext cx="8260696" cy="381001"/>
          </a:xfrm>
          <a:prstGeom prst="rect">
            <a:avLst/>
          </a:prstGeom>
        </p:spPr>
        <p:txBody>
          <a:bodyPr anchor="b">
            <a:noAutofit/>
          </a:bodyPr>
          <a:lstStyle>
            <a:lvl1pPr marL="45720" indent="0">
              <a:buNone/>
              <a:defRPr sz="2200" b="1" i="0">
                <a:solidFill>
                  <a:srgbClr val="440099"/>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14" name="Text Placeholder 16">
            <a:extLst>
              <a:ext uri="{FF2B5EF4-FFF2-40B4-BE49-F238E27FC236}">
                <a16:creationId xmlns:a16="http://schemas.microsoft.com/office/drawing/2014/main" id="{920369AC-947D-34CE-6A89-A5FB8B4017A6}"/>
              </a:ext>
            </a:extLst>
          </p:cNvPr>
          <p:cNvSpPr>
            <a:spLocks noGrp="1"/>
          </p:cNvSpPr>
          <p:nvPr>
            <p:ph type="body" sz="quarter" idx="16" hasCustomPrompt="1"/>
          </p:nvPr>
        </p:nvSpPr>
        <p:spPr>
          <a:xfrm>
            <a:off x="449351" y="837300"/>
            <a:ext cx="8260696" cy="381001"/>
          </a:xfrm>
          <a:prstGeom prst="rect">
            <a:avLst/>
          </a:prstGeom>
        </p:spPr>
        <p:txBody>
          <a:bodyPr anchor="t">
            <a:noAutofit/>
          </a:bodyPr>
          <a:lstStyle>
            <a:lvl1pPr marL="45720" indent="0">
              <a:buNone/>
              <a:defRPr sz="1400" b="0" i="0">
                <a:solidFill>
                  <a:schemeClr val="tx1"/>
                </a:solidFill>
                <a:latin typeface="DM Sans Medium" pitchFamily="50" charset="0"/>
              </a:defRPr>
            </a:lvl1pPr>
            <a:lvl2pPr>
              <a:defRPr sz="3400"/>
            </a:lvl2pPr>
            <a:lvl3pPr>
              <a:defRPr sz="3400"/>
            </a:lvl3pPr>
            <a:lvl4pPr>
              <a:defRPr sz="3400"/>
            </a:lvl4pPr>
            <a:lvl5pPr>
              <a:defRPr sz="3400"/>
            </a:lvl5pPr>
          </a:lstStyle>
          <a:p>
            <a:pPr lvl="0"/>
            <a:r>
              <a:rPr lang="en-US" dirty="0"/>
              <a:t>Title Goes Here (H2*)</a:t>
            </a:r>
          </a:p>
        </p:txBody>
      </p:sp>
      <p:sp>
        <p:nvSpPr>
          <p:cNvPr id="6" name="TextBox 5">
            <a:extLst>
              <a:ext uri="{FF2B5EF4-FFF2-40B4-BE49-F238E27FC236}">
                <a16:creationId xmlns:a16="http://schemas.microsoft.com/office/drawing/2014/main" id="{E202E627-7095-DA68-3556-FDA525EF5E75}"/>
              </a:ext>
            </a:extLst>
          </p:cNvPr>
          <p:cNvSpPr txBox="1"/>
          <p:nvPr userDrawn="1"/>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
        <p:nvSpPr>
          <p:cNvPr id="7" name="Arc 11">
            <a:extLst>
              <a:ext uri="{FF2B5EF4-FFF2-40B4-BE49-F238E27FC236}">
                <a16:creationId xmlns:a16="http://schemas.microsoft.com/office/drawing/2014/main" id="{3E97AA4E-69EE-A55A-3A86-A75F74277DB5}"/>
              </a:ext>
            </a:extLst>
          </p:cNvPr>
          <p:cNvSpPr/>
          <p:nvPr userDrawn="1"/>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8" name="Arc 11">
            <a:extLst>
              <a:ext uri="{FF2B5EF4-FFF2-40B4-BE49-F238E27FC236}">
                <a16:creationId xmlns:a16="http://schemas.microsoft.com/office/drawing/2014/main" id="{D4F43FBF-19C2-CF6F-6328-A054086D38D7}"/>
              </a:ext>
            </a:extLst>
          </p:cNvPr>
          <p:cNvSpPr/>
          <p:nvPr userDrawn="1"/>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Tree>
    <p:extLst>
      <p:ext uri="{BB962C8B-B14F-4D97-AF65-F5344CB8AC3E}">
        <p14:creationId xmlns:p14="http://schemas.microsoft.com/office/powerpoint/2010/main" val="2712125763"/>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2_Content_Lists-2">
    <p:bg>
      <p:bgRef idx="1001">
        <a:schemeClr val="bg1"/>
      </p:bgRef>
    </p:bg>
    <p:spTree>
      <p:nvGrpSpPr>
        <p:cNvPr id="1" name=""/>
        <p:cNvGrpSpPr/>
        <p:nvPr/>
      </p:nvGrpSpPr>
      <p:grpSpPr>
        <a:xfrm>
          <a:off x="0" y="0"/>
          <a:ext cx="0" cy="0"/>
          <a:chOff x="0" y="0"/>
          <a:chExt cx="0" cy="0"/>
        </a:xfrm>
      </p:grpSpPr>
      <p:sp>
        <p:nvSpPr>
          <p:cNvPr id="5" name="Process 4">
            <a:extLst>
              <a:ext uri="{FF2B5EF4-FFF2-40B4-BE49-F238E27FC236}">
                <a16:creationId xmlns:a16="http://schemas.microsoft.com/office/drawing/2014/main" id="{702124D0-3ECE-3545-6DE4-F9B12CE0DC2C}"/>
              </a:ext>
            </a:extLst>
          </p:cNvPr>
          <p:cNvSpPr>
            <a:spLocks noGrp="1" noRot="1" noMove="1" noResize="1" noEditPoints="1" noAdjustHandles="1" noChangeArrowheads="1" noChangeShapeType="1"/>
          </p:cNvSpPr>
          <p:nvPr userDrawn="1"/>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3" name="Arc 11">
            <a:extLst>
              <a:ext uri="{FF2B5EF4-FFF2-40B4-BE49-F238E27FC236}">
                <a16:creationId xmlns:a16="http://schemas.microsoft.com/office/drawing/2014/main" id="{CDD506D0-A93A-F8D8-C544-9F54F3FC5957}"/>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4" name="Arc 11">
            <a:extLst>
              <a:ext uri="{FF2B5EF4-FFF2-40B4-BE49-F238E27FC236}">
                <a16:creationId xmlns:a16="http://schemas.microsoft.com/office/drawing/2014/main" id="{9FF11A9F-3259-BD5E-ED01-4C47514FD260}"/>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pic>
        <p:nvPicPr>
          <p:cNvPr id="11" name="Graphic 10">
            <a:extLst>
              <a:ext uri="{FF2B5EF4-FFF2-40B4-BE49-F238E27FC236}">
                <a16:creationId xmlns:a16="http://schemas.microsoft.com/office/drawing/2014/main" id="{3A796EBE-B2D0-5C11-1F6A-ED0B98A8D06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10607" y="222069"/>
            <a:ext cx="1318093" cy="323306"/>
          </a:xfrm>
          <a:prstGeom prst="rect">
            <a:avLst/>
          </a:prstGeom>
        </p:spPr>
      </p:pic>
      <p:sp>
        <p:nvSpPr>
          <p:cNvPr id="16" name="Text Placeholder 8">
            <a:extLst>
              <a:ext uri="{FF2B5EF4-FFF2-40B4-BE49-F238E27FC236}">
                <a16:creationId xmlns:a16="http://schemas.microsoft.com/office/drawing/2014/main" id="{93DCEA1B-EAC9-7FD1-D61C-6E6BB43429DB}"/>
              </a:ext>
            </a:extLst>
          </p:cNvPr>
          <p:cNvSpPr>
            <a:spLocks noGrp="1"/>
          </p:cNvSpPr>
          <p:nvPr>
            <p:ph type="body" sz="quarter" idx="14" hasCustomPrompt="1"/>
          </p:nvPr>
        </p:nvSpPr>
        <p:spPr>
          <a:xfrm>
            <a:off x="1492801" y="1746265"/>
            <a:ext cx="3422099" cy="717536"/>
          </a:xfrm>
        </p:spPr>
        <p:txBody>
          <a:bodyPr lIns="0" tIns="0" rIns="0" bIns="0">
            <a:noAutofit/>
          </a:bodyPr>
          <a:lstStyle>
            <a:lvl1pPr marL="0" indent="0">
              <a:lnSpc>
                <a:spcPct val="100000"/>
              </a:lnSpc>
              <a:spcBef>
                <a:spcPts val="0"/>
              </a:spcBef>
              <a:spcAft>
                <a:spcPts val="200"/>
              </a:spcAft>
              <a:buFont typeface="+mj-lt"/>
              <a:buNone/>
              <a:defRPr sz="2000" b="1">
                <a:latin typeface="+mn-lt"/>
              </a:defRPr>
            </a:lvl1pPr>
          </a:lstStyle>
          <a:p>
            <a:pPr lvl="0"/>
            <a:r>
              <a:rPr lang="en-US" dirty="0">
                <a:effectLst/>
              </a:rPr>
              <a:t>lorem ipsum dolor sit </a:t>
            </a:r>
            <a:r>
              <a:rPr lang="en-US" dirty="0" err="1">
                <a:effectLst/>
              </a:rPr>
              <a:t>amet</a:t>
            </a:r>
            <a:r>
              <a:rPr lang="en-US" dirty="0">
                <a:effectLst/>
              </a:rPr>
              <a:t> </a:t>
            </a:r>
            <a:r>
              <a:rPr lang="en-US" dirty="0" err="1">
                <a:effectLst/>
              </a:rPr>
              <a:t>consectetur</a:t>
            </a:r>
            <a:r>
              <a:rPr lang="en-US" dirty="0">
                <a:effectLst/>
              </a:rPr>
              <a:t> </a:t>
            </a:r>
            <a:r>
              <a:rPr lang="en-US" dirty="0" err="1">
                <a:effectLst/>
              </a:rPr>
              <a:t>adipiscing</a:t>
            </a:r>
            <a:r>
              <a:rPr lang="en-US" dirty="0">
                <a:effectLst/>
              </a:rPr>
              <a:t> </a:t>
            </a:r>
            <a:r>
              <a:rPr lang="en-US" dirty="0" err="1">
                <a:effectLst/>
              </a:rPr>
              <a:t>elit</a:t>
            </a:r>
            <a:endParaRPr lang="en-US" dirty="0"/>
          </a:p>
        </p:txBody>
      </p:sp>
      <p:sp>
        <p:nvSpPr>
          <p:cNvPr id="19" name="Text Placeholder 8">
            <a:extLst>
              <a:ext uri="{FF2B5EF4-FFF2-40B4-BE49-F238E27FC236}">
                <a16:creationId xmlns:a16="http://schemas.microsoft.com/office/drawing/2014/main" id="{E2876E0B-EAB6-D53C-853E-8084F9E80C26}"/>
              </a:ext>
            </a:extLst>
          </p:cNvPr>
          <p:cNvSpPr>
            <a:spLocks noGrp="1"/>
          </p:cNvSpPr>
          <p:nvPr>
            <p:ph type="body" sz="quarter" idx="17" hasCustomPrompt="1"/>
          </p:nvPr>
        </p:nvSpPr>
        <p:spPr>
          <a:xfrm>
            <a:off x="1492801" y="3181365"/>
            <a:ext cx="3422099" cy="717536"/>
          </a:xfrm>
        </p:spPr>
        <p:txBody>
          <a:bodyPr lIns="0" tIns="0" rIns="0" bIns="0">
            <a:noAutofit/>
          </a:bodyPr>
          <a:lstStyle>
            <a:lvl1pPr marL="0" indent="0">
              <a:lnSpc>
                <a:spcPct val="100000"/>
              </a:lnSpc>
              <a:spcBef>
                <a:spcPts val="0"/>
              </a:spcBef>
              <a:spcAft>
                <a:spcPts val="200"/>
              </a:spcAft>
              <a:buFont typeface="+mj-lt"/>
              <a:buNone/>
              <a:defRPr sz="2000" b="1">
                <a:latin typeface="+mn-lt"/>
              </a:defRPr>
            </a:lvl1pPr>
          </a:lstStyle>
          <a:p>
            <a:pPr lvl="0"/>
            <a:r>
              <a:rPr lang="en-US">
                <a:effectLst/>
              </a:rPr>
              <a:t>lorem ipsum dolor sit </a:t>
            </a:r>
            <a:r>
              <a:rPr lang="en-US" err="1">
                <a:effectLst/>
              </a:rPr>
              <a:t>amet</a:t>
            </a:r>
            <a:r>
              <a:rPr lang="en-US">
                <a:effectLst/>
              </a:rPr>
              <a:t> </a:t>
            </a:r>
            <a:r>
              <a:rPr lang="en-US" err="1">
                <a:effectLst/>
              </a:rPr>
              <a:t>consectetur</a:t>
            </a:r>
            <a:r>
              <a:rPr lang="en-US">
                <a:effectLst/>
              </a:rPr>
              <a:t> </a:t>
            </a:r>
            <a:r>
              <a:rPr lang="en-US" err="1">
                <a:effectLst/>
              </a:rPr>
              <a:t>adipiscing</a:t>
            </a:r>
            <a:r>
              <a:rPr lang="en-US">
                <a:effectLst/>
              </a:rPr>
              <a:t> </a:t>
            </a:r>
            <a:r>
              <a:rPr lang="en-US" err="1">
                <a:effectLst/>
              </a:rPr>
              <a:t>elit</a:t>
            </a:r>
            <a:endParaRPr lang="en-US"/>
          </a:p>
        </p:txBody>
      </p:sp>
      <p:sp>
        <p:nvSpPr>
          <p:cNvPr id="20" name="Text Placeholder 8">
            <a:extLst>
              <a:ext uri="{FF2B5EF4-FFF2-40B4-BE49-F238E27FC236}">
                <a16:creationId xmlns:a16="http://schemas.microsoft.com/office/drawing/2014/main" id="{18901E1C-F1AF-3B45-D899-95D17F2E8CD4}"/>
              </a:ext>
            </a:extLst>
          </p:cNvPr>
          <p:cNvSpPr>
            <a:spLocks noGrp="1"/>
          </p:cNvSpPr>
          <p:nvPr>
            <p:ph type="body" sz="quarter" idx="18" hasCustomPrompt="1"/>
          </p:nvPr>
        </p:nvSpPr>
        <p:spPr>
          <a:xfrm>
            <a:off x="1492801" y="4616465"/>
            <a:ext cx="3422099" cy="717536"/>
          </a:xfrm>
        </p:spPr>
        <p:txBody>
          <a:bodyPr lIns="0" tIns="0" rIns="0" bIns="0">
            <a:noAutofit/>
          </a:bodyPr>
          <a:lstStyle>
            <a:lvl1pPr marL="0" indent="0">
              <a:lnSpc>
                <a:spcPct val="100000"/>
              </a:lnSpc>
              <a:spcBef>
                <a:spcPts val="0"/>
              </a:spcBef>
              <a:spcAft>
                <a:spcPts val="200"/>
              </a:spcAft>
              <a:buFont typeface="+mj-lt"/>
              <a:buNone/>
              <a:defRPr sz="2000" b="1">
                <a:latin typeface="+mn-lt"/>
              </a:defRPr>
            </a:lvl1pPr>
          </a:lstStyle>
          <a:p>
            <a:pPr lvl="0"/>
            <a:r>
              <a:rPr lang="en-US">
                <a:effectLst/>
              </a:rPr>
              <a:t>lorem ipsum dolor sit </a:t>
            </a:r>
            <a:r>
              <a:rPr lang="en-US" err="1">
                <a:effectLst/>
              </a:rPr>
              <a:t>amet</a:t>
            </a:r>
            <a:r>
              <a:rPr lang="en-US">
                <a:effectLst/>
              </a:rPr>
              <a:t> </a:t>
            </a:r>
            <a:r>
              <a:rPr lang="en-US" err="1">
                <a:effectLst/>
              </a:rPr>
              <a:t>consectetur</a:t>
            </a:r>
            <a:r>
              <a:rPr lang="en-US">
                <a:effectLst/>
              </a:rPr>
              <a:t> </a:t>
            </a:r>
            <a:r>
              <a:rPr lang="en-US" err="1">
                <a:effectLst/>
              </a:rPr>
              <a:t>adipiscing</a:t>
            </a:r>
            <a:r>
              <a:rPr lang="en-US">
                <a:effectLst/>
              </a:rPr>
              <a:t> </a:t>
            </a:r>
            <a:r>
              <a:rPr lang="en-US" err="1">
                <a:effectLst/>
              </a:rPr>
              <a:t>elit</a:t>
            </a:r>
            <a:endParaRPr lang="en-US"/>
          </a:p>
        </p:txBody>
      </p:sp>
      <p:sp>
        <p:nvSpPr>
          <p:cNvPr id="10" name="Picture Placeholder 5">
            <a:extLst>
              <a:ext uri="{FF2B5EF4-FFF2-40B4-BE49-F238E27FC236}">
                <a16:creationId xmlns:a16="http://schemas.microsoft.com/office/drawing/2014/main" id="{31FF7EF9-3C55-CDD6-6AEE-E040804D7498}"/>
              </a:ext>
            </a:extLst>
          </p:cNvPr>
          <p:cNvSpPr>
            <a:spLocks noGrp="1"/>
          </p:cNvSpPr>
          <p:nvPr>
            <p:ph type="pic" sz="quarter" idx="20"/>
          </p:nvPr>
        </p:nvSpPr>
        <p:spPr>
          <a:xfrm>
            <a:off x="407988" y="1746265"/>
            <a:ext cx="852487" cy="852488"/>
          </a:xfrm>
        </p:spPr>
        <p:txBody>
          <a:bodyPr/>
          <a:lstStyle>
            <a:lvl1pPr>
              <a:defRPr>
                <a:latin typeface="+mn-lt"/>
              </a:defRPr>
            </a:lvl1pPr>
          </a:lstStyle>
          <a:p>
            <a:r>
              <a:rPr lang="en-US"/>
              <a:t>Click icon to add picture</a:t>
            </a:r>
          </a:p>
        </p:txBody>
      </p:sp>
      <p:sp>
        <p:nvSpPr>
          <p:cNvPr id="12" name="Picture Placeholder 5">
            <a:extLst>
              <a:ext uri="{FF2B5EF4-FFF2-40B4-BE49-F238E27FC236}">
                <a16:creationId xmlns:a16="http://schemas.microsoft.com/office/drawing/2014/main" id="{0B4E7E41-2726-D611-063F-96E12E100126}"/>
              </a:ext>
            </a:extLst>
          </p:cNvPr>
          <p:cNvSpPr>
            <a:spLocks noGrp="1"/>
          </p:cNvSpPr>
          <p:nvPr>
            <p:ph type="pic" sz="quarter" idx="21"/>
          </p:nvPr>
        </p:nvSpPr>
        <p:spPr>
          <a:xfrm>
            <a:off x="407988" y="3167292"/>
            <a:ext cx="852487" cy="852488"/>
          </a:xfrm>
        </p:spPr>
        <p:txBody>
          <a:bodyPr/>
          <a:lstStyle>
            <a:lvl1pPr>
              <a:defRPr>
                <a:latin typeface="+mn-lt"/>
              </a:defRPr>
            </a:lvl1pPr>
          </a:lstStyle>
          <a:p>
            <a:r>
              <a:rPr lang="en-US"/>
              <a:t>Click icon to add picture</a:t>
            </a:r>
          </a:p>
        </p:txBody>
      </p:sp>
      <p:sp>
        <p:nvSpPr>
          <p:cNvPr id="13" name="Picture Placeholder 5">
            <a:extLst>
              <a:ext uri="{FF2B5EF4-FFF2-40B4-BE49-F238E27FC236}">
                <a16:creationId xmlns:a16="http://schemas.microsoft.com/office/drawing/2014/main" id="{C78EF59D-D0A1-12E4-EB77-DF5D04F7EBF7}"/>
              </a:ext>
            </a:extLst>
          </p:cNvPr>
          <p:cNvSpPr>
            <a:spLocks noGrp="1"/>
          </p:cNvSpPr>
          <p:nvPr>
            <p:ph type="pic" sz="quarter" idx="22"/>
          </p:nvPr>
        </p:nvSpPr>
        <p:spPr>
          <a:xfrm>
            <a:off x="407988" y="4600676"/>
            <a:ext cx="852487" cy="852488"/>
          </a:xfrm>
        </p:spPr>
        <p:txBody>
          <a:bodyPr/>
          <a:lstStyle>
            <a:lvl1pPr>
              <a:defRPr>
                <a:latin typeface="+mn-lt"/>
              </a:defRPr>
            </a:lvl1pPr>
          </a:lstStyle>
          <a:p>
            <a:r>
              <a:rPr lang="en-US"/>
              <a:t>Click icon to add picture</a:t>
            </a:r>
          </a:p>
        </p:txBody>
      </p:sp>
      <p:sp>
        <p:nvSpPr>
          <p:cNvPr id="8" name="Arc 11">
            <a:extLst>
              <a:ext uri="{FF2B5EF4-FFF2-40B4-BE49-F238E27FC236}">
                <a16:creationId xmlns:a16="http://schemas.microsoft.com/office/drawing/2014/main" id="{6A560EC9-ECB8-8E2C-4977-AA05E9319FB1}"/>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9" name="Arc 11">
            <a:extLst>
              <a:ext uri="{FF2B5EF4-FFF2-40B4-BE49-F238E27FC236}">
                <a16:creationId xmlns:a16="http://schemas.microsoft.com/office/drawing/2014/main" id="{F2E5887A-8A9C-478B-5955-3BCCDBEE5443}"/>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6" name="Arc 11">
            <a:extLst>
              <a:ext uri="{FF2B5EF4-FFF2-40B4-BE49-F238E27FC236}">
                <a16:creationId xmlns:a16="http://schemas.microsoft.com/office/drawing/2014/main" id="{D5604DEF-8CD7-4655-E2E6-A3F94EA0D9EE}"/>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7" name="Arc 11">
            <a:extLst>
              <a:ext uri="{FF2B5EF4-FFF2-40B4-BE49-F238E27FC236}">
                <a16:creationId xmlns:a16="http://schemas.microsoft.com/office/drawing/2014/main" id="{BB653A3A-DDA9-30FE-E547-7D540AF4B985}"/>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32" name="TextBox 31">
            <a:extLst>
              <a:ext uri="{FF2B5EF4-FFF2-40B4-BE49-F238E27FC236}">
                <a16:creationId xmlns:a16="http://schemas.microsoft.com/office/drawing/2014/main" id="{F12B2518-10C7-9609-A075-C44994337B0E}"/>
              </a:ext>
            </a:extLst>
          </p:cNvPr>
          <p:cNvSpPr txBox="1"/>
          <p:nvPr userDrawn="1"/>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tx1"/>
                </a:solidFill>
                <a:latin typeface="+mn-lt"/>
              </a:rPr>
              <a:t>‹#›</a:t>
            </a:fld>
            <a:endParaRPr lang="en-US" sz="800" b="1" i="0" dirty="0">
              <a:solidFill>
                <a:schemeClr val="tx1"/>
              </a:solidFill>
              <a:latin typeface="+mn-lt"/>
            </a:endParaRPr>
          </a:p>
        </p:txBody>
      </p:sp>
      <p:sp>
        <p:nvSpPr>
          <p:cNvPr id="15" name="Text Placeholder 8">
            <a:extLst>
              <a:ext uri="{FF2B5EF4-FFF2-40B4-BE49-F238E27FC236}">
                <a16:creationId xmlns:a16="http://schemas.microsoft.com/office/drawing/2014/main" id="{3CD84CDF-D450-8750-0BD2-CC127E1C2E98}"/>
              </a:ext>
            </a:extLst>
          </p:cNvPr>
          <p:cNvSpPr>
            <a:spLocks noGrp="1"/>
          </p:cNvSpPr>
          <p:nvPr>
            <p:ph type="body" sz="quarter" idx="15" hasCustomPrompt="1"/>
          </p:nvPr>
        </p:nvSpPr>
        <p:spPr>
          <a:xfrm>
            <a:off x="5836201" y="3169072"/>
            <a:ext cx="5952843" cy="1137201"/>
          </a:xfrm>
        </p:spPr>
        <p:txBody>
          <a:bodyPr lIns="0" tIns="0" rIns="0" bIns="0">
            <a:noAutofit/>
          </a:bodyPr>
          <a:lstStyle>
            <a:lvl1pPr marL="91440" indent="-91440">
              <a:lnSpc>
                <a:spcPct val="100000"/>
              </a:lnSpc>
              <a:spcBef>
                <a:spcPts val="0"/>
              </a:spcBef>
              <a:spcAft>
                <a:spcPts val="600"/>
              </a:spcAft>
              <a:buFont typeface="+mj-lt"/>
              <a:buAutoNum type="arabicPeriod"/>
              <a:defRPr sz="1300">
                <a:latin typeface="+mn-lt"/>
              </a:defRPr>
            </a:lvl1pPr>
          </a:lstStyle>
          <a:p>
            <a:pPr lvl="0"/>
            <a:r>
              <a:rPr lang="en-US" dirty="0" err="1">
                <a:effectLst/>
              </a:rPr>
              <a:t>Consectetur</a:t>
            </a:r>
            <a:r>
              <a:rPr lang="en-US" dirty="0">
                <a:effectLst/>
              </a:rPr>
              <a:t> </a:t>
            </a:r>
            <a:r>
              <a:rPr lang="en-US" dirty="0" err="1">
                <a:effectLst/>
              </a:rPr>
              <a:t>adipiscing</a:t>
            </a:r>
            <a:r>
              <a:rPr lang="en-US" dirty="0">
                <a:effectLst/>
              </a:rPr>
              <a:t> </a:t>
            </a:r>
            <a:r>
              <a:rPr lang="en-US" dirty="0" err="1">
                <a:effectLst/>
              </a:rPr>
              <a:t>elit</a:t>
            </a:r>
            <a:r>
              <a:rPr lang="en-US" dirty="0">
                <a:effectLst/>
              </a:rPr>
              <a:t>. Ut sed </a:t>
            </a:r>
            <a:r>
              <a:rPr lang="en-US" dirty="0" err="1">
                <a:effectLst/>
              </a:rPr>
              <a:t>orci</a:t>
            </a:r>
            <a:r>
              <a:rPr lang="en-US" dirty="0">
                <a:effectLst/>
              </a:rPr>
              <a:t> </a:t>
            </a:r>
            <a:r>
              <a:rPr lang="en-US" dirty="0" err="1">
                <a:effectLst/>
              </a:rPr>
              <a:t>molestie</a:t>
            </a:r>
            <a:r>
              <a:rPr lang="en-US" dirty="0">
                <a:effectLst/>
              </a:rPr>
              <a:t>, </a:t>
            </a:r>
            <a:r>
              <a:rPr lang="en-US" dirty="0" err="1">
                <a:effectLst/>
              </a:rPr>
              <a:t>varius</a:t>
            </a:r>
            <a:r>
              <a:rPr lang="en-US" dirty="0">
                <a:effectLst/>
              </a:rPr>
              <a:t> </a:t>
            </a:r>
            <a:r>
              <a:rPr lang="en-US" dirty="0" err="1">
                <a:effectLst/>
              </a:rPr>
              <a:t>lectus</a:t>
            </a:r>
            <a:r>
              <a:rPr lang="en-US" dirty="0">
                <a:effectLst/>
              </a:rPr>
              <a:t> et, </a:t>
            </a:r>
            <a:r>
              <a:rPr lang="en-US" dirty="0" err="1">
                <a:effectLst/>
              </a:rPr>
              <a:t>facilisis</a:t>
            </a:r>
            <a:r>
              <a:rPr lang="en-US" dirty="0">
                <a:effectLst/>
              </a:rPr>
              <a:t> </a:t>
            </a:r>
            <a:r>
              <a:rPr lang="en-US" dirty="0" err="1">
                <a:effectLst/>
              </a:rPr>
              <a:t>massa</a:t>
            </a:r>
            <a:r>
              <a:rPr lang="en-US" dirty="0">
                <a:effectLst/>
              </a:rPr>
              <a:t>. Sed </a:t>
            </a:r>
            <a:r>
              <a:rPr lang="en-US" dirty="0" err="1">
                <a:effectLst/>
              </a:rPr>
              <a:t>consequat</a:t>
            </a:r>
            <a:r>
              <a:rPr lang="en-US" dirty="0">
                <a:effectLst/>
              </a:rPr>
              <a:t>, nisi sed </a:t>
            </a:r>
            <a:r>
              <a:rPr lang="en-US" dirty="0" err="1">
                <a:effectLst/>
              </a:rPr>
              <a:t>bibendum</a:t>
            </a:r>
            <a:r>
              <a:rPr lang="en-US" dirty="0">
                <a:effectLst/>
              </a:rPr>
              <a:t> </a:t>
            </a:r>
            <a:r>
              <a:rPr lang="en-US" dirty="0" err="1">
                <a:effectLst/>
              </a:rPr>
              <a:t>mattis</a:t>
            </a:r>
            <a:r>
              <a:rPr lang="en-US" dirty="0">
                <a:effectLst/>
              </a:rPr>
              <a:t>, </a:t>
            </a:r>
            <a:r>
              <a:rPr lang="en-US" dirty="0" err="1">
                <a:effectLst/>
              </a:rPr>
              <a:t>tortor</a:t>
            </a:r>
            <a:r>
              <a:rPr lang="en-US" dirty="0">
                <a:effectLst/>
              </a:rPr>
              <a:t> </a:t>
            </a:r>
            <a:r>
              <a:rPr lang="en-US" dirty="0" err="1">
                <a:effectLst/>
              </a:rPr>
              <a:t>metus</a:t>
            </a:r>
            <a:r>
              <a:rPr lang="en-US" dirty="0">
                <a:effectLst/>
              </a:rPr>
              <a:t> </a:t>
            </a:r>
            <a:r>
              <a:rPr lang="en-US" dirty="0" err="1">
                <a:effectLst/>
              </a:rPr>
              <a:t>molestie</a:t>
            </a:r>
            <a:r>
              <a:rPr lang="en-US" dirty="0">
                <a:effectLst/>
              </a:rPr>
              <a:t> </a:t>
            </a:r>
            <a:r>
              <a:rPr lang="en-US" dirty="0" err="1">
                <a:effectLst/>
              </a:rPr>
              <a:t>nunc</a:t>
            </a:r>
            <a:r>
              <a:rPr lang="en-US" dirty="0">
                <a:effectLst/>
              </a:rPr>
              <a:t>, non </a:t>
            </a:r>
            <a:r>
              <a:rPr lang="en-US" dirty="0" err="1">
                <a:effectLst/>
              </a:rPr>
              <a:t>vehicula</a:t>
            </a:r>
            <a:r>
              <a:rPr lang="en-US" dirty="0">
                <a:effectLst/>
              </a:rPr>
              <a:t> </a:t>
            </a:r>
            <a:r>
              <a:rPr lang="en-US" dirty="0" err="1">
                <a:effectLst/>
              </a:rPr>
              <a:t>nulla</a:t>
            </a:r>
            <a:r>
              <a:rPr lang="en-US" dirty="0">
                <a:effectLst/>
              </a:rPr>
              <a:t> </a:t>
            </a:r>
            <a:r>
              <a:rPr lang="en-US" dirty="0" err="1">
                <a:effectLst/>
              </a:rPr>
              <a:t>erat</a:t>
            </a:r>
            <a:r>
              <a:rPr lang="en-US" dirty="0">
                <a:effectLst/>
              </a:rPr>
              <a:t> a magna. </a:t>
            </a:r>
          </a:p>
          <a:p>
            <a:pPr lvl="0"/>
            <a:r>
              <a:rPr lang="en-US" dirty="0" err="1">
                <a:effectLst/>
              </a:rPr>
              <a:t>Fusce</a:t>
            </a:r>
            <a:r>
              <a:rPr lang="en-US" dirty="0">
                <a:effectLst/>
              </a:rPr>
              <a:t> at dui </a:t>
            </a:r>
            <a:r>
              <a:rPr lang="en-US" dirty="0" err="1">
                <a:effectLst/>
              </a:rPr>
              <a:t>risus</a:t>
            </a:r>
            <a:r>
              <a:rPr lang="en-US" dirty="0">
                <a:effectLst/>
              </a:rPr>
              <a:t>. Proin </a:t>
            </a:r>
            <a:r>
              <a:rPr lang="en-US" dirty="0" err="1">
                <a:effectLst/>
              </a:rPr>
              <a:t>efficitur</a:t>
            </a:r>
            <a:r>
              <a:rPr lang="en-US" dirty="0">
                <a:effectLst/>
              </a:rPr>
              <a:t> </a:t>
            </a:r>
            <a:r>
              <a:rPr lang="en-US" dirty="0" err="1">
                <a:effectLst/>
              </a:rPr>
              <a:t>lectus</a:t>
            </a:r>
            <a:r>
              <a:rPr lang="en-US" dirty="0">
                <a:effectLst/>
              </a:rPr>
              <a:t> </a:t>
            </a:r>
            <a:r>
              <a:rPr lang="en-US" dirty="0" err="1">
                <a:effectLst/>
              </a:rPr>
              <a:t>neque</a:t>
            </a:r>
            <a:r>
              <a:rPr lang="en-US" dirty="0">
                <a:effectLst/>
              </a:rPr>
              <a:t>, </a:t>
            </a:r>
            <a:r>
              <a:rPr lang="en-US" dirty="0" err="1">
                <a:effectLst/>
              </a:rPr>
              <a:t>quis</a:t>
            </a:r>
            <a:r>
              <a:rPr lang="en-US" dirty="0">
                <a:effectLst/>
              </a:rPr>
              <a:t> semper </a:t>
            </a:r>
            <a:r>
              <a:rPr lang="en-US" dirty="0" err="1">
                <a:effectLst/>
              </a:rPr>
              <a:t>velit</a:t>
            </a:r>
            <a:r>
              <a:rPr lang="en-US" dirty="0">
                <a:effectLst/>
              </a:rPr>
              <a:t> </a:t>
            </a:r>
            <a:r>
              <a:rPr lang="en-US" dirty="0" err="1">
                <a:effectLst/>
              </a:rPr>
              <a:t>placerat</a:t>
            </a:r>
            <a:r>
              <a:rPr lang="en-US" dirty="0">
                <a:effectLst/>
              </a:rPr>
              <a:t> vel. </a:t>
            </a:r>
          </a:p>
        </p:txBody>
      </p:sp>
      <p:sp>
        <p:nvSpPr>
          <p:cNvPr id="21" name="Text Placeholder 8">
            <a:extLst>
              <a:ext uri="{FF2B5EF4-FFF2-40B4-BE49-F238E27FC236}">
                <a16:creationId xmlns:a16="http://schemas.microsoft.com/office/drawing/2014/main" id="{32471C36-D84B-978B-683E-15A8329E0E6D}"/>
              </a:ext>
            </a:extLst>
          </p:cNvPr>
          <p:cNvSpPr>
            <a:spLocks noGrp="1"/>
          </p:cNvSpPr>
          <p:nvPr>
            <p:ph type="body" sz="quarter" idx="16" hasCustomPrompt="1"/>
          </p:nvPr>
        </p:nvSpPr>
        <p:spPr>
          <a:xfrm>
            <a:off x="5836201" y="4605248"/>
            <a:ext cx="5952843" cy="1137201"/>
          </a:xfrm>
        </p:spPr>
        <p:txBody>
          <a:bodyPr lIns="0" tIns="0" rIns="0" bIns="0">
            <a:noAutofit/>
          </a:bodyPr>
          <a:lstStyle>
            <a:lvl1pPr marL="91440" indent="-91440">
              <a:lnSpc>
                <a:spcPct val="100000"/>
              </a:lnSpc>
              <a:spcBef>
                <a:spcPts val="0"/>
              </a:spcBef>
              <a:spcAft>
                <a:spcPts val="600"/>
              </a:spcAft>
              <a:buFont typeface="+mj-lt"/>
              <a:buAutoNum type="arabicPeriod"/>
              <a:defRPr sz="1300">
                <a:latin typeface="+mn-lt"/>
              </a:defRPr>
            </a:lvl1pPr>
          </a:lstStyle>
          <a:p>
            <a:pPr lvl="0"/>
            <a:r>
              <a:rPr lang="en-US" dirty="0" err="1">
                <a:effectLst/>
              </a:rPr>
              <a:t>Consectetur</a:t>
            </a:r>
            <a:r>
              <a:rPr lang="en-US" dirty="0">
                <a:effectLst/>
              </a:rPr>
              <a:t> </a:t>
            </a:r>
            <a:r>
              <a:rPr lang="en-US" dirty="0" err="1">
                <a:effectLst/>
              </a:rPr>
              <a:t>adipiscing</a:t>
            </a:r>
            <a:r>
              <a:rPr lang="en-US" dirty="0">
                <a:effectLst/>
              </a:rPr>
              <a:t> </a:t>
            </a:r>
            <a:r>
              <a:rPr lang="en-US" dirty="0" err="1">
                <a:effectLst/>
              </a:rPr>
              <a:t>elit</a:t>
            </a:r>
            <a:r>
              <a:rPr lang="en-US" dirty="0">
                <a:effectLst/>
              </a:rPr>
              <a:t>. Ut sed </a:t>
            </a:r>
            <a:r>
              <a:rPr lang="en-US" dirty="0" err="1">
                <a:effectLst/>
              </a:rPr>
              <a:t>orci</a:t>
            </a:r>
            <a:r>
              <a:rPr lang="en-US" dirty="0">
                <a:effectLst/>
              </a:rPr>
              <a:t> </a:t>
            </a:r>
            <a:r>
              <a:rPr lang="en-US" dirty="0" err="1">
                <a:effectLst/>
              </a:rPr>
              <a:t>molestie</a:t>
            </a:r>
            <a:r>
              <a:rPr lang="en-US" dirty="0">
                <a:effectLst/>
              </a:rPr>
              <a:t>, </a:t>
            </a:r>
            <a:r>
              <a:rPr lang="en-US" dirty="0" err="1">
                <a:effectLst/>
              </a:rPr>
              <a:t>varius</a:t>
            </a:r>
            <a:r>
              <a:rPr lang="en-US" dirty="0">
                <a:effectLst/>
              </a:rPr>
              <a:t> </a:t>
            </a:r>
            <a:r>
              <a:rPr lang="en-US" dirty="0" err="1">
                <a:effectLst/>
              </a:rPr>
              <a:t>lectus</a:t>
            </a:r>
            <a:r>
              <a:rPr lang="en-US" dirty="0">
                <a:effectLst/>
              </a:rPr>
              <a:t> et, </a:t>
            </a:r>
            <a:r>
              <a:rPr lang="en-US" dirty="0" err="1">
                <a:effectLst/>
              </a:rPr>
              <a:t>facilisis</a:t>
            </a:r>
            <a:r>
              <a:rPr lang="en-US" dirty="0">
                <a:effectLst/>
              </a:rPr>
              <a:t> </a:t>
            </a:r>
            <a:r>
              <a:rPr lang="en-US" dirty="0" err="1">
                <a:effectLst/>
              </a:rPr>
              <a:t>massa</a:t>
            </a:r>
            <a:r>
              <a:rPr lang="en-US" dirty="0">
                <a:effectLst/>
              </a:rPr>
              <a:t>. Sed </a:t>
            </a:r>
            <a:r>
              <a:rPr lang="en-US" dirty="0" err="1">
                <a:effectLst/>
              </a:rPr>
              <a:t>consequat</a:t>
            </a:r>
            <a:r>
              <a:rPr lang="en-US" dirty="0">
                <a:effectLst/>
              </a:rPr>
              <a:t>, nisi sed </a:t>
            </a:r>
            <a:r>
              <a:rPr lang="en-US" dirty="0" err="1">
                <a:effectLst/>
              </a:rPr>
              <a:t>bibendum</a:t>
            </a:r>
            <a:r>
              <a:rPr lang="en-US" dirty="0">
                <a:effectLst/>
              </a:rPr>
              <a:t> </a:t>
            </a:r>
            <a:r>
              <a:rPr lang="en-US" dirty="0" err="1">
                <a:effectLst/>
              </a:rPr>
              <a:t>mattis</a:t>
            </a:r>
            <a:r>
              <a:rPr lang="en-US" dirty="0">
                <a:effectLst/>
              </a:rPr>
              <a:t>, </a:t>
            </a:r>
            <a:r>
              <a:rPr lang="en-US" dirty="0" err="1">
                <a:effectLst/>
              </a:rPr>
              <a:t>tortor</a:t>
            </a:r>
            <a:r>
              <a:rPr lang="en-US" dirty="0">
                <a:effectLst/>
              </a:rPr>
              <a:t> </a:t>
            </a:r>
            <a:r>
              <a:rPr lang="en-US" dirty="0" err="1">
                <a:effectLst/>
              </a:rPr>
              <a:t>metus</a:t>
            </a:r>
            <a:r>
              <a:rPr lang="en-US" dirty="0">
                <a:effectLst/>
              </a:rPr>
              <a:t> </a:t>
            </a:r>
            <a:r>
              <a:rPr lang="en-US" dirty="0" err="1">
                <a:effectLst/>
              </a:rPr>
              <a:t>molestie</a:t>
            </a:r>
            <a:r>
              <a:rPr lang="en-US" dirty="0">
                <a:effectLst/>
              </a:rPr>
              <a:t> </a:t>
            </a:r>
            <a:r>
              <a:rPr lang="en-US" dirty="0" err="1">
                <a:effectLst/>
              </a:rPr>
              <a:t>nunc</a:t>
            </a:r>
            <a:r>
              <a:rPr lang="en-US" dirty="0">
                <a:effectLst/>
              </a:rPr>
              <a:t>, non </a:t>
            </a:r>
            <a:r>
              <a:rPr lang="en-US" dirty="0" err="1">
                <a:effectLst/>
              </a:rPr>
              <a:t>vehicula</a:t>
            </a:r>
            <a:r>
              <a:rPr lang="en-US" dirty="0">
                <a:effectLst/>
              </a:rPr>
              <a:t> </a:t>
            </a:r>
            <a:r>
              <a:rPr lang="en-US" dirty="0" err="1">
                <a:effectLst/>
              </a:rPr>
              <a:t>nulla</a:t>
            </a:r>
            <a:r>
              <a:rPr lang="en-US" dirty="0">
                <a:effectLst/>
              </a:rPr>
              <a:t> </a:t>
            </a:r>
            <a:r>
              <a:rPr lang="en-US" dirty="0" err="1">
                <a:effectLst/>
              </a:rPr>
              <a:t>erat</a:t>
            </a:r>
            <a:r>
              <a:rPr lang="en-US" dirty="0">
                <a:effectLst/>
              </a:rPr>
              <a:t> a magna. </a:t>
            </a:r>
          </a:p>
          <a:p>
            <a:pPr lvl="0"/>
            <a:r>
              <a:rPr lang="en-US" dirty="0" err="1">
                <a:effectLst/>
              </a:rPr>
              <a:t>Fusce</a:t>
            </a:r>
            <a:r>
              <a:rPr lang="en-US" dirty="0">
                <a:effectLst/>
              </a:rPr>
              <a:t> at dui </a:t>
            </a:r>
            <a:r>
              <a:rPr lang="en-US" dirty="0" err="1">
                <a:effectLst/>
              </a:rPr>
              <a:t>risus</a:t>
            </a:r>
            <a:r>
              <a:rPr lang="en-US" dirty="0">
                <a:effectLst/>
              </a:rPr>
              <a:t>. Proin </a:t>
            </a:r>
            <a:r>
              <a:rPr lang="en-US" dirty="0" err="1">
                <a:effectLst/>
              </a:rPr>
              <a:t>efficitur</a:t>
            </a:r>
            <a:r>
              <a:rPr lang="en-US" dirty="0">
                <a:effectLst/>
              </a:rPr>
              <a:t> </a:t>
            </a:r>
            <a:r>
              <a:rPr lang="en-US" dirty="0" err="1">
                <a:effectLst/>
              </a:rPr>
              <a:t>lectus</a:t>
            </a:r>
            <a:r>
              <a:rPr lang="en-US" dirty="0">
                <a:effectLst/>
              </a:rPr>
              <a:t> </a:t>
            </a:r>
            <a:r>
              <a:rPr lang="en-US" dirty="0" err="1">
                <a:effectLst/>
              </a:rPr>
              <a:t>neque</a:t>
            </a:r>
            <a:r>
              <a:rPr lang="en-US" dirty="0">
                <a:effectLst/>
              </a:rPr>
              <a:t>, </a:t>
            </a:r>
            <a:r>
              <a:rPr lang="en-US" dirty="0" err="1">
                <a:effectLst/>
              </a:rPr>
              <a:t>quis</a:t>
            </a:r>
            <a:r>
              <a:rPr lang="en-US" dirty="0">
                <a:effectLst/>
              </a:rPr>
              <a:t> semper </a:t>
            </a:r>
            <a:r>
              <a:rPr lang="en-US" dirty="0" err="1">
                <a:effectLst/>
              </a:rPr>
              <a:t>velit</a:t>
            </a:r>
            <a:r>
              <a:rPr lang="en-US" dirty="0">
                <a:effectLst/>
              </a:rPr>
              <a:t> </a:t>
            </a:r>
            <a:r>
              <a:rPr lang="en-US" dirty="0" err="1">
                <a:effectLst/>
              </a:rPr>
              <a:t>placerat</a:t>
            </a:r>
            <a:r>
              <a:rPr lang="en-US" dirty="0">
                <a:effectLst/>
              </a:rPr>
              <a:t> vel.</a:t>
            </a:r>
          </a:p>
        </p:txBody>
      </p:sp>
      <p:sp>
        <p:nvSpPr>
          <p:cNvPr id="23" name="Text Placeholder 8">
            <a:extLst>
              <a:ext uri="{FF2B5EF4-FFF2-40B4-BE49-F238E27FC236}">
                <a16:creationId xmlns:a16="http://schemas.microsoft.com/office/drawing/2014/main" id="{E5A3E3B9-818E-3A8B-EA09-E80C2D327CA9}"/>
              </a:ext>
            </a:extLst>
          </p:cNvPr>
          <p:cNvSpPr>
            <a:spLocks noGrp="1"/>
          </p:cNvSpPr>
          <p:nvPr>
            <p:ph type="body" sz="quarter" idx="19" hasCustomPrompt="1"/>
          </p:nvPr>
        </p:nvSpPr>
        <p:spPr>
          <a:xfrm>
            <a:off x="5836201" y="1733972"/>
            <a:ext cx="5952843" cy="1137201"/>
          </a:xfrm>
        </p:spPr>
        <p:txBody>
          <a:bodyPr lIns="0" tIns="0" rIns="0" bIns="0">
            <a:noAutofit/>
          </a:bodyPr>
          <a:lstStyle>
            <a:lvl1pPr marL="91440" indent="-91440">
              <a:lnSpc>
                <a:spcPct val="100000"/>
              </a:lnSpc>
              <a:spcBef>
                <a:spcPts val="0"/>
              </a:spcBef>
              <a:spcAft>
                <a:spcPts val="600"/>
              </a:spcAft>
              <a:buFont typeface="+mj-lt"/>
              <a:buAutoNum type="arabicPeriod"/>
              <a:defRPr sz="1300">
                <a:latin typeface="+mn-lt"/>
              </a:defRPr>
            </a:lvl1pPr>
          </a:lstStyle>
          <a:p>
            <a:pPr lvl="0"/>
            <a:r>
              <a:rPr lang="en-US" dirty="0" err="1">
                <a:effectLst/>
              </a:rPr>
              <a:t>Consectetur</a:t>
            </a:r>
            <a:r>
              <a:rPr lang="en-US" dirty="0">
                <a:effectLst/>
              </a:rPr>
              <a:t> </a:t>
            </a:r>
            <a:r>
              <a:rPr lang="en-US" dirty="0" err="1">
                <a:effectLst/>
              </a:rPr>
              <a:t>adipiscing</a:t>
            </a:r>
            <a:r>
              <a:rPr lang="en-US" dirty="0">
                <a:effectLst/>
              </a:rPr>
              <a:t> </a:t>
            </a:r>
            <a:r>
              <a:rPr lang="en-US" dirty="0" err="1">
                <a:effectLst/>
              </a:rPr>
              <a:t>elit</a:t>
            </a:r>
            <a:r>
              <a:rPr lang="en-US" dirty="0">
                <a:effectLst/>
              </a:rPr>
              <a:t>. Ut sed </a:t>
            </a:r>
            <a:r>
              <a:rPr lang="en-US" dirty="0" err="1">
                <a:effectLst/>
              </a:rPr>
              <a:t>orci</a:t>
            </a:r>
            <a:r>
              <a:rPr lang="en-US" dirty="0">
                <a:effectLst/>
              </a:rPr>
              <a:t> </a:t>
            </a:r>
            <a:r>
              <a:rPr lang="en-US" dirty="0" err="1">
                <a:effectLst/>
              </a:rPr>
              <a:t>molestie</a:t>
            </a:r>
            <a:r>
              <a:rPr lang="en-US" dirty="0">
                <a:effectLst/>
              </a:rPr>
              <a:t>, </a:t>
            </a:r>
            <a:r>
              <a:rPr lang="en-US" dirty="0" err="1">
                <a:effectLst/>
              </a:rPr>
              <a:t>varius</a:t>
            </a:r>
            <a:r>
              <a:rPr lang="en-US" dirty="0">
                <a:effectLst/>
              </a:rPr>
              <a:t> </a:t>
            </a:r>
            <a:r>
              <a:rPr lang="en-US" dirty="0" err="1">
                <a:effectLst/>
              </a:rPr>
              <a:t>lectus</a:t>
            </a:r>
            <a:r>
              <a:rPr lang="en-US" dirty="0">
                <a:effectLst/>
              </a:rPr>
              <a:t> et, </a:t>
            </a:r>
            <a:r>
              <a:rPr lang="en-US" dirty="0" err="1">
                <a:effectLst/>
              </a:rPr>
              <a:t>facilisis</a:t>
            </a:r>
            <a:r>
              <a:rPr lang="en-US" dirty="0">
                <a:effectLst/>
              </a:rPr>
              <a:t> </a:t>
            </a:r>
            <a:r>
              <a:rPr lang="en-US" dirty="0" err="1">
                <a:effectLst/>
              </a:rPr>
              <a:t>massa</a:t>
            </a:r>
            <a:r>
              <a:rPr lang="en-US" dirty="0">
                <a:effectLst/>
              </a:rPr>
              <a:t>. Sed </a:t>
            </a:r>
            <a:r>
              <a:rPr lang="en-US" dirty="0" err="1">
                <a:effectLst/>
              </a:rPr>
              <a:t>consequat</a:t>
            </a:r>
            <a:r>
              <a:rPr lang="en-US" dirty="0">
                <a:effectLst/>
              </a:rPr>
              <a:t>, nisi sed </a:t>
            </a:r>
            <a:r>
              <a:rPr lang="en-US" dirty="0" err="1">
                <a:effectLst/>
              </a:rPr>
              <a:t>bibendum</a:t>
            </a:r>
            <a:r>
              <a:rPr lang="en-US" dirty="0">
                <a:effectLst/>
              </a:rPr>
              <a:t> </a:t>
            </a:r>
            <a:r>
              <a:rPr lang="en-US" dirty="0" err="1">
                <a:effectLst/>
              </a:rPr>
              <a:t>mattis</a:t>
            </a:r>
            <a:r>
              <a:rPr lang="en-US" dirty="0">
                <a:effectLst/>
              </a:rPr>
              <a:t>, </a:t>
            </a:r>
            <a:r>
              <a:rPr lang="en-US" dirty="0" err="1">
                <a:effectLst/>
              </a:rPr>
              <a:t>tortor</a:t>
            </a:r>
            <a:r>
              <a:rPr lang="en-US" dirty="0">
                <a:effectLst/>
              </a:rPr>
              <a:t> </a:t>
            </a:r>
            <a:r>
              <a:rPr lang="en-US" dirty="0" err="1">
                <a:effectLst/>
              </a:rPr>
              <a:t>metus</a:t>
            </a:r>
            <a:r>
              <a:rPr lang="en-US" dirty="0">
                <a:effectLst/>
              </a:rPr>
              <a:t> </a:t>
            </a:r>
            <a:r>
              <a:rPr lang="en-US" dirty="0" err="1">
                <a:effectLst/>
              </a:rPr>
              <a:t>molestie</a:t>
            </a:r>
            <a:r>
              <a:rPr lang="en-US" dirty="0">
                <a:effectLst/>
              </a:rPr>
              <a:t> </a:t>
            </a:r>
            <a:r>
              <a:rPr lang="en-US" dirty="0" err="1">
                <a:effectLst/>
              </a:rPr>
              <a:t>nunc</a:t>
            </a:r>
            <a:r>
              <a:rPr lang="en-US" dirty="0">
                <a:effectLst/>
              </a:rPr>
              <a:t>, non </a:t>
            </a:r>
            <a:r>
              <a:rPr lang="en-US" dirty="0" err="1">
                <a:effectLst/>
              </a:rPr>
              <a:t>vehicula</a:t>
            </a:r>
            <a:r>
              <a:rPr lang="en-US" dirty="0">
                <a:effectLst/>
              </a:rPr>
              <a:t> </a:t>
            </a:r>
            <a:r>
              <a:rPr lang="en-US" dirty="0" err="1">
                <a:effectLst/>
              </a:rPr>
              <a:t>nulla</a:t>
            </a:r>
            <a:r>
              <a:rPr lang="en-US" dirty="0">
                <a:effectLst/>
              </a:rPr>
              <a:t> </a:t>
            </a:r>
            <a:r>
              <a:rPr lang="en-US" dirty="0" err="1">
                <a:effectLst/>
              </a:rPr>
              <a:t>erat</a:t>
            </a:r>
            <a:r>
              <a:rPr lang="en-US" dirty="0">
                <a:effectLst/>
              </a:rPr>
              <a:t> a magna. </a:t>
            </a:r>
          </a:p>
          <a:p>
            <a:pPr lvl="0"/>
            <a:r>
              <a:rPr lang="en-US" dirty="0" err="1">
                <a:effectLst/>
              </a:rPr>
              <a:t>Fusce</a:t>
            </a:r>
            <a:r>
              <a:rPr lang="en-US" dirty="0">
                <a:effectLst/>
              </a:rPr>
              <a:t> at dui </a:t>
            </a:r>
            <a:r>
              <a:rPr lang="en-US" dirty="0" err="1">
                <a:effectLst/>
              </a:rPr>
              <a:t>risus</a:t>
            </a:r>
            <a:r>
              <a:rPr lang="en-US" dirty="0">
                <a:effectLst/>
              </a:rPr>
              <a:t>. Proin </a:t>
            </a:r>
            <a:r>
              <a:rPr lang="en-US" dirty="0" err="1">
                <a:effectLst/>
              </a:rPr>
              <a:t>efficitur</a:t>
            </a:r>
            <a:r>
              <a:rPr lang="en-US" dirty="0">
                <a:effectLst/>
              </a:rPr>
              <a:t> </a:t>
            </a:r>
            <a:r>
              <a:rPr lang="en-US" dirty="0" err="1">
                <a:effectLst/>
              </a:rPr>
              <a:t>lectus</a:t>
            </a:r>
            <a:r>
              <a:rPr lang="en-US" dirty="0">
                <a:effectLst/>
              </a:rPr>
              <a:t> </a:t>
            </a:r>
            <a:r>
              <a:rPr lang="en-US" dirty="0" err="1">
                <a:effectLst/>
              </a:rPr>
              <a:t>neque</a:t>
            </a:r>
            <a:r>
              <a:rPr lang="en-US" dirty="0">
                <a:effectLst/>
              </a:rPr>
              <a:t>, </a:t>
            </a:r>
            <a:r>
              <a:rPr lang="en-US" dirty="0" err="1">
                <a:effectLst/>
              </a:rPr>
              <a:t>quis</a:t>
            </a:r>
            <a:r>
              <a:rPr lang="en-US" dirty="0">
                <a:effectLst/>
              </a:rPr>
              <a:t> semper </a:t>
            </a:r>
            <a:r>
              <a:rPr lang="en-US" dirty="0" err="1">
                <a:effectLst/>
              </a:rPr>
              <a:t>velit</a:t>
            </a:r>
            <a:r>
              <a:rPr lang="en-US" dirty="0">
                <a:effectLst/>
              </a:rPr>
              <a:t> </a:t>
            </a:r>
            <a:r>
              <a:rPr lang="en-US" dirty="0" err="1">
                <a:effectLst/>
              </a:rPr>
              <a:t>placerat</a:t>
            </a:r>
            <a:r>
              <a:rPr lang="en-US" dirty="0">
                <a:effectLst/>
              </a:rPr>
              <a:t> vel.</a:t>
            </a:r>
          </a:p>
        </p:txBody>
      </p:sp>
      <p:sp>
        <p:nvSpPr>
          <p:cNvPr id="2" name="Text Placeholder 16">
            <a:extLst>
              <a:ext uri="{FF2B5EF4-FFF2-40B4-BE49-F238E27FC236}">
                <a16:creationId xmlns:a16="http://schemas.microsoft.com/office/drawing/2014/main" id="{F5AA4B02-0565-8A47-845A-0930AA81B2E8}"/>
              </a:ext>
            </a:extLst>
          </p:cNvPr>
          <p:cNvSpPr>
            <a:spLocks noGrp="1"/>
          </p:cNvSpPr>
          <p:nvPr>
            <p:ph type="body" sz="quarter" idx="12" hasCustomPrompt="1"/>
          </p:nvPr>
        </p:nvSpPr>
        <p:spPr>
          <a:xfrm>
            <a:off x="449351" y="398928"/>
            <a:ext cx="8405486" cy="381001"/>
          </a:xfrm>
          <a:prstGeom prst="rect">
            <a:avLst/>
          </a:prstGeom>
        </p:spPr>
        <p:txBody>
          <a:bodyPr anchor="ctr">
            <a:noAutofit/>
          </a:bodyPr>
          <a:lstStyle>
            <a:lvl1pPr marL="45720" indent="0">
              <a:buNone/>
              <a:defRPr sz="2200" b="1" i="0">
                <a:solidFill>
                  <a:schemeClr val="tx1"/>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6" name="TextBox 5">
            <a:extLst>
              <a:ext uri="{FF2B5EF4-FFF2-40B4-BE49-F238E27FC236}">
                <a16:creationId xmlns:a16="http://schemas.microsoft.com/office/drawing/2014/main" id="{D5787D87-F816-6F66-5C8C-3E3E2D404C38}"/>
              </a:ext>
            </a:extLst>
          </p:cNvPr>
          <p:cNvSpPr txBox="1"/>
          <p:nvPr userDrawn="1"/>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Tree>
    <p:extLst>
      <p:ext uri="{BB962C8B-B14F-4D97-AF65-F5344CB8AC3E}">
        <p14:creationId xmlns:p14="http://schemas.microsoft.com/office/powerpoint/2010/main" val="3780636277"/>
      </p:ext>
    </p:extLst>
  </p:cSld>
  <p:clrMapOvr>
    <a:overrideClrMapping bg1="dk1" tx1="lt1" bg2="dk2" tx2="lt2" accent1="accent1" accent2="accent2" accent3="accent3" accent4="accent4" accent5="accent5" accent6="accent6" hlink="hlink" folHlink="folHlink"/>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_Lists-2">
    <p:bg>
      <p:bgRef idx="1001">
        <a:schemeClr val="bg1"/>
      </p:bgRef>
    </p:bg>
    <p:spTree>
      <p:nvGrpSpPr>
        <p:cNvPr id="1" name=""/>
        <p:cNvGrpSpPr/>
        <p:nvPr/>
      </p:nvGrpSpPr>
      <p:grpSpPr>
        <a:xfrm>
          <a:off x="0" y="0"/>
          <a:ext cx="0" cy="0"/>
          <a:chOff x="0" y="0"/>
          <a:chExt cx="0" cy="0"/>
        </a:xfrm>
      </p:grpSpPr>
      <p:sp>
        <p:nvSpPr>
          <p:cNvPr id="5" name="Process 4">
            <a:extLst>
              <a:ext uri="{FF2B5EF4-FFF2-40B4-BE49-F238E27FC236}">
                <a16:creationId xmlns:a16="http://schemas.microsoft.com/office/drawing/2014/main" id="{702124D0-3ECE-3545-6DE4-F9B12CE0DC2C}"/>
              </a:ext>
            </a:extLst>
          </p:cNvPr>
          <p:cNvSpPr>
            <a:spLocks noGrp="1" noRot="1" noMove="1" noResize="1" noEditPoints="1" noAdjustHandles="1" noChangeArrowheads="1" noChangeShapeType="1"/>
          </p:cNvSpPr>
          <p:nvPr/>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3" name="Arc 11">
            <a:extLst>
              <a:ext uri="{FF2B5EF4-FFF2-40B4-BE49-F238E27FC236}">
                <a16:creationId xmlns:a16="http://schemas.microsoft.com/office/drawing/2014/main" id="{CDD506D0-A93A-F8D8-C544-9F54F3FC5957}"/>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4" name="Arc 11">
            <a:extLst>
              <a:ext uri="{FF2B5EF4-FFF2-40B4-BE49-F238E27FC236}">
                <a16:creationId xmlns:a16="http://schemas.microsoft.com/office/drawing/2014/main" id="{9FF11A9F-3259-BD5E-ED01-4C47514FD260}"/>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pic>
        <p:nvPicPr>
          <p:cNvPr id="11" name="Graphic 10">
            <a:extLst>
              <a:ext uri="{FF2B5EF4-FFF2-40B4-BE49-F238E27FC236}">
                <a16:creationId xmlns:a16="http://schemas.microsoft.com/office/drawing/2014/main" id="{3A796EBE-B2D0-5C11-1F6A-ED0B98A8D06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10607" y="222069"/>
            <a:ext cx="1318093" cy="323306"/>
          </a:xfrm>
          <a:prstGeom prst="rect">
            <a:avLst/>
          </a:prstGeom>
        </p:spPr>
      </p:pic>
      <p:sp>
        <p:nvSpPr>
          <p:cNvPr id="16" name="Text Placeholder 8">
            <a:extLst>
              <a:ext uri="{FF2B5EF4-FFF2-40B4-BE49-F238E27FC236}">
                <a16:creationId xmlns:a16="http://schemas.microsoft.com/office/drawing/2014/main" id="{93DCEA1B-EAC9-7FD1-D61C-6E6BB43429DB}"/>
              </a:ext>
            </a:extLst>
          </p:cNvPr>
          <p:cNvSpPr>
            <a:spLocks noGrp="1"/>
          </p:cNvSpPr>
          <p:nvPr>
            <p:ph type="body" sz="quarter" idx="14" hasCustomPrompt="1"/>
          </p:nvPr>
        </p:nvSpPr>
        <p:spPr>
          <a:xfrm>
            <a:off x="1492801" y="1746265"/>
            <a:ext cx="3422099" cy="717536"/>
          </a:xfrm>
        </p:spPr>
        <p:txBody>
          <a:bodyPr lIns="0" tIns="0" rIns="0" bIns="0">
            <a:noAutofit/>
          </a:bodyPr>
          <a:lstStyle>
            <a:lvl1pPr marL="0" indent="0">
              <a:lnSpc>
                <a:spcPct val="100000"/>
              </a:lnSpc>
              <a:spcBef>
                <a:spcPts val="0"/>
              </a:spcBef>
              <a:spcAft>
                <a:spcPts val="200"/>
              </a:spcAft>
              <a:buFont typeface="+mj-lt"/>
              <a:buNone/>
              <a:defRPr sz="2000" b="1">
                <a:latin typeface="+mn-lt"/>
              </a:defRPr>
            </a:lvl1pPr>
          </a:lstStyle>
          <a:p>
            <a:pPr lvl="0"/>
            <a:r>
              <a:rPr lang="en-US" dirty="0">
                <a:effectLst/>
              </a:rPr>
              <a:t>lorem ipsum dolor sit </a:t>
            </a:r>
            <a:r>
              <a:rPr lang="en-US" dirty="0" err="1">
                <a:effectLst/>
              </a:rPr>
              <a:t>amet</a:t>
            </a:r>
            <a:r>
              <a:rPr lang="en-US" dirty="0">
                <a:effectLst/>
              </a:rPr>
              <a:t> </a:t>
            </a:r>
            <a:r>
              <a:rPr lang="en-US" dirty="0" err="1">
                <a:effectLst/>
              </a:rPr>
              <a:t>consectetur</a:t>
            </a:r>
            <a:r>
              <a:rPr lang="en-US" dirty="0">
                <a:effectLst/>
              </a:rPr>
              <a:t> </a:t>
            </a:r>
            <a:r>
              <a:rPr lang="en-US" dirty="0" err="1">
                <a:effectLst/>
              </a:rPr>
              <a:t>adipiscing</a:t>
            </a:r>
            <a:r>
              <a:rPr lang="en-US" dirty="0">
                <a:effectLst/>
              </a:rPr>
              <a:t> </a:t>
            </a:r>
            <a:r>
              <a:rPr lang="en-US" dirty="0" err="1">
                <a:effectLst/>
              </a:rPr>
              <a:t>elit</a:t>
            </a:r>
            <a:endParaRPr lang="en-US" dirty="0"/>
          </a:p>
        </p:txBody>
      </p:sp>
      <p:sp>
        <p:nvSpPr>
          <p:cNvPr id="17" name="Text Placeholder 8">
            <a:extLst>
              <a:ext uri="{FF2B5EF4-FFF2-40B4-BE49-F238E27FC236}">
                <a16:creationId xmlns:a16="http://schemas.microsoft.com/office/drawing/2014/main" id="{FF1622B4-7F04-10CA-5330-6356AAE58880}"/>
              </a:ext>
            </a:extLst>
          </p:cNvPr>
          <p:cNvSpPr>
            <a:spLocks noGrp="1"/>
          </p:cNvSpPr>
          <p:nvPr>
            <p:ph type="body" sz="quarter" idx="15" hasCustomPrompt="1"/>
          </p:nvPr>
        </p:nvSpPr>
        <p:spPr>
          <a:xfrm>
            <a:off x="5836201" y="3169072"/>
            <a:ext cx="5952843" cy="1137201"/>
          </a:xfrm>
        </p:spPr>
        <p:txBody>
          <a:bodyPr lIns="0" tIns="0" rIns="0" bIns="0">
            <a:noAutofit/>
          </a:bodyPr>
          <a:lstStyle>
            <a:lvl1pPr marL="91440" indent="-91440">
              <a:lnSpc>
                <a:spcPct val="100000"/>
              </a:lnSpc>
              <a:spcBef>
                <a:spcPts val="0"/>
              </a:spcBef>
              <a:spcAft>
                <a:spcPts val="600"/>
              </a:spcAft>
              <a:buFont typeface="+mj-lt"/>
              <a:buAutoNum type="arabicPeriod"/>
              <a:defRPr sz="1300">
                <a:latin typeface="+mn-lt"/>
              </a:defRPr>
            </a:lvl1pPr>
          </a:lstStyle>
          <a:p>
            <a:pPr lvl="0"/>
            <a:r>
              <a:rPr lang="en-US" dirty="0" err="1">
                <a:effectLst/>
              </a:rPr>
              <a:t>Consectetur</a:t>
            </a:r>
            <a:r>
              <a:rPr lang="en-US" dirty="0">
                <a:effectLst/>
              </a:rPr>
              <a:t> </a:t>
            </a:r>
            <a:r>
              <a:rPr lang="en-US" dirty="0" err="1">
                <a:effectLst/>
              </a:rPr>
              <a:t>adipiscing</a:t>
            </a:r>
            <a:r>
              <a:rPr lang="en-US" dirty="0">
                <a:effectLst/>
              </a:rPr>
              <a:t> </a:t>
            </a:r>
            <a:r>
              <a:rPr lang="en-US" dirty="0" err="1">
                <a:effectLst/>
              </a:rPr>
              <a:t>elit</a:t>
            </a:r>
            <a:r>
              <a:rPr lang="en-US" dirty="0">
                <a:effectLst/>
              </a:rPr>
              <a:t>. Ut sed </a:t>
            </a:r>
            <a:r>
              <a:rPr lang="en-US" dirty="0" err="1">
                <a:effectLst/>
              </a:rPr>
              <a:t>orci</a:t>
            </a:r>
            <a:r>
              <a:rPr lang="en-US" dirty="0">
                <a:effectLst/>
              </a:rPr>
              <a:t> </a:t>
            </a:r>
            <a:r>
              <a:rPr lang="en-US" dirty="0" err="1">
                <a:effectLst/>
              </a:rPr>
              <a:t>molestie</a:t>
            </a:r>
            <a:r>
              <a:rPr lang="en-US" dirty="0">
                <a:effectLst/>
              </a:rPr>
              <a:t>, </a:t>
            </a:r>
            <a:r>
              <a:rPr lang="en-US" dirty="0" err="1">
                <a:effectLst/>
              </a:rPr>
              <a:t>varius</a:t>
            </a:r>
            <a:r>
              <a:rPr lang="en-US" dirty="0">
                <a:effectLst/>
              </a:rPr>
              <a:t> </a:t>
            </a:r>
            <a:r>
              <a:rPr lang="en-US" dirty="0" err="1">
                <a:effectLst/>
              </a:rPr>
              <a:t>lectus</a:t>
            </a:r>
            <a:r>
              <a:rPr lang="en-US" dirty="0">
                <a:effectLst/>
              </a:rPr>
              <a:t> et, </a:t>
            </a:r>
            <a:r>
              <a:rPr lang="en-US" dirty="0" err="1">
                <a:effectLst/>
              </a:rPr>
              <a:t>facilisis</a:t>
            </a:r>
            <a:r>
              <a:rPr lang="en-US" dirty="0">
                <a:effectLst/>
              </a:rPr>
              <a:t> </a:t>
            </a:r>
            <a:r>
              <a:rPr lang="en-US" dirty="0" err="1">
                <a:effectLst/>
              </a:rPr>
              <a:t>massa</a:t>
            </a:r>
            <a:r>
              <a:rPr lang="en-US" dirty="0">
                <a:effectLst/>
              </a:rPr>
              <a:t>. Sed </a:t>
            </a:r>
            <a:r>
              <a:rPr lang="en-US" dirty="0" err="1">
                <a:effectLst/>
              </a:rPr>
              <a:t>consequat</a:t>
            </a:r>
            <a:r>
              <a:rPr lang="en-US" dirty="0">
                <a:effectLst/>
              </a:rPr>
              <a:t>, nisi sed </a:t>
            </a:r>
            <a:r>
              <a:rPr lang="en-US" dirty="0" err="1">
                <a:effectLst/>
              </a:rPr>
              <a:t>bibendum</a:t>
            </a:r>
            <a:r>
              <a:rPr lang="en-US" dirty="0">
                <a:effectLst/>
              </a:rPr>
              <a:t> </a:t>
            </a:r>
            <a:r>
              <a:rPr lang="en-US" dirty="0" err="1">
                <a:effectLst/>
              </a:rPr>
              <a:t>mattis</a:t>
            </a:r>
            <a:r>
              <a:rPr lang="en-US" dirty="0">
                <a:effectLst/>
              </a:rPr>
              <a:t>, </a:t>
            </a:r>
            <a:r>
              <a:rPr lang="en-US" dirty="0" err="1">
                <a:effectLst/>
              </a:rPr>
              <a:t>tortor</a:t>
            </a:r>
            <a:r>
              <a:rPr lang="en-US" dirty="0">
                <a:effectLst/>
              </a:rPr>
              <a:t> </a:t>
            </a:r>
            <a:r>
              <a:rPr lang="en-US" dirty="0" err="1">
                <a:effectLst/>
              </a:rPr>
              <a:t>metus</a:t>
            </a:r>
            <a:r>
              <a:rPr lang="en-US" dirty="0">
                <a:effectLst/>
              </a:rPr>
              <a:t> </a:t>
            </a:r>
            <a:r>
              <a:rPr lang="en-US" dirty="0" err="1">
                <a:effectLst/>
              </a:rPr>
              <a:t>molestie</a:t>
            </a:r>
            <a:r>
              <a:rPr lang="en-US" dirty="0">
                <a:effectLst/>
              </a:rPr>
              <a:t> </a:t>
            </a:r>
            <a:r>
              <a:rPr lang="en-US" dirty="0" err="1">
                <a:effectLst/>
              </a:rPr>
              <a:t>nunc</a:t>
            </a:r>
            <a:r>
              <a:rPr lang="en-US" dirty="0">
                <a:effectLst/>
              </a:rPr>
              <a:t>, non </a:t>
            </a:r>
            <a:r>
              <a:rPr lang="en-US" dirty="0" err="1">
                <a:effectLst/>
              </a:rPr>
              <a:t>vehicula</a:t>
            </a:r>
            <a:r>
              <a:rPr lang="en-US" dirty="0">
                <a:effectLst/>
              </a:rPr>
              <a:t> </a:t>
            </a:r>
            <a:r>
              <a:rPr lang="en-US" dirty="0" err="1">
                <a:effectLst/>
              </a:rPr>
              <a:t>nulla</a:t>
            </a:r>
            <a:r>
              <a:rPr lang="en-US" dirty="0">
                <a:effectLst/>
              </a:rPr>
              <a:t> </a:t>
            </a:r>
            <a:r>
              <a:rPr lang="en-US" dirty="0" err="1">
                <a:effectLst/>
              </a:rPr>
              <a:t>erat</a:t>
            </a:r>
            <a:r>
              <a:rPr lang="en-US" dirty="0">
                <a:effectLst/>
              </a:rPr>
              <a:t> a magna. </a:t>
            </a:r>
          </a:p>
          <a:p>
            <a:pPr lvl="0"/>
            <a:r>
              <a:rPr lang="en-US" dirty="0" err="1">
                <a:effectLst/>
              </a:rPr>
              <a:t>Fusce</a:t>
            </a:r>
            <a:r>
              <a:rPr lang="en-US" dirty="0">
                <a:effectLst/>
              </a:rPr>
              <a:t> at dui </a:t>
            </a:r>
            <a:r>
              <a:rPr lang="en-US" dirty="0" err="1">
                <a:effectLst/>
              </a:rPr>
              <a:t>risus</a:t>
            </a:r>
            <a:r>
              <a:rPr lang="en-US" dirty="0">
                <a:effectLst/>
              </a:rPr>
              <a:t>. Proin </a:t>
            </a:r>
            <a:r>
              <a:rPr lang="en-US" dirty="0" err="1">
                <a:effectLst/>
              </a:rPr>
              <a:t>efficitur</a:t>
            </a:r>
            <a:r>
              <a:rPr lang="en-US" dirty="0">
                <a:effectLst/>
              </a:rPr>
              <a:t> </a:t>
            </a:r>
            <a:r>
              <a:rPr lang="en-US" dirty="0" err="1">
                <a:effectLst/>
              </a:rPr>
              <a:t>lectus</a:t>
            </a:r>
            <a:r>
              <a:rPr lang="en-US" dirty="0">
                <a:effectLst/>
              </a:rPr>
              <a:t> </a:t>
            </a:r>
            <a:r>
              <a:rPr lang="en-US" dirty="0" err="1">
                <a:effectLst/>
              </a:rPr>
              <a:t>neque</a:t>
            </a:r>
            <a:r>
              <a:rPr lang="en-US" dirty="0">
                <a:effectLst/>
              </a:rPr>
              <a:t>, </a:t>
            </a:r>
            <a:r>
              <a:rPr lang="en-US" dirty="0" err="1">
                <a:effectLst/>
              </a:rPr>
              <a:t>quis</a:t>
            </a:r>
            <a:r>
              <a:rPr lang="en-US" dirty="0">
                <a:effectLst/>
              </a:rPr>
              <a:t> semper </a:t>
            </a:r>
            <a:r>
              <a:rPr lang="en-US" dirty="0" err="1">
                <a:effectLst/>
              </a:rPr>
              <a:t>velit</a:t>
            </a:r>
            <a:r>
              <a:rPr lang="en-US" dirty="0">
                <a:effectLst/>
              </a:rPr>
              <a:t> </a:t>
            </a:r>
            <a:r>
              <a:rPr lang="en-US" dirty="0" err="1">
                <a:effectLst/>
              </a:rPr>
              <a:t>placerat</a:t>
            </a:r>
            <a:r>
              <a:rPr lang="en-US" dirty="0">
                <a:effectLst/>
              </a:rPr>
              <a:t> vel. </a:t>
            </a:r>
          </a:p>
        </p:txBody>
      </p:sp>
      <p:sp>
        <p:nvSpPr>
          <p:cNvPr id="18" name="Text Placeholder 8">
            <a:extLst>
              <a:ext uri="{FF2B5EF4-FFF2-40B4-BE49-F238E27FC236}">
                <a16:creationId xmlns:a16="http://schemas.microsoft.com/office/drawing/2014/main" id="{FE309439-814F-6E28-BA04-9BBFC4C8DCE9}"/>
              </a:ext>
            </a:extLst>
          </p:cNvPr>
          <p:cNvSpPr>
            <a:spLocks noGrp="1"/>
          </p:cNvSpPr>
          <p:nvPr>
            <p:ph type="body" sz="quarter" idx="16" hasCustomPrompt="1"/>
          </p:nvPr>
        </p:nvSpPr>
        <p:spPr>
          <a:xfrm>
            <a:off x="5836201" y="4605248"/>
            <a:ext cx="5952843" cy="1137201"/>
          </a:xfrm>
        </p:spPr>
        <p:txBody>
          <a:bodyPr lIns="0" tIns="0" rIns="0" bIns="0">
            <a:noAutofit/>
          </a:bodyPr>
          <a:lstStyle>
            <a:lvl1pPr marL="91440" indent="-91440">
              <a:lnSpc>
                <a:spcPct val="100000"/>
              </a:lnSpc>
              <a:spcBef>
                <a:spcPts val="0"/>
              </a:spcBef>
              <a:spcAft>
                <a:spcPts val="600"/>
              </a:spcAft>
              <a:buFont typeface="+mj-lt"/>
              <a:buAutoNum type="arabicPeriod"/>
              <a:defRPr sz="1300">
                <a:latin typeface="+mn-lt"/>
              </a:defRPr>
            </a:lvl1pPr>
          </a:lstStyle>
          <a:p>
            <a:pPr lvl="0"/>
            <a:r>
              <a:rPr lang="en-US" dirty="0" err="1">
                <a:effectLst/>
              </a:rPr>
              <a:t>Consectetur</a:t>
            </a:r>
            <a:r>
              <a:rPr lang="en-US" dirty="0">
                <a:effectLst/>
              </a:rPr>
              <a:t> </a:t>
            </a:r>
            <a:r>
              <a:rPr lang="en-US" dirty="0" err="1">
                <a:effectLst/>
              </a:rPr>
              <a:t>adipiscing</a:t>
            </a:r>
            <a:r>
              <a:rPr lang="en-US" dirty="0">
                <a:effectLst/>
              </a:rPr>
              <a:t> </a:t>
            </a:r>
            <a:r>
              <a:rPr lang="en-US" dirty="0" err="1">
                <a:effectLst/>
              </a:rPr>
              <a:t>elit</a:t>
            </a:r>
            <a:r>
              <a:rPr lang="en-US" dirty="0">
                <a:effectLst/>
              </a:rPr>
              <a:t>. Ut sed </a:t>
            </a:r>
            <a:r>
              <a:rPr lang="en-US" dirty="0" err="1">
                <a:effectLst/>
              </a:rPr>
              <a:t>orci</a:t>
            </a:r>
            <a:r>
              <a:rPr lang="en-US" dirty="0">
                <a:effectLst/>
              </a:rPr>
              <a:t> </a:t>
            </a:r>
            <a:r>
              <a:rPr lang="en-US" dirty="0" err="1">
                <a:effectLst/>
              </a:rPr>
              <a:t>molestie</a:t>
            </a:r>
            <a:r>
              <a:rPr lang="en-US" dirty="0">
                <a:effectLst/>
              </a:rPr>
              <a:t>, </a:t>
            </a:r>
            <a:r>
              <a:rPr lang="en-US" dirty="0" err="1">
                <a:effectLst/>
              </a:rPr>
              <a:t>varius</a:t>
            </a:r>
            <a:r>
              <a:rPr lang="en-US" dirty="0">
                <a:effectLst/>
              </a:rPr>
              <a:t> </a:t>
            </a:r>
            <a:r>
              <a:rPr lang="en-US" dirty="0" err="1">
                <a:effectLst/>
              </a:rPr>
              <a:t>lectus</a:t>
            </a:r>
            <a:r>
              <a:rPr lang="en-US" dirty="0">
                <a:effectLst/>
              </a:rPr>
              <a:t> et, </a:t>
            </a:r>
            <a:r>
              <a:rPr lang="en-US" dirty="0" err="1">
                <a:effectLst/>
              </a:rPr>
              <a:t>facilisis</a:t>
            </a:r>
            <a:r>
              <a:rPr lang="en-US" dirty="0">
                <a:effectLst/>
              </a:rPr>
              <a:t> </a:t>
            </a:r>
            <a:r>
              <a:rPr lang="en-US" dirty="0" err="1">
                <a:effectLst/>
              </a:rPr>
              <a:t>massa</a:t>
            </a:r>
            <a:r>
              <a:rPr lang="en-US" dirty="0">
                <a:effectLst/>
              </a:rPr>
              <a:t>. Sed </a:t>
            </a:r>
            <a:r>
              <a:rPr lang="en-US" dirty="0" err="1">
                <a:effectLst/>
              </a:rPr>
              <a:t>consequat</a:t>
            </a:r>
            <a:r>
              <a:rPr lang="en-US" dirty="0">
                <a:effectLst/>
              </a:rPr>
              <a:t>, nisi sed </a:t>
            </a:r>
            <a:r>
              <a:rPr lang="en-US" dirty="0" err="1">
                <a:effectLst/>
              </a:rPr>
              <a:t>bibendum</a:t>
            </a:r>
            <a:r>
              <a:rPr lang="en-US" dirty="0">
                <a:effectLst/>
              </a:rPr>
              <a:t> </a:t>
            </a:r>
            <a:r>
              <a:rPr lang="en-US" dirty="0" err="1">
                <a:effectLst/>
              </a:rPr>
              <a:t>mattis</a:t>
            </a:r>
            <a:r>
              <a:rPr lang="en-US" dirty="0">
                <a:effectLst/>
              </a:rPr>
              <a:t>, </a:t>
            </a:r>
            <a:r>
              <a:rPr lang="en-US" dirty="0" err="1">
                <a:effectLst/>
              </a:rPr>
              <a:t>tortor</a:t>
            </a:r>
            <a:r>
              <a:rPr lang="en-US" dirty="0">
                <a:effectLst/>
              </a:rPr>
              <a:t> </a:t>
            </a:r>
            <a:r>
              <a:rPr lang="en-US" dirty="0" err="1">
                <a:effectLst/>
              </a:rPr>
              <a:t>metus</a:t>
            </a:r>
            <a:r>
              <a:rPr lang="en-US" dirty="0">
                <a:effectLst/>
              </a:rPr>
              <a:t> </a:t>
            </a:r>
            <a:r>
              <a:rPr lang="en-US" dirty="0" err="1">
                <a:effectLst/>
              </a:rPr>
              <a:t>molestie</a:t>
            </a:r>
            <a:r>
              <a:rPr lang="en-US" dirty="0">
                <a:effectLst/>
              </a:rPr>
              <a:t> </a:t>
            </a:r>
            <a:r>
              <a:rPr lang="en-US" dirty="0" err="1">
                <a:effectLst/>
              </a:rPr>
              <a:t>nunc</a:t>
            </a:r>
            <a:r>
              <a:rPr lang="en-US" dirty="0">
                <a:effectLst/>
              </a:rPr>
              <a:t>, non </a:t>
            </a:r>
            <a:r>
              <a:rPr lang="en-US" dirty="0" err="1">
                <a:effectLst/>
              </a:rPr>
              <a:t>vehicula</a:t>
            </a:r>
            <a:r>
              <a:rPr lang="en-US" dirty="0">
                <a:effectLst/>
              </a:rPr>
              <a:t> </a:t>
            </a:r>
            <a:r>
              <a:rPr lang="en-US" dirty="0" err="1">
                <a:effectLst/>
              </a:rPr>
              <a:t>nulla</a:t>
            </a:r>
            <a:r>
              <a:rPr lang="en-US" dirty="0">
                <a:effectLst/>
              </a:rPr>
              <a:t> </a:t>
            </a:r>
            <a:r>
              <a:rPr lang="en-US" dirty="0" err="1">
                <a:effectLst/>
              </a:rPr>
              <a:t>erat</a:t>
            </a:r>
            <a:r>
              <a:rPr lang="en-US" dirty="0">
                <a:effectLst/>
              </a:rPr>
              <a:t> a magna. </a:t>
            </a:r>
          </a:p>
          <a:p>
            <a:pPr lvl="0"/>
            <a:r>
              <a:rPr lang="en-US" dirty="0" err="1">
                <a:effectLst/>
              </a:rPr>
              <a:t>Fusce</a:t>
            </a:r>
            <a:r>
              <a:rPr lang="en-US" dirty="0">
                <a:effectLst/>
              </a:rPr>
              <a:t> at dui </a:t>
            </a:r>
            <a:r>
              <a:rPr lang="en-US" dirty="0" err="1">
                <a:effectLst/>
              </a:rPr>
              <a:t>risus</a:t>
            </a:r>
            <a:r>
              <a:rPr lang="en-US" dirty="0">
                <a:effectLst/>
              </a:rPr>
              <a:t>. Proin </a:t>
            </a:r>
            <a:r>
              <a:rPr lang="en-US" dirty="0" err="1">
                <a:effectLst/>
              </a:rPr>
              <a:t>efficitur</a:t>
            </a:r>
            <a:r>
              <a:rPr lang="en-US" dirty="0">
                <a:effectLst/>
              </a:rPr>
              <a:t> </a:t>
            </a:r>
            <a:r>
              <a:rPr lang="en-US" dirty="0" err="1">
                <a:effectLst/>
              </a:rPr>
              <a:t>lectus</a:t>
            </a:r>
            <a:r>
              <a:rPr lang="en-US" dirty="0">
                <a:effectLst/>
              </a:rPr>
              <a:t> </a:t>
            </a:r>
            <a:r>
              <a:rPr lang="en-US" dirty="0" err="1">
                <a:effectLst/>
              </a:rPr>
              <a:t>neque</a:t>
            </a:r>
            <a:r>
              <a:rPr lang="en-US" dirty="0">
                <a:effectLst/>
              </a:rPr>
              <a:t>, </a:t>
            </a:r>
            <a:r>
              <a:rPr lang="en-US" dirty="0" err="1">
                <a:effectLst/>
              </a:rPr>
              <a:t>quis</a:t>
            </a:r>
            <a:r>
              <a:rPr lang="en-US" dirty="0">
                <a:effectLst/>
              </a:rPr>
              <a:t> semper </a:t>
            </a:r>
            <a:r>
              <a:rPr lang="en-US" dirty="0" err="1">
                <a:effectLst/>
              </a:rPr>
              <a:t>velit</a:t>
            </a:r>
            <a:r>
              <a:rPr lang="en-US" dirty="0">
                <a:effectLst/>
              </a:rPr>
              <a:t> </a:t>
            </a:r>
            <a:r>
              <a:rPr lang="en-US" dirty="0" err="1">
                <a:effectLst/>
              </a:rPr>
              <a:t>placerat</a:t>
            </a:r>
            <a:r>
              <a:rPr lang="en-US" dirty="0">
                <a:effectLst/>
              </a:rPr>
              <a:t> vel.</a:t>
            </a:r>
          </a:p>
        </p:txBody>
      </p:sp>
      <p:sp>
        <p:nvSpPr>
          <p:cNvPr id="19" name="Text Placeholder 8">
            <a:extLst>
              <a:ext uri="{FF2B5EF4-FFF2-40B4-BE49-F238E27FC236}">
                <a16:creationId xmlns:a16="http://schemas.microsoft.com/office/drawing/2014/main" id="{E2876E0B-EAB6-D53C-853E-8084F9E80C26}"/>
              </a:ext>
            </a:extLst>
          </p:cNvPr>
          <p:cNvSpPr>
            <a:spLocks noGrp="1"/>
          </p:cNvSpPr>
          <p:nvPr>
            <p:ph type="body" sz="quarter" idx="17" hasCustomPrompt="1"/>
          </p:nvPr>
        </p:nvSpPr>
        <p:spPr>
          <a:xfrm>
            <a:off x="1492801" y="3181365"/>
            <a:ext cx="3422099" cy="717536"/>
          </a:xfrm>
        </p:spPr>
        <p:txBody>
          <a:bodyPr lIns="0" tIns="0" rIns="0" bIns="0">
            <a:noAutofit/>
          </a:bodyPr>
          <a:lstStyle>
            <a:lvl1pPr marL="0" indent="0">
              <a:lnSpc>
                <a:spcPct val="100000"/>
              </a:lnSpc>
              <a:spcBef>
                <a:spcPts val="0"/>
              </a:spcBef>
              <a:spcAft>
                <a:spcPts val="200"/>
              </a:spcAft>
              <a:buFont typeface="+mj-lt"/>
              <a:buNone/>
              <a:defRPr sz="2000" b="1">
                <a:latin typeface="+mn-lt"/>
              </a:defRPr>
            </a:lvl1pPr>
          </a:lstStyle>
          <a:p>
            <a:pPr lvl="0"/>
            <a:r>
              <a:rPr lang="en-US">
                <a:effectLst/>
              </a:rPr>
              <a:t>lorem ipsum dolor sit </a:t>
            </a:r>
            <a:r>
              <a:rPr lang="en-US" err="1">
                <a:effectLst/>
              </a:rPr>
              <a:t>amet</a:t>
            </a:r>
            <a:r>
              <a:rPr lang="en-US">
                <a:effectLst/>
              </a:rPr>
              <a:t> </a:t>
            </a:r>
            <a:r>
              <a:rPr lang="en-US" err="1">
                <a:effectLst/>
              </a:rPr>
              <a:t>consectetur</a:t>
            </a:r>
            <a:r>
              <a:rPr lang="en-US">
                <a:effectLst/>
              </a:rPr>
              <a:t> </a:t>
            </a:r>
            <a:r>
              <a:rPr lang="en-US" err="1">
                <a:effectLst/>
              </a:rPr>
              <a:t>adipiscing</a:t>
            </a:r>
            <a:r>
              <a:rPr lang="en-US">
                <a:effectLst/>
              </a:rPr>
              <a:t> </a:t>
            </a:r>
            <a:r>
              <a:rPr lang="en-US" err="1">
                <a:effectLst/>
              </a:rPr>
              <a:t>elit</a:t>
            </a:r>
            <a:endParaRPr lang="en-US"/>
          </a:p>
        </p:txBody>
      </p:sp>
      <p:sp>
        <p:nvSpPr>
          <p:cNvPr id="20" name="Text Placeholder 8">
            <a:extLst>
              <a:ext uri="{FF2B5EF4-FFF2-40B4-BE49-F238E27FC236}">
                <a16:creationId xmlns:a16="http://schemas.microsoft.com/office/drawing/2014/main" id="{18901E1C-F1AF-3B45-D899-95D17F2E8CD4}"/>
              </a:ext>
            </a:extLst>
          </p:cNvPr>
          <p:cNvSpPr>
            <a:spLocks noGrp="1"/>
          </p:cNvSpPr>
          <p:nvPr>
            <p:ph type="body" sz="quarter" idx="18" hasCustomPrompt="1"/>
          </p:nvPr>
        </p:nvSpPr>
        <p:spPr>
          <a:xfrm>
            <a:off x="1492801" y="4616465"/>
            <a:ext cx="3422099" cy="717536"/>
          </a:xfrm>
        </p:spPr>
        <p:txBody>
          <a:bodyPr lIns="0" tIns="0" rIns="0" bIns="0">
            <a:noAutofit/>
          </a:bodyPr>
          <a:lstStyle>
            <a:lvl1pPr marL="0" indent="0">
              <a:lnSpc>
                <a:spcPct val="100000"/>
              </a:lnSpc>
              <a:spcBef>
                <a:spcPts val="0"/>
              </a:spcBef>
              <a:spcAft>
                <a:spcPts val="200"/>
              </a:spcAft>
              <a:buFont typeface="+mj-lt"/>
              <a:buNone/>
              <a:defRPr sz="2000" b="1">
                <a:latin typeface="+mn-lt"/>
              </a:defRPr>
            </a:lvl1pPr>
          </a:lstStyle>
          <a:p>
            <a:pPr lvl="0"/>
            <a:r>
              <a:rPr lang="en-US">
                <a:effectLst/>
              </a:rPr>
              <a:t>lorem ipsum dolor sit </a:t>
            </a:r>
            <a:r>
              <a:rPr lang="en-US" err="1">
                <a:effectLst/>
              </a:rPr>
              <a:t>amet</a:t>
            </a:r>
            <a:r>
              <a:rPr lang="en-US">
                <a:effectLst/>
              </a:rPr>
              <a:t> </a:t>
            </a:r>
            <a:r>
              <a:rPr lang="en-US" err="1">
                <a:effectLst/>
              </a:rPr>
              <a:t>consectetur</a:t>
            </a:r>
            <a:r>
              <a:rPr lang="en-US">
                <a:effectLst/>
              </a:rPr>
              <a:t> </a:t>
            </a:r>
            <a:r>
              <a:rPr lang="en-US" err="1">
                <a:effectLst/>
              </a:rPr>
              <a:t>adipiscing</a:t>
            </a:r>
            <a:r>
              <a:rPr lang="en-US">
                <a:effectLst/>
              </a:rPr>
              <a:t> </a:t>
            </a:r>
            <a:r>
              <a:rPr lang="en-US" err="1">
                <a:effectLst/>
              </a:rPr>
              <a:t>elit</a:t>
            </a:r>
            <a:endParaRPr lang="en-US"/>
          </a:p>
        </p:txBody>
      </p:sp>
      <p:sp>
        <p:nvSpPr>
          <p:cNvPr id="22" name="Text Placeholder 8">
            <a:extLst>
              <a:ext uri="{FF2B5EF4-FFF2-40B4-BE49-F238E27FC236}">
                <a16:creationId xmlns:a16="http://schemas.microsoft.com/office/drawing/2014/main" id="{4BE270F8-6445-48FF-5DB2-745E79EE7AD8}"/>
              </a:ext>
            </a:extLst>
          </p:cNvPr>
          <p:cNvSpPr>
            <a:spLocks noGrp="1"/>
          </p:cNvSpPr>
          <p:nvPr>
            <p:ph type="body" sz="quarter" idx="19" hasCustomPrompt="1"/>
          </p:nvPr>
        </p:nvSpPr>
        <p:spPr>
          <a:xfrm>
            <a:off x="5836201" y="1733972"/>
            <a:ext cx="5952843" cy="1137201"/>
          </a:xfrm>
        </p:spPr>
        <p:txBody>
          <a:bodyPr lIns="0" tIns="0" rIns="0" bIns="0">
            <a:noAutofit/>
          </a:bodyPr>
          <a:lstStyle>
            <a:lvl1pPr marL="91440" indent="-91440">
              <a:lnSpc>
                <a:spcPct val="100000"/>
              </a:lnSpc>
              <a:spcBef>
                <a:spcPts val="0"/>
              </a:spcBef>
              <a:spcAft>
                <a:spcPts val="600"/>
              </a:spcAft>
              <a:buFont typeface="+mj-lt"/>
              <a:buAutoNum type="arabicPeriod"/>
              <a:defRPr sz="1300">
                <a:latin typeface="+mn-lt"/>
              </a:defRPr>
            </a:lvl1pPr>
          </a:lstStyle>
          <a:p>
            <a:pPr lvl="0"/>
            <a:r>
              <a:rPr lang="en-US" dirty="0" err="1">
                <a:effectLst/>
              </a:rPr>
              <a:t>Consectetur</a:t>
            </a:r>
            <a:r>
              <a:rPr lang="en-US" dirty="0">
                <a:effectLst/>
              </a:rPr>
              <a:t> </a:t>
            </a:r>
            <a:r>
              <a:rPr lang="en-US" dirty="0" err="1">
                <a:effectLst/>
              </a:rPr>
              <a:t>adipiscing</a:t>
            </a:r>
            <a:r>
              <a:rPr lang="en-US" dirty="0">
                <a:effectLst/>
              </a:rPr>
              <a:t> </a:t>
            </a:r>
            <a:r>
              <a:rPr lang="en-US" dirty="0" err="1">
                <a:effectLst/>
              </a:rPr>
              <a:t>elit</a:t>
            </a:r>
            <a:r>
              <a:rPr lang="en-US" dirty="0">
                <a:effectLst/>
              </a:rPr>
              <a:t>. Ut sed </a:t>
            </a:r>
            <a:r>
              <a:rPr lang="en-US" dirty="0" err="1">
                <a:effectLst/>
              </a:rPr>
              <a:t>orci</a:t>
            </a:r>
            <a:r>
              <a:rPr lang="en-US" dirty="0">
                <a:effectLst/>
              </a:rPr>
              <a:t> </a:t>
            </a:r>
            <a:r>
              <a:rPr lang="en-US" dirty="0" err="1">
                <a:effectLst/>
              </a:rPr>
              <a:t>molestie</a:t>
            </a:r>
            <a:r>
              <a:rPr lang="en-US" dirty="0">
                <a:effectLst/>
              </a:rPr>
              <a:t>, </a:t>
            </a:r>
            <a:r>
              <a:rPr lang="en-US" dirty="0" err="1">
                <a:effectLst/>
              </a:rPr>
              <a:t>varius</a:t>
            </a:r>
            <a:r>
              <a:rPr lang="en-US" dirty="0">
                <a:effectLst/>
              </a:rPr>
              <a:t> </a:t>
            </a:r>
            <a:r>
              <a:rPr lang="en-US" dirty="0" err="1">
                <a:effectLst/>
              </a:rPr>
              <a:t>lectus</a:t>
            </a:r>
            <a:r>
              <a:rPr lang="en-US" dirty="0">
                <a:effectLst/>
              </a:rPr>
              <a:t> et, </a:t>
            </a:r>
            <a:r>
              <a:rPr lang="en-US" dirty="0" err="1">
                <a:effectLst/>
              </a:rPr>
              <a:t>facilisis</a:t>
            </a:r>
            <a:r>
              <a:rPr lang="en-US" dirty="0">
                <a:effectLst/>
              </a:rPr>
              <a:t> </a:t>
            </a:r>
            <a:r>
              <a:rPr lang="en-US" dirty="0" err="1">
                <a:effectLst/>
              </a:rPr>
              <a:t>massa</a:t>
            </a:r>
            <a:r>
              <a:rPr lang="en-US" dirty="0">
                <a:effectLst/>
              </a:rPr>
              <a:t>. Sed </a:t>
            </a:r>
            <a:r>
              <a:rPr lang="en-US" dirty="0" err="1">
                <a:effectLst/>
              </a:rPr>
              <a:t>consequat</a:t>
            </a:r>
            <a:r>
              <a:rPr lang="en-US" dirty="0">
                <a:effectLst/>
              </a:rPr>
              <a:t>, nisi sed </a:t>
            </a:r>
            <a:r>
              <a:rPr lang="en-US" dirty="0" err="1">
                <a:effectLst/>
              </a:rPr>
              <a:t>bibendum</a:t>
            </a:r>
            <a:r>
              <a:rPr lang="en-US" dirty="0">
                <a:effectLst/>
              </a:rPr>
              <a:t> </a:t>
            </a:r>
            <a:r>
              <a:rPr lang="en-US" dirty="0" err="1">
                <a:effectLst/>
              </a:rPr>
              <a:t>mattis</a:t>
            </a:r>
            <a:r>
              <a:rPr lang="en-US" dirty="0">
                <a:effectLst/>
              </a:rPr>
              <a:t>, </a:t>
            </a:r>
            <a:r>
              <a:rPr lang="en-US" dirty="0" err="1">
                <a:effectLst/>
              </a:rPr>
              <a:t>tortor</a:t>
            </a:r>
            <a:r>
              <a:rPr lang="en-US" dirty="0">
                <a:effectLst/>
              </a:rPr>
              <a:t> </a:t>
            </a:r>
            <a:r>
              <a:rPr lang="en-US" dirty="0" err="1">
                <a:effectLst/>
              </a:rPr>
              <a:t>metus</a:t>
            </a:r>
            <a:r>
              <a:rPr lang="en-US" dirty="0">
                <a:effectLst/>
              </a:rPr>
              <a:t> </a:t>
            </a:r>
            <a:r>
              <a:rPr lang="en-US" dirty="0" err="1">
                <a:effectLst/>
              </a:rPr>
              <a:t>molestie</a:t>
            </a:r>
            <a:r>
              <a:rPr lang="en-US" dirty="0">
                <a:effectLst/>
              </a:rPr>
              <a:t> </a:t>
            </a:r>
            <a:r>
              <a:rPr lang="en-US" dirty="0" err="1">
                <a:effectLst/>
              </a:rPr>
              <a:t>nunc</a:t>
            </a:r>
            <a:r>
              <a:rPr lang="en-US" dirty="0">
                <a:effectLst/>
              </a:rPr>
              <a:t>, non </a:t>
            </a:r>
            <a:r>
              <a:rPr lang="en-US" dirty="0" err="1">
                <a:effectLst/>
              </a:rPr>
              <a:t>vehicula</a:t>
            </a:r>
            <a:r>
              <a:rPr lang="en-US" dirty="0">
                <a:effectLst/>
              </a:rPr>
              <a:t> </a:t>
            </a:r>
            <a:r>
              <a:rPr lang="en-US" dirty="0" err="1">
                <a:effectLst/>
              </a:rPr>
              <a:t>nulla</a:t>
            </a:r>
            <a:r>
              <a:rPr lang="en-US" dirty="0">
                <a:effectLst/>
              </a:rPr>
              <a:t> </a:t>
            </a:r>
            <a:r>
              <a:rPr lang="en-US" dirty="0" err="1">
                <a:effectLst/>
              </a:rPr>
              <a:t>erat</a:t>
            </a:r>
            <a:r>
              <a:rPr lang="en-US" dirty="0">
                <a:effectLst/>
              </a:rPr>
              <a:t> a magna. </a:t>
            </a:r>
          </a:p>
          <a:p>
            <a:pPr lvl="0"/>
            <a:r>
              <a:rPr lang="en-US" dirty="0" err="1">
                <a:effectLst/>
              </a:rPr>
              <a:t>Fusce</a:t>
            </a:r>
            <a:r>
              <a:rPr lang="en-US" dirty="0">
                <a:effectLst/>
              </a:rPr>
              <a:t> at dui </a:t>
            </a:r>
            <a:r>
              <a:rPr lang="en-US" dirty="0" err="1">
                <a:effectLst/>
              </a:rPr>
              <a:t>risus</a:t>
            </a:r>
            <a:r>
              <a:rPr lang="en-US" dirty="0">
                <a:effectLst/>
              </a:rPr>
              <a:t>. Proin </a:t>
            </a:r>
            <a:r>
              <a:rPr lang="en-US" dirty="0" err="1">
                <a:effectLst/>
              </a:rPr>
              <a:t>efficitur</a:t>
            </a:r>
            <a:r>
              <a:rPr lang="en-US" dirty="0">
                <a:effectLst/>
              </a:rPr>
              <a:t> </a:t>
            </a:r>
            <a:r>
              <a:rPr lang="en-US" dirty="0" err="1">
                <a:effectLst/>
              </a:rPr>
              <a:t>lectus</a:t>
            </a:r>
            <a:r>
              <a:rPr lang="en-US" dirty="0">
                <a:effectLst/>
              </a:rPr>
              <a:t> </a:t>
            </a:r>
            <a:r>
              <a:rPr lang="en-US" dirty="0" err="1">
                <a:effectLst/>
              </a:rPr>
              <a:t>neque</a:t>
            </a:r>
            <a:r>
              <a:rPr lang="en-US" dirty="0">
                <a:effectLst/>
              </a:rPr>
              <a:t>, </a:t>
            </a:r>
            <a:r>
              <a:rPr lang="en-US" dirty="0" err="1">
                <a:effectLst/>
              </a:rPr>
              <a:t>quis</a:t>
            </a:r>
            <a:r>
              <a:rPr lang="en-US" dirty="0">
                <a:effectLst/>
              </a:rPr>
              <a:t> semper </a:t>
            </a:r>
            <a:r>
              <a:rPr lang="en-US" dirty="0" err="1">
                <a:effectLst/>
              </a:rPr>
              <a:t>velit</a:t>
            </a:r>
            <a:r>
              <a:rPr lang="en-US" dirty="0">
                <a:effectLst/>
              </a:rPr>
              <a:t> </a:t>
            </a:r>
            <a:r>
              <a:rPr lang="en-US" dirty="0" err="1">
                <a:effectLst/>
              </a:rPr>
              <a:t>placerat</a:t>
            </a:r>
            <a:r>
              <a:rPr lang="en-US" dirty="0">
                <a:effectLst/>
              </a:rPr>
              <a:t> vel.</a:t>
            </a:r>
          </a:p>
        </p:txBody>
      </p:sp>
      <p:sp>
        <p:nvSpPr>
          <p:cNvPr id="10" name="Picture Placeholder 5">
            <a:extLst>
              <a:ext uri="{FF2B5EF4-FFF2-40B4-BE49-F238E27FC236}">
                <a16:creationId xmlns:a16="http://schemas.microsoft.com/office/drawing/2014/main" id="{31FF7EF9-3C55-CDD6-6AEE-E040804D7498}"/>
              </a:ext>
            </a:extLst>
          </p:cNvPr>
          <p:cNvSpPr>
            <a:spLocks noGrp="1"/>
          </p:cNvSpPr>
          <p:nvPr>
            <p:ph type="pic" sz="quarter" idx="20"/>
          </p:nvPr>
        </p:nvSpPr>
        <p:spPr>
          <a:xfrm>
            <a:off x="407988" y="1746265"/>
            <a:ext cx="852487" cy="852488"/>
          </a:xfrm>
        </p:spPr>
        <p:txBody>
          <a:bodyPr/>
          <a:lstStyle>
            <a:lvl1pPr>
              <a:defRPr>
                <a:latin typeface="+mn-lt"/>
              </a:defRPr>
            </a:lvl1pPr>
          </a:lstStyle>
          <a:p>
            <a:r>
              <a:rPr lang="en-US"/>
              <a:t>Click icon to add picture</a:t>
            </a:r>
          </a:p>
        </p:txBody>
      </p:sp>
      <p:sp>
        <p:nvSpPr>
          <p:cNvPr id="12" name="Picture Placeholder 5">
            <a:extLst>
              <a:ext uri="{FF2B5EF4-FFF2-40B4-BE49-F238E27FC236}">
                <a16:creationId xmlns:a16="http://schemas.microsoft.com/office/drawing/2014/main" id="{0B4E7E41-2726-D611-063F-96E12E100126}"/>
              </a:ext>
            </a:extLst>
          </p:cNvPr>
          <p:cNvSpPr>
            <a:spLocks noGrp="1"/>
          </p:cNvSpPr>
          <p:nvPr>
            <p:ph type="pic" sz="quarter" idx="21"/>
          </p:nvPr>
        </p:nvSpPr>
        <p:spPr>
          <a:xfrm>
            <a:off x="407988" y="3167292"/>
            <a:ext cx="852487" cy="852488"/>
          </a:xfrm>
        </p:spPr>
        <p:txBody>
          <a:bodyPr/>
          <a:lstStyle>
            <a:lvl1pPr>
              <a:defRPr>
                <a:latin typeface="+mn-lt"/>
              </a:defRPr>
            </a:lvl1pPr>
          </a:lstStyle>
          <a:p>
            <a:r>
              <a:rPr lang="en-US"/>
              <a:t>Click icon to add picture</a:t>
            </a:r>
          </a:p>
        </p:txBody>
      </p:sp>
      <p:sp>
        <p:nvSpPr>
          <p:cNvPr id="13" name="Picture Placeholder 5">
            <a:extLst>
              <a:ext uri="{FF2B5EF4-FFF2-40B4-BE49-F238E27FC236}">
                <a16:creationId xmlns:a16="http://schemas.microsoft.com/office/drawing/2014/main" id="{C78EF59D-D0A1-12E4-EB77-DF5D04F7EBF7}"/>
              </a:ext>
            </a:extLst>
          </p:cNvPr>
          <p:cNvSpPr>
            <a:spLocks noGrp="1"/>
          </p:cNvSpPr>
          <p:nvPr>
            <p:ph type="pic" sz="quarter" idx="22"/>
          </p:nvPr>
        </p:nvSpPr>
        <p:spPr>
          <a:xfrm>
            <a:off x="407988" y="4600676"/>
            <a:ext cx="852487" cy="852488"/>
          </a:xfrm>
        </p:spPr>
        <p:txBody>
          <a:bodyPr/>
          <a:lstStyle>
            <a:lvl1pPr>
              <a:defRPr>
                <a:latin typeface="+mn-lt"/>
              </a:defRPr>
            </a:lvl1pPr>
          </a:lstStyle>
          <a:p>
            <a:r>
              <a:rPr lang="en-US"/>
              <a:t>Click icon to add picture</a:t>
            </a:r>
          </a:p>
        </p:txBody>
      </p:sp>
      <p:sp>
        <p:nvSpPr>
          <p:cNvPr id="8" name="Arc 11">
            <a:extLst>
              <a:ext uri="{FF2B5EF4-FFF2-40B4-BE49-F238E27FC236}">
                <a16:creationId xmlns:a16="http://schemas.microsoft.com/office/drawing/2014/main" id="{6A560EC9-ECB8-8E2C-4977-AA05E9319FB1}"/>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9" name="Arc 11">
            <a:extLst>
              <a:ext uri="{FF2B5EF4-FFF2-40B4-BE49-F238E27FC236}">
                <a16:creationId xmlns:a16="http://schemas.microsoft.com/office/drawing/2014/main" id="{F2E5887A-8A9C-478B-5955-3BCCDBEE5443}"/>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6" name="Arc 11">
            <a:extLst>
              <a:ext uri="{FF2B5EF4-FFF2-40B4-BE49-F238E27FC236}">
                <a16:creationId xmlns:a16="http://schemas.microsoft.com/office/drawing/2014/main" id="{D5604DEF-8CD7-4655-E2E6-A3F94EA0D9EE}"/>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7" name="Arc 11">
            <a:extLst>
              <a:ext uri="{FF2B5EF4-FFF2-40B4-BE49-F238E27FC236}">
                <a16:creationId xmlns:a16="http://schemas.microsoft.com/office/drawing/2014/main" id="{BB653A3A-DDA9-30FE-E547-7D540AF4B985}"/>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32" name="TextBox 31">
            <a:extLst>
              <a:ext uri="{FF2B5EF4-FFF2-40B4-BE49-F238E27FC236}">
                <a16:creationId xmlns:a16="http://schemas.microsoft.com/office/drawing/2014/main" id="{F12B2518-10C7-9609-A075-C44994337B0E}"/>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tx1"/>
                </a:solidFill>
                <a:latin typeface="+mn-lt"/>
              </a:rPr>
              <a:t>‹#›</a:t>
            </a:fld>
            <a:endParaRPr lang="en-US" sz="800" b="1" i="0" dirty="0">
              <a:solidFill>
                <a:schemeClr val="tx1"/>
              </a:solidFill>
              <a:latin typeface="+mn-lt"/>
            </a:endParaRPr>
          </a:p>
        </p:txBody>
      </p:sp>
      <p:sp>
        <p:nvSpPr>
          <p:cNvPr id="2" name="Text Placeholder 16">
            <a:extLst>
              <a:ext uri="{FF2B5EF4-FFF2-40B4-BE49-F238E27FC236}">
                <a16:creationId xmlns:a16="http://schemas.microsoft.com/office/drawing/2014/main" id="{EF9E192D-6DD5-0F87-6826-DDF2111C401A}"/>
              </a:ext>
            </a:extLst>
          </p:cNvPr>
          <p:cNvSpPr>
            <a:spLocks noGrp="1"/>
          </p:cNvSpPr>
          <p:nvPr>
            <p:ph type="body" sz="quarter" idx="23" hasCustomPrompt="1"/>
          </p:nvPr>
        </p:nvSpPr>
        <p:spPr>
          <a:xfrm>
            <a:off x="449351" y="380998"/>
            <a:ext cx="8260696" cy="381001"/>
          </a:xfrm>
          <a:prstGeom prst="rect">
            <a:avLst/>
          </a:prstGeom>
        </p:spPr>
        <p:txBody>
          <a:bodyPr anchor="b">
            <a:noAutofit/>
          </a:bodyPr>
          <a:lstStyle>
            <a:lvl1pPr marL="45720" indent="0">
              <a:buNone/>
              <a:defRPr sz="2200" b="1" i="0">
                <a:solidFill>
                  <a:schemeClr val="tx1"/>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6" name="Text Placeholder 16">
            <a:extLst>
              <a:ext uri="{FF2B5EF4-FFF2-40B4-BE49-F238E27FC236}">
                <a16:creationId xmlns:a16="http://schemas.microsoft.com/office/drawing/2014/main" id="{8C67B9DA-764B-7885-D05F-855528EF249A}"/>
              </a:ext>
            </a:extLst>
          </p:cNvPr>
          <p:cNvSpPr>
            <a:spLocks noGrp="1"/>
          </p:cNvSpPr>
          <p:nvPr>
            <p:ph type="body" sz="quarter" idx="24" hasCustomPrompt="1"/>
          </p:nvPr>
        </p:nvSpPr>
        <p:spPr>
          <a:xfrm>
            <a:off x="449351" y="837300"/>
            <a:ext cx="8260696" cy="381001"/>
          </a:xfrm>
          <a:prstGeom prst="rect">
            <a:avLst/>
          </a:prstGeom>
        </p:spPr>
        <p:txBody>
          <a:bodyPr anchor="t">
            <a:noAutofit/>
          </a:bodyPr>
          <a:lstStyle>
            <a:lvl1pPr marL="45720" indent="0">
              <a:buNone/>
              <a:defRPr sz="1400" b="0" i="0">
                <a:solidFill>
                  <a:schemeClr val="tx1"/>
                </a:solidFill>
                <a:latin typeface="DM Sans Medium" pitchFamily="50" charset="0"/>
              </a:defRPr>
            </a:lvl1pPr>
            <a:lvl2pPr>
              <a:defRPr sz="3400"/>
            </a:lvl2pPr>
            <a:lvl3pPr>
              <a:defRPr sz="3400"/>
            </a:lvl3pPr>
            <a:lvl4pPr>
              <a:defRPr sz="3400"/>
            </a:lvl4pPr>
            <a:lvl5pPr>
              <a:defRPr sz="3400"/>
            </a:lvl5pPr>
          </a:lstStyle>
          <a:p>
            <a:pPr lvl="0"/>
            <a:r>
              <a:rPr lang="en-US" dirty="0"/>
              <a:t>Title Goes Here (H2*)</a:t>
            </a:r>
          </a:p>
        </p:txBody>
      </p:sp>
      <p:sp>
        <p:nvSpPr>
          <p:cNvPr id="7" name="TextBox 6">
            <a:extLst>
              <a:ext uri="{FF2B5EF4-FFF2-40B4-BE49-F238E27FC236}">
                <a16:creationId xmlns:a16="http://schemas.microsoft.com/office/drawing/2014/main" id="{6C15371D-F92A-02C6-757B-2C7BFD8B5EB4}"/>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
        <p:nvSpPr>
          <p:cNvPr id="14" name="Arc 11">
            <a:extLst>
              <a:ext uri="{FF2B5EF4-FFF2-40B4-BE49-F238E27FC236}">
                <a16:creationId xmlns:a16="http://schemas.microsoft.com/office/drawing/2014/main" id="{68B95B7D-B2F8-7C65-35BE-0D6E1C96C277}"/>
              </a:ext>
            </a:extLst>
          </p:cNvPr>
          <p:cNvSpPr/>
          <p:nvPr userDrawn="1"/>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15" name="Arc 11">
            <a:extLst>
              <a:ext uri="{FF2B5EF4-FFF2-40B4-BE49-F238E27FC236}">
                <a16:creationId xmlns:a16="http://schemas.microsoft.com/office/drawing/2014/main" id="{752438BE-D4F4-0288-EC6F-B62CDFD8AB93}"/>
              </a:ext>
            </a:extLst>
          </p:cNvPr>
          <p:cNvSpPr/>
          <p:nvPr userDrawn="1"/>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n-lt"/>
            </a:endParaRPr>
          </a:p>
        </p:txBody>
      </p:sp>
      <p:sp>
        <p:nvSpPr>
          <p:cNvPr id="21" name="TextBox 20">
            <a:extLst>
              <a:ext uri="{FF2B5EF4-FFF2-40B4-BE49-F238E27FC236}">
                <a16:creationId xmlns:a16="http://schemas.microsoft.com/office/drawing/2014/main" id="{C4169C1C-118D-E0B8-A49D-157B20C17BD4}"/>
              </a:ext>
            </a:extLst>
          </p:cNvPr>
          <p:cNvSpPr txBox="1"/>
          <p:nvPr userDrawn="1"/>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©2025 EXTREME NETWORKS, INC. ALL RIGHTS RESERVED.</a:t>
            </a:r>
          </a:p>
        </p:txBody>
      </p:sp>
      <p:sp>
        <p:nvSpPr>
          <p:cNvPr id="23" name="TextBox 22">
            <a:extLst>
              <a:ext uri="{FF2B5EF4-FFF2-40B4-BE49-F238E27FC236}">
                <a16:creationId xmlns:a16="http://schemas.microsoft.com/office/drawing/2014/main" id="{EB27B983-FE25-E860-2C55-3B6C9E2BB579}"/>
              </a:ext>
            </a:extLst>
          </p:cNvPr>
          <p:cNvSpPr txBox="1"/>
          <p:nvPr userDrawn="1"/>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tx1"/>
                </a:solidFill>
                <a:latin typeface="+mn-lt"/>
              </a:rPr>
              <a:t>‹#›</a:t>
            </a:fld>
            <a:endParaRPr lang="en-US" sz="800" b="1" i="0" dirty="0">
              <a:solidFill>
                <a:schemeClr val="tx1"/>
              </a:solidFill>
              <a:latin typeface="+mn-lt"/>
            </a:endParaRPr>
          </a:p>
        </p:txBody>
      </p:sp>
    </p:spTree>
    <p:extLst>
      <p:ext uri="{BB962C8B-B14F-4D97-AF65-F5344CB8AC3E}">
        <p14:creationId xmlns:p14="http://schemas.microsoft.com/office/powerpoint/2010/main" val="3577877674"/>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_Content_Quote">
    <p:bg>
      <p:bgRef idx="1001">
        <a:schemeClr val="bg1"/>
      </p:bgRef>
    </p:bg>
    <p:spTree>
      <p:nvGrpSpPr>
        <p:cNvPr id="1" name=""/>
        <p:cNvGrpSpPr/>
        <p:nvPr/>
      </p:nvGrpSpPr>
      <p:grpSpPr>
        <a:xfrm>
          <a:off x="0" y="0"/>
          <a:ext cx="0" cy="0"/>
          <a:chOff x="0" y="0"/>
          <a:chExt cx="0" cy="0"/>
        </a:xfrm>
      </p:grpSpPr>
      <p:pic>
        <p:nvPicPr>
          <p:cNvPr id="21" name="Picture 20" descr="A purple circle with black background  AI-generated content may be incorrect.">
            <a:extLst>
              <a:ext uri="{FF2B5EF4-FFF2-40B4-BE49-F238E27FC236}">
                <a16:creationId xmlns:a16="http://schemas.microsoft.com/office/drawing/2014/main" id="{8FAB8032-DBDA-26F1-EC9A-86DD8495DA12}"/>
              </a:ext>
            </a:extLst>
          </p:cNvPr>
          <p:cNvPicPr>
            <a:picLocks noGrp="1" noRot="1" noMove="1" noResize="1" noEditPoints="1" noAdjustHandles="1" noChangeArrowheads="1" noChangeShapeType="1" noCrop="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17A57C70-AF72-059E-B341-B3673E314E41}"/>
              </a:ext>
            </a:extLst>
          </p:cNvPr>
          <p:cNvSpPr>
            <a:spLocks noGrp="1"/>
          </p:cNvSpPr>
          <p:nvPr>
            <p:ph type="title" hasCustomPrompt="1"/>
          </p:nvPr>
        </p:nvSpPr>
        <p:spPr>
          <a:xfrm>
            <a:off x="2643965" y="1786270"/>
            <a:ext cx="6904072" cy="2491896"/>
          </a:xfrm>
        </p:spPr>
        <p:txBody>
          <a:bodyPr lIns="0" tIns="0" rIns="0" bIns="0" anchor="ctr">
            <a:noAutofit/>
          </a:bodyPr>
          <a:lstStyle>
            <a:lvl1pPr algn="ctr">
              <a:lnSpc>
                <a:spcPct val="100000"/>
              </a:lnSpc>
              <a:defRPr sz="5000" b="1" i="0">
                <a:latin typeface="+mj-lt"/>
              </a:defRPr>
            </a:lvl1pPr>
          </a:lstStyle>
          <a:p>
            <a:r>
              <a:rPr lang="en-US" dirty="0">
                <a:effectLst/>
              </a:rPr>
              <a:t>Big stat number or long customer quote can live right here. </a:t>
            </a:r>
            <a:endParaRPr lang="en-US" dirty="0"/>
          </a:p>
        </p:txBody>
      </p:sp>
      <p:sp>
        <p:nvSpPr>
          <p:cNvPr id="9" name="Text Placeholder 8">
            <a:extLst>
              <a:ext uri="{FF2B5EF4-FFF2-40B4-BE49-F238E27FC236}">
                <a16:creationId xmlns:a16="http://schemas.microsoft.com/office/drawing/2014/main" id="{68BAFD7B-A1E4-D888-7F5A-BC6451FF0448}"/>
              </a:ext>
            </a:extLst>
          </p:cNvPr>
          <p:cNvSpPr>
            <a:spLocks noGrp="1"/>
          </p:cNvSpPr>
          <p:nvPr>
            <p:ph type="body" sz="quarter" idx="13" hasCustomPrompt="1"/>
          </p:nvPr>
        </p:nvSpPr>
        <p:spPr>
          <a:xfrm>
            <a:off x="2739657" y="4500752"/>
            <a:ext cx="6712688" cy="422031"/>
          </a:xfrm>
        </p:spPr>
        <p:txBody>
          <a:bodyPr lIns="0" tIns="0" rIns="0" bIns="0">
            <a:noAutofit/>
          </a:bodyPr>
          <a:lstStyle>
            <a:lvl1pPr marL="0" indent="0" algn="ctr">
              <a:lnSpc>
                <a:spcPct val="100000"/>
              </a:lnSpc>
              <a:spcBef>
                <a:spcPts val="0"/>
              </a:spcBef>
              <a:spcAft>
                <a:spcPts val="600"/>
              </a:spcAft>
              <a:buFont typeface="DM Sans" panose="020B0604020202020204" pitchFamily="34" charset="0"/>
              <a:buNone/>
              <a:defRPr sz="2000">
                <a:latin typeface="+mn-lt"/>
              </a:defRPr>
            </a:lvl1pPr>
          </a:lstStyle>
          <a:p>
            <a:pPr lvl="0"/>
            <a:r>
              <a:rPr lang="en-US" dirty="0">
                <a:effectLst/>
              </a:rPr>
              <a:t>Customer Name, Long Customer Title, Company</a:t>
            </a:r>
            <a:endParaRPr lang="en-US" dirty="0"/>
          </a:p>
        </p:txBody>
      </p:sp>
      <p:pic>
        <p:nvPicPr>
          <p:cNvPr id="11" name="Graphic 10">
            <a:extLst>
              <a:ext uri="{FF2B5EF4-FFF2-40B4-BE49-F238E27FC236}">
                <a16:creationId xmlns:a16="http://schemas.microsoft.com/office/drawing/2014/main" id="{3A796EBE-B2D0-5C11-1F6A-ED0B98A8D0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10607" y="222069"/>
            <a:ext cx="1318093" cy="323306"/>
          </a:xfrm>
          <a:prstGeom prst="rect">
            <a:avLst/>
          </a:prstGeom>
        </p:spPr>
      </p:pic>
      <p:sp>
        <p:nvSpPr>
          <p:cNvPr id="14" name="Text Placeholder 8">
            <a:extLst>
              <a:ext uri="{FF2B5EF4-FFF2-40B4-BE49-F238E27FC236}">
                <a16:creationId xmlns:a16="http://schemas.microsoft.com/office/drawing/2014/main" id="{200296AE-2541-FB7F-C293-08A496425D16}"/>
              </a:ext>
            </a:extLst>
          </p:cNvPr>
          <p:cNvSpPr>
            <a:spLocks noGrp="1"/>
          </p:cNvSpPr>
          <p:nvPr>
            <p:ph type="body" sz="quarter" idx="14" hasCustomPrompt="1"/>
          </p:nvPr>
        </p:nvSpPr>
        <p:spPr>
          <a:xfrm>
            <a:off x="5110717" y="1041931"/>
            <a:ext cx="1970566" cy="422031"/>
          </a:xfrm>
        </p:spPr>
        <p:txBody>
          <a:bodyPr lIns="0" tIns="0" rIns="0" bIns="0">
            <a:noAutofit/>
          </a:bodyPr>
          <a:lstStyle>
            <a:lvl1pPr marL="0" indent="0" algn="ctr">
              <a:lnSpc>
                <a:spcPct val="100000"/>
              </a:lnSpc>
              <a:spcBef>
                <a:spcPts val="0"/>
              </a:spcBef>
              <a:spcAft>
                <a:spcPts val="600"/>
              </a:spcAft>
              <a:buFont typeface="DM Sans" panose="020B0604020202020204" pitchFamily="34" charset="0"/>
              <a:buNone/>
              <a:defRPr sz="6200">
                <a:latin typeface="+mn-lt"/>
              </a:defRPr>
            </a:lvl1pPr>
          </a:lstStyle>
          <a:p>
            <a:pPr lvl="0"/>
            <a:r>
              <a:rPr lang="en-US">
                <a:effectLst/>
              </a:rPr>
              <a:t>“</a:t>
            </a:r>
            <a:endParaRPr lang="en-US"/>
          </a:p>
        </p:txBody>
      </p:sp>
      <p:sp>
        <p:nvSpPr>
          <p:cNvPr id="15" name="Text Placeholder 8">
            <a:extLst>
              <a:ext uri="{FF2B5EF4-FFF2-40B4-BE49-F238E27FC236}">
                <a16:creationId xmlns:a16="http://schemas.microsoft.com/office/drawing/2014/main" id="{6F8B5D74-9959-0E3C-72B0-20A17DEBC09C}"/>
              </a:ext>
            </a:extLst>
          </p:cNvPr>
          <p:cNvSpPr>
            <a:spLocks noGrp="1"/>
          </p:cNvSpPr>
          <p:nvPr>
            <p:ph type="body" sz="quarter" idx="15" hasCustomPrompt="1"/>
          </p:nvPr>
        </p:nvSpPr>
        <p:spPr>
          <a:xfrm>
            <a:off x="5110717" y="5039773"/>
            <a:ext cx="1970566" cy="422031"/>
          </a:xfrm>
        </p:spPr>
        <p:txBody>
          <a:bodyPr lIns="0" tIns="0" rIns="0" bIns="0">
            <a:noAutofit/>
          </a:bodyPr>
          <a:lstStyle>
            <a:lvl1pPr marL="0" indent="0" algn="ctr">
              <a:lnSpc>
                <a:spcPct val="100000"/>
              </a:lnSpc>
              <a:spcBef>
                <a:spcPts val="0"/>
              </a:spcBef>
              <a:spcAft>
                <a:spcPts val="600"/>
              </a:spcAft>
              <a:buFont typeface="DM Sans" panose="020B0604020202020204" pitchFamily="34" charset="0"/>
              <a:buNone/>
              <a:defRPr sz="6200">
                <a:latin typeface="+mn-lt"/>
              </a:defRPr>
            </a:lvl1pPr>
          </a:lstStyle>
          <a:p>
            <a:pPr lvl="0"/>
            <a:r>
              <a:rPr lang="en-US">
                <a:effectLst/>
              </a:rPr>
              <a:t>“</a:t>
            </a:r>
            <a:endParaRPr lang="en-US"/>
          </a:p>
        </p:txBody>
      </p:sp>
      <p:sp>
        <p:nvSpPr>
          <p:cNvPr id="18" name="TextBox 17">
            <a:extLst>
              <a:ext uri="{FF2B5EF4-FFF2-40B4-BE49-F238E27FC236}">
                <a16:creationId xmlns:a16="http://schemas.microsoft.com/office/drawing/2014/main" id="{1C9374E1-E8D3-09ED-3D5A-65796AF5F6CB}"/>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tx1"/>
                </a:solidFill>
                <a:latin typeface="+mn-lt"/>
              </a:rPr>
              <a:t>‹#›</a:t>
            </a:fld>
            <a:endParaRPr lang="en-US" sz="800" b="1" i="0" dirty="0">
              <a:solidFill>
                <a:schemeClr val="tx1"/>
              </a:solidFill>
              <a:latin typeface="+mn-lt"/>
            </a:endParaRPr>
          </a:p>
        </p:txBody>
      </p:sp>
      <p:sp>
        <p:nvSpPr>
          <p:cNvPr id="3" name="TextBox 2">
            <a:extLst>
              <a:ext uri="{FF2B5EF4-FFF2-40B4-BE49-F238E27FC236}">
                <a16:creationId xmlns:a16="http://schemas.microsoft.com/office/drawing/2014/main" id="{70BD29D6-F00A-110E-29D7-DE047900467A}"/>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Tree>
    <p:extLst>
      <p:ext uri="{BB962C8B-B14F-4D97-AF65-F5344CB8AC3E}">
        <p14:creationId xmlns:p14="http://schemas.microsoft.com/office/powerpoint/2010/main" val="1051213029"/>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o Image Slide Dark">
    <p:bg>
      <p:bgPr>
        <a:solidFill>
          <a:srgbClr val="000000"/>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166FB2AF-A389-7F77-3116-1C5282A5E98C}"/>
              </a:ext>
            </a:extLst>
          </p:cNvPr>
          <p:cNvGrpSpPr/>
          <p:nvPr userDrawn="1"/>
        </p:nvGrpSpPr>
        <p:grpSpPr>
          <a:xfrm>
            <a:off x="0" y="-12701"/>
            <a:ext cx="11417300" cy="1297890"/>
            <a:chOff x="0" y="-12701"/>
            <a:chExt cx="11417300" cy="1297890"/>
          </a:xfrm>
        </p:grpSpPr>
        <p:sp>
          <p:nvSpPr>
            <p:cNvPr id="14" name="Process 4">
              <a:extLst>
                <a:ext uri="{FF2B5EF4-FFF2-40B4-BE49-F238E27FC236}">
                  <a16:creationId xmlns:a16="http://schemas.microsoft.com/office/drawing/2014/main" id="{8F4C2211-7CB5-C70D-1284-39649339001B}"/>
                </a:ext>
              </a:extLst>
            </p:cNvPr>
            <p:cNvSpPr/>
            <p:nvPr/>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rgbClr val="20004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sp>
          <p:nvSpPr>
            <p:cNvPr id="15" name="Arc 11">
              <a:extLst>
                <a:ext uri="{FF2B5EF4-FFF2-40B4-BE49-F238E27FC236}">
                  <a16:creationId xmlns:a16="http://schemas.microsoft.com/office/drawing/2014/main" id="{2CE2B91F-E315-0D71-456A-3DFA5DC698CF}"/>
                </a:ext>
              </a:extLst>
            </p:cNvPr>
            <p:cNvSpPr/>
            <p:nvPr/>
          </p:nvSpPr>
          <p:spPr>
            <a:xfrm>
              <a:off x="9266237" y="15189"/>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noFill/>
            <a:ln w="9525" cap="flat" cmpd="sng" algn="ctr">
              <a:solidFill>
                <a:srgbClr val="7519F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sp>
          <p:nvSpPr>
            <p:cNvPr id="17" name="Arc 11">
              <a:extLst>
                <a:ext uri="{FF2B5EF4-FFF2-40B4-BE49-F238E27FC236}">
                  <a16:creationId xmlns:a16="http://schemas.microsoft.com/office/drawing/2014/main" id="{B52FA3C9-B4B7-9A40-7A81-EA497B68A75B}"/>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noFill/>
            <a:ln w="9525" cap="flat" cmpd="sng" algn="ctr">
              <a:solidFill>
                <a:srgbClr val="7D76F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grpSp>
      <p:pic>
        <p:nvPicPr>
          <p:cNvPr id="19" name="Graphic 18">
            <a:extLst>
              <a:ext uri="{FF2B5EF4-FFF2-40B4-BE49-F238E27FC236}">
                <a16:creationId xmlns:a16="http://schemas.microsoft.com/office/drawing/2014/main" id="{31DBA8C3-018D-2B8E-584C-9E497C806EF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10607" y="222069"/>
            <a:ext cx="1318093" cy="323306"/>
          </a:xfrm>
          <a:prstGeom prst="rect">
            <a:avLst/>
          </a:prstGeom>
        </p:spPr>
      </p:pic>
      <p:sp>
        <p:nvSpPr>
          <p:cNvPr id="6" name="TextBox 5">
            <a:extLst>
              <a:ext uri="{FF2B5EF4-FFF2-40B4-BE49-F238E27FC236}">
                <a16:creationId xmlns:a16="http://schemas.microsoft.com/office/drawing/2014/main" id="{8AEEDF4D-2269-96E9-D733-9E84374018E8}"/>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bg1"/>
                </a:solidFill>
                <a:latin typeface="+mn-lt"/>
              </a:rPr>
              <a:t>‹#›</a:t>
            </a:fld>
            <a:endParaRPr lang="en-US" sz="800" b="1" i="0" dirty="0">
              <a:solidFill>
                <a:schemeClr val="bg1"/>
              </a:solidFill>
              <a:latin typeface="+mn-lt"/>
            </a:endParaRPr>
          </a:p>
        </p:txBody>
      </p:sp>
      <p:sp>
        <p:nvSpPr>
          <p:cNvPr id="8" name="Content Placeholder 3">
            <a:extLst>
              <a:ext uri="{FF2B5EF4-FFF2-40B4-BE49-F238E27FC236}">
                <a16:creationId xmlns:a16="http://schemas.microsoft.com/office/drawing/2014/main" id="{98D18614-36CE-E514-59E8-72D34BC7F7CE}"/>
              </a:ext>
            </a:extLst>
          </p:cNvPr>
          <p:cNvSpPr>
            <a:spLocks noGrp="1"/>
          </p:cNvSpPr>
          <p:nvPr>
            <p:ph sz="quarter" idx="14"/>
          </p:nvPr>
        </p:nvSpPr>
        <p:spPr>
          <a:xfrm>
            <a:off x="407988" y="1690688"/>
            <a:ext cx="11420475" cy="4646612"/>
          </a:xfrm>
        </p:spPr>
        <p:txBody>
          <a:bodyPr/>
          <a:lstStyle>
            <a:lvl1pPr marL="45720" indent="0">
              <a:buNone/>
              <a:defRPr sz="1400">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16">
            <a:extLst>
              <a:ext uri="{FF2B5EF4-FFF2-40B4-BE49-F238E27FC236}">
                <a16:creationId xmlns:a16="http://schemas.microsoft.com/office/drawing/2014/main" id="{9988A68D-4E39-68C3-0042-8CE3B6D76060}"/>
              </a:ext>
            </a:extLst>
          </p:cNvPr>
          <p:cNvSpPr>
            <a:spLocks noGrp="1"/>
          </p:cNvSpPr>
          <p:nvPr>
            <p:ph type="body" sz="quarter" idx="12" hasCustomPrompt="1"/>
          </p:nvPr>
        </p:nvSpPr>
        <p:spPr>
          <a:xfrm>
            <a:off x="449351" y="398928"/>
            <a:ext cx="8405486" cy="381001"/>
          </a:xfrm>
          <a:prstGeom prst="rect">
            <a:avLst/>
          </a:prstGeom>
        </p:spPr>
        <p:txBody>
          <a:bodyPr anchor="ctr">
            <a:noAutofit/>
          </a:bodyPr>
          <a:lstStyle>
            <a:lvl1pPr marL="45720" indent="0">
              <a:buNone/>
              <a:defRPr sz="2200" b="1" i="0">
                <a:solidFill>
                  <a:schemeClr val="bg1"/>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3" name="TextBox 2">
            <a:extLst>
              <a:ext uri="{FF2B5EF4-FFF2-40B4-BE49-F238E27FC236}">
                <a16:creationId xmlns:a16="http://schemas.microsoft.com/office/drawing/2014/main" id="{8B2C8A60-7577-C6A9-72AD-4233F466349E}"/>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bg1"/>
                </a:solidFill>
                <a:latin typeface="+mn-lt"/>
              </a:rPr>
              <a:t>©2026 EXTREME NETWORKS, INC. ALL RIGHTS RESERVED.</a:t>
            </a:r>
          </a:p>
        </p:txBody>
      </p:sp>
    </p:spTree>
    <p:extLst>
      <p:ext uri="{BB962C8B-B14F-4D97-AF65-F5344CB8AC3E}">
        <p14:creationId xmlns:p14="http://schemas.microsoft.com/office/powerpoint/2010/main" val="3836765075"/>
      </p:ext>
    </p:extLst>
  </p:cSld>
  <p:clrMapOvr>
    <a:masterClrMapping/>
  </p:clrMapOvr>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ubhead Dark">
    <p:bg>
      <p:bgPr>
        <a:solidFill>
          <a:srgbClr val="000000"/>
        </a:solid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D3E7463E-6C72-6E10-D5F1-745478CD2C98}"/>
              </a:ext>
            </a:extLst>
          </p:cNvPr>
          <p:cNvGrpSpPr/>
          <p:nvPr userDrawn="1"/>
        </p:nvGrpSpPr>
        <p:grpSpPr>
          <a:xfrm>
            <a:off x="0" y="-12701"/>
            <a:ext cx="11417300" cy="1297890"/>
            <a:chOff x="0" y="-12701"/>
            <a:chExt cx="11417300" cy="1297890"/>
          </a:xfrm>
        </p:grpSpPr>
        <p:sp>
          <p:nvSpPr>
            <p:cNvPr id="15" name="Process 4">
              <a:extLst>
                <a:ext uri="{FF2B5EF4-FFF2-40B4-BE49-F238E27FC236}">
                  <a16:creationId xmlns:a16="http://schemas.microsoft.com/office/drawing/2014/main" id="{F18C3AE9-3FB3-D964-7E29-35EB9BDB035B}"/>
                </a:ext>
              </a:extLst>
            </p:cNvPr>
            <p:cNvSpPr/>
            <p:nvPr/>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rgbClr val="20004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sp>
          <p:nvSpPr>
            <p:cNvPr id="17" name="Arc 11">
              <a:extLst>
                <a:ext uri="{FF2B5EF4-FFF2-40B4-BE49-F238E27FC236}">
                  <a16:creationId xmlns:a16="http://schemas.microsoft.com/office/drawing/2014/main" id="{6877E04D-B49E-0909-95D6-BA56951D23BF}"/>
                </a:ext>
              </a:extLst>
            </p:cNvPr>
            <p:cNvSpPr/>
            <p:nvPr/>
          </p:nvSpPr>
          <p:spPr>
            <a:xfrm>
              <a:off x="9266237" y="15189"/>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noFill/>
            <a:ln w="9525" cap="flat" cmpd="sng" algn="ctr">
              <a:solidFill>
                <a:srgbClr val="7519F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sp>
          <p:nvSpPr>
            <p:cNvPr id="19" name="Arc 11">
              <a:extLst>
                <a:ext uri="{FF2B5EF4-FFF2-40B4-BE49-F238E27FC236}">
                  <a16:creationId xmlns:a16="http://schemas.microsoft.com/office/drawing/2014/main" id="{3B14B014-4A71-DB41-E14F-A6FCD45AD09E}"/>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noFill/>
            <a:ln w="9525" cap="flat" cmpd="sng" algn="ctr">
              <a:solidFill>
                <a:srgbClr val="7D76F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grpSp>
      <p:pic>
        <p:nvPicPr>
          <p:cNvPr id="20" name="Graphic 19">
            <a:extLst>
              <a:ext uri="{FF2B5EF4-FFF2-40B4-BE49-F238E27FC236}">
                <a16:creationId xmlns:a16="http://schemas.microsoft.com/office/drawing/2014/main" id="{81325A0F-F05D-4ECA-A448-F2956B1994D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10607" y="222069"/>
            <a:ext cx="1318093" cy="323306"/>
          </a:xfrm>
          <a:prstGeom prst="rect">
            <a:avLst/>
          </a:prstGeom>
        </p:spPr>
      </p:pic>
      <p:sp>
        <p:nvSpPr>
          <p:cNvPr id="7" name="TextBox 6">
            <a:extLst>
              <a:ext uri="{FF2B5EF4-FFF2-40B4-BE49-F238E27FC236}">
                <a16:creationId xmlns:a16="http://schemas.microsoft.com/office/drawing/2014/main" id="{870B19D4-ACAC-2EAB-7C9F-D3A1DCAA69CF}"/>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bg1"/>
                </a:solidFill>
                <a:latin typeface="+mn-lt"/>
              </a:rPr>
              <a:t>‹#›</a:t>
            </a:fld>
            <a:endParaRPr lang="en-US" sz="800" b="1" i="0" dirty="0">
              <a:solidFill>
                <a:schemeClr val="bg1"/>
              </a:solidFill>
              <a:latin typeface="+mn-lt"/>
            </a:endParaRPr>
          </a:p>
        </p:txBody>
      </p:sp>
      <p:sp>
        <p:nvSpPr>
          <p:cNvPr id="8" name="Content Placeholder 3">
            <a:extLst>
              <a:ext uri="{FF2B5EF4-FFF2-40B4-BE49-F238E27FC236}">
                <a16:creationId xmlns:a16="http://schemas.microsoft.com/office/drawing/2014/main" id="{E436307B-E469-C744-14E3-76BA4111B015}"/>
              </a:ext>
            </a:extLst>
          </p:cNvPr>
          <p:cNvSpPr>
            <a:spLocks noGrp="1"/>
          </p:cNvSpPr>
          <p:nvPr>
            <p:ph sz="quarter" idx="14"/>
          </p:nvPr>
        </p:nvSpPr>
        <p:spPr>
          <a:xfrm>
            <a:off x="407988" y="1690688"/>
            <a:ext cx="11420475" cy="4646612"/>
          </a:xfrm>
        </p:spPr>
        <p:txBody>
          <a:bodyPr/>
          <a:lstStyle>
            <a:lvl1pPr marL="45720" indent="0">
              <a:buNone/>
              <a:defRPr sz="1400">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16">
            <a:extLst>
              <a:ext uri="{FF2B5EF4-FFF2-40B4-BE49-F238E27FC236}">
                <a16:creationId xmlns:a16="http://schemas.microsoft.com/office/drawing/2014/main" id="{34E093C7-C284-3689-6C2F-A6E9CE8167C2}"/>
              </a:ext>
            </a:extLst>
          </p:cNvPr>
          <p:cNvSpPr>
            <a:spLocks noGrp="1"/>
          </p:cNvSpPr>
          <p:nvPr>
            <p:ph type="body" sz="quarter" idx="15" hasCustomPrompt="1"/>
          </p:nvPr>
        </p:nvSpPr>
        <p:spPr>
          <a:xfrm>
            <a:off x="449351" y="380998"/>
            <a:ext cx="8260696" cy="381001"/>
          </a:xfrm>
          <a:prstGeom prst="rect">
            <a:avLst/>
          </a:prstGeom>
        </p:spPr>
        <p:txBody>
          <a:bodyPr anchor="b">
            <a:noAutofit/>
          </a:bodyPr>
          <a:lstStyle>
            <a:lvl1pPr marL="45720" indent="0">
              <a:buNone/>
              <a:defRPr sz="2200" b="1" i="0">
                <a:solidFill>
                  <a:schemeClr val="bg1"/>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3" name="Text Placeholder 16">
            <a:extLst>
              <a:ext uri="{FF2B5EF4-FFF2-40B4-BE49-F238E27FC236}">
                <a16:creationId xmlns:a16="http://schemas.microsoft.com/office/drawing/2014/main" id="{4F76139F-B71E-45D3-5DBA-793E53A48950}"/>
              </a:ext>
            </a:extLst>
          </p:cNvPr>
          <p:cNvSpPr>
            <a:spLocks noGrp="1"/>
          </p:cNvSpPr>
          <p:nvPr>
            <p:ph type="body" sz="quarter" idx="16" hasCustomPrompt="1"/>
          </p:nvPr>
        </p:nvSpPr>
        <p:spPr>
          <a:xfrm>
            <a:off x="449351" y="837300"/>
            <a:ext cx="8260696" cy="381001"/>
          </a:xfrm>
          <a:prstGeom prst="rect">
            <a:avLst/>
          </a:prstGeom>
        </p:spPr>
        <p:txBody>
          <a:bodyPr anchor="t">
            <a:noAutofit/>
          </a:bodyPr>
          <a:lstStyle>
            <a:lvl1pPr marL="45720" indent="0">
              <a:buNone/>
              <a:defRPr sz="1400" b="0" i="0">
                <a:solidFill>
                  <a:schemeClr val="bg1"/>
                </a:solidFill>
                <a:latin typeface="DM Sans Medium" pitchFamily="50" charset="0"/>
              </a:defRPr>
            </a:lvl1pPr>
            <a:lvl2pPr>
              <a:defRPr sz="3400"/>
            </a:lvl2pPr>
            <a:lvl3pPr>
              <a:defRPr sz="3400"/>
            </a:lvl3pPr>
            <a:lvl4pPr>
              <a:defRPr sz="3400"/>
            </a:lvl4pPr>
            <a:lvl5pPr>
              <a:defRPr sz="3400"/>
            </a:lvl5pPr>
          </a:lstStyle>
          <a:p>
            <a:pPr lvl="0"/>
            <a:r>
              <a:rPr lang="en-US" dirty="0"/>
              <a:t>Title Goes Here (H2*)</a:t>
            </a:r>
          </a:p>
        </p:txBody>
      </p:sp>
      <p:sp>
        <p:nvSpPr>
          <p:cNvPr id="4" name="TextBox 3">
            <a:extLst>
              <a:ext uri="{FF2B5EF4-FFF2-40B4-BE49-F238E27FC236}">
                <a16:creationId xmlns:a16="http://schemas.microsoft.com/office/drawing/2014/main" id="{55717FCF-0EDA-99D4-35A6-AC3977C7D62C}"/>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bg1"/>
                </a:solidFill>
                <a:latin typeface="+mn-lt"/>
              </a:rPr>
              <a:t>©2026 EXTREME NETWORKS, INC. ALL RIGHTS RESERVED.</a:t>
            </a:r>
          </a:p>
        </p:txBody>
      </p:sp>
    </p:spTree>
    <p:extLst>
      <p:ext uri="{BB962C8B-B14F-4D97-AF65-F5344CB8AC3E}">
        <p14:creationId xmlns:p14="http://schemas.microsoft.com/office/powerpoint/2010/main" val="1132991457"/>
      </p:ext>
    </p:extLst>
  </p:cSld>
  <p:clrMapOvr>
    <a:masterClrMapping/>
  </p:clrMapOvr>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1_Two Column">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6775DF79-B649-8347-BBBD-1C601326F77C}"/>
              </a:ext>
            </a:extLst>
          </p:cNvPr>
          <p:cNvCxnSpPr/>
          <p:nvPr/>
        </p:nvCxnSpPr>
        <p:spPr>
          <a:xfrm>
            <a:off x="6105144" y="1514856"/>
            <a:ext cx="0" cy="4583575"/>
          </a:xfrm>
          <a:prstGeom prst="line">
            <a:avLst/>
          </a:prstGeom>
          <a:ln w="15875" cap="rnd">
            <a:solidFill>
              <a:schemeClr val="tx1">
                <a:lumMod val="50000"/>
                <a:lumOff val="50000"/>
              </a:schemeClr>
            </a:solidFill>
            <a:prstDash val="sysDot"/>
            <a:round/>
          </a:ln>
        </p:spPr>
        <p:style>
          <a:lnRef idx="1">
            <a:schemeClr val="accent1"/>
          </a:lnRef>
          <a:fillRef idx="0">
            <a:schemeClr val="accent1"/>
          </a:fillRef>
          <a:effectRef idx="0">
            <a:schemeClr val="accent1"/>
          </a:effectRef>
          <a:fontRef idx="minor">
            <a:schemeClr val="tx1"/>
          </a:fontRef>
        </p:style>
      </p:cxnSp>
      <p:pic>
        <p:nvPicPr>
          <p:cNvPr id="19" name="Graphic 18">
            <a:extLst>
              <a:ext uri="{FF2B5EF4-FFF2-40B4-BE49-F238E27FC236}">
                <a16:creationId xmlns:a16="http://schemas.microsoft.com/office/drawing/2014/main" id="{81A9DD4A-D612-2EE4-06BF-B91A5BE7A50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10607" y="222069"/>
            <a:ext cx="1318093" cy="323306"/>
          </a:xfrm>
          <a:prstGeom prst="rect">
            <a:avLst/>
          </a:prstGeom>
        </p:spPr>
      </p:pic>
      <p:grpSp>
        <p:nvGrpSpPr>
          <p:cNvPr id="20" name="Group 19">
            <a:extLst>
              <a:ext uri="{FF2B5EF4-FFF2-40B4-BE49-F238E27FC236}">
                <a16:creationId xmlns:a16="http://schemas.microsoft.com/office/drawing/2014/main" id="{1250F48C-B7FE-F36C-C299-A89DB8E134EC}"/>
              </a:ext>
            </a:extLst>
          </p:cNvPr>
          <p:cNvGrpSpPr/>
          <p:nvPr userDrawn="1"/>
        </p:nvGrpSpPr>
        <p:grpSpPr>
          <a:xfrm>
            <a:off x="0" y="-12701"/>
            <a:ext cx="11417300" cy="1275984"/>
            <a:chOff x="0" y="-12701"/>
            <a:chExt cx="11417300" cy="1275984"/>
          </a:xfrm>
        </p:grpSpPr>
        <p:sp>
          <p:nvSpPr>
            <p:cNvPr id="21" name="Process 4">
              <a:extLst>
                <a:ext uri="{FF2B5EF4-FFF2-40B4-BE49-F238E27FC236}">
                  <a16:creationId xmlns:a16="http://schemas.microsoft.com/office/drawing/2014/main" id="{F2428BD8-F9E4-0F47-14EA-442077C642BB}"/>
                </a:ext>
              </a:extLst>
            </p:cNvPr>
            <p:cNvSpPr/>
            <p:nvPr/>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mn-lt"/>
              </a:endParaRPr>
            </a:p>
          </p:txBody>
        </p:sp>
        <p:sp>
          <p:nvSpPr>
            <p:cNvPr id="22" name="Arc 11">
              <a:extLst>
                <a:ext uri="{FF2B5EF4-FFF2-40B4-BE49-F238E27FC236}">
                  <a16:creationId xmlns:a16="http://schemas.microsoft.com/office/drawing/2014/main" id="{F288EA1F-93FA-A343-719B-1E2F434AC7F7}"/>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i="0">
                <a:latin typeface="+mn-lt"/>
              </a:endParaRPr>
            </a:p>
          </p:txBody>
        </p:sp>
        <p:sp>
          <p:nvSpPr>
            <p:cNvPr id="23" name="Arc 11">
              <a:extLst>
                <a:ext uri="{FF2B5EF4-FFF2-40B4-BE49-F238E27FC236}">
                  <a16:creationId xmlns:a16="http://schemas.microsoft.com/office/drawing/2014/main" id="{14DAE8DB-3A28-6FA6-019D-7F5815041F14}"/>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i="0">
                <a:latin typeface="+mn-lt"/>
              </a:endParaRPr>
            </a:p>
          </p:txBody>
        </p:sp>
      </p:grpSp>
      <p:sp>
        <p:nvSpPr>
          <p:cNvPr id="7" name="TextBox 6">
            <a:extLst>
              <a:ext uri="{FF2B5EF4-FFF2-40B4-BE49-F238E27FC236}">
                <a16:creationId xmlns:a16="http://schemas.microsoft.com/office/drawing/2014/main" id="{5F59F32A-E02E-1876-8810-7055CE127AC3}"/>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tx1"/>
                </a:solidFill>
                <a:latin typeface="+mn-lt"/>
              </a:rPr>
              <a:t>‹#›</a:t>
            </a:fld>
            <a:endParaRPr lang="en-US" sz="800" b="1" i="0" dirty="0">
              <a:solidFill>
                <a:schemeClr val="tx1"/>
              </a:solidFill>
              <a:latin typeface="+mn-lt"/>
            </a:endParaRPr>
          </a:p>
        </p:txBody>
      </p:sp>
      <p:sp>
        <p:nvSpPr>
          <p:cNvPr id="12" name="Content Placeholder 11">
            <a:extLst>
              <a:ext uri="{FF2B5EF4-FFF2-40B4-BE49-F238E27FC236}">
                <a16:creationId xmlns:a16="http://schemas.microsoft.com/office/drawing/2014/main" id="{C2736DBF-9522-A76E-5154-47516E33E0DA}"/>
              </a:ext>
            </a:extLst>
          </p:cNvPr>
          <p:cNvSpPr>
            <a:spLocks noGrp="1"/>
          </p:cNvSpPr>
          <p:nvPr>
            <p:ph sz="quarter" idx="18"/>
          </p:nvPr>
        </p:nvSpPr>
        <p:spPr>
          <a:xfrm>
            <a:off x="403225" y="1508125"/>
            <a:ext cx="5581650" cy="459581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11">
            <a:extLst>
              <a:ext uri="{FF2B5EF4-FFF2-40B4-BE49-F238E27FC236}">
                <a16:creationId xmlns:a16="http://schemas.microsoft.com/office/drawing/2014/main" id="{65467A67-9348-30E9-5003-C64B302AA9C4}"/>
              </a:ext>
            </a:extLst>
          </p:cNvPr>
          <p:cNvSpPr>
            <a:spLocks noGrp="1"/>
          </p:cNvSpPr>
          <p:nvPr>
            <p:ph sz="quarter" idx="19"/>
          </p:nvPr>
        </p:nvSpPr>
        <p:spPr>
          <a:xfrm>
            <a:off x="6248400" y="1508125"/>
            <a:ext cx="5581650" cy="459581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16">
            <a:extLst>
              <a:ext uri="{FF2B5EF4-FFF2-40B4-BE49-F238E27FC236}">
                <a16:creationId xmlns:a16="http://schemas.microsoft.com/office/drawing/2014/main" id="{0FBAFBFE-82C5-F900-9661-0AE0D4A8F36D}"/>
              </a:ext>
            </a:extLst>
          </p:cNvPr>
          <p:cNvSpPr>
            <a:spLocks noGrp="1"/>
          </p:cNvSpPr>
          <p:nvPr>
            <p:ph type="body" sz="quarter" idx="12" hasCustomPrompt="1"/>
          </p:nvPr>
        </p:nvSpPr>
        <p:spPr>
          <a:xfrm>
            <a:off x="449351" y="398928"/>
            <a:ext cx="8405486" cy="381001"/>
          </a:xfrm>
          <a:prstGeom prst="rect">
            <a:avLst/>
          </a:prstGeom>
        </p:spPr>
        <p:txBody>
          <a:bodyPr anchor="ctr">
            <a:noAutofit/>
          </a:bodyPr>
          <a:lstStyle>
            <a:lvl1pPr marL="45720" indent="0">
              <a:buNone/>
              <a:defRPr sz="2200" b="1" i="0">
                <a:solidFill>
                  <a:srgbClr val="440099"/>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2" name="TextBox 1">
            <a:extLst>
              <a:ext uri="{FF2B5EF4-FFF2-40B4-BE49-F238E27FC236}">
                <a16:creationId xmlns:a16="http://schemas.microsoft.com/office/drawing/2014/main" id="{FA9093D7-F265-73F5-5445-F64AEF6A3F59}"/>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Tree>
    <p:extLst>
      <p:ext uri="{BB962C8B-B14F-4D97-AF65-F5344CB8AC3E}">
        <p14:creationId xmlns:p14="http://schemas.microsoft.com/office/powerpoint/2010/main" val="1014543882"/>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guide id="3" pos="480">
          <p15:clr>
            <a:srgbClr val="FBAE40"/>
          </p15:clr>
        </p15:guide>
        <p15:guide id="4" pos="720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1_Two Column Subhea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6775DF79-B649-8347-BBBD-1C601326F77C}"/>
              </a:ext>
            </a:extLst>
          </p:cNvPr>
          <p:cNvCxnSpPr/>
          <p:nvPr/>
        </p:nvCxnSpPr>
        <p:spPr>
          <a:xfrm>
            <a:off x="6105144" y="1514856"/>
            <a:ext cx="0" cy="4583575"/>
          </a:xfrm>
          <a:prstGeom prst="line">
            <a:avLst/>
          </a:prstGeom>
          <a:ln w="15875" cap="rnd">
            <a:solidFill>
              <a:schemeClr val="tx1">
                <a:lumMod val="50000"/>
                <a:lumOff val="50000"/>
              </a:schemeClr>
            </a:solidFill>
            <a:prstDash val="sysDot"/>
            <a:round/>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C2E35EA0-B57D-BB52-B361-66FCC7BE9BC0}"/>
              </a:ext>
            </a:extLst>
          </p:cNvPr>
          <p:cNvGrpSpPr/>
          <p:nvPr userDrawn="1"/>
        </p:nvGrpSpPr>
        <p:grpSpPr>
          <a:xfrm>
            <a:off x="0" y="-12701"/>
            <a:ext cx="11417300" cy="1275984"/>
            <a:chOff x="0" y="-12701"/>
            <a:chExt cx="11417300" cy="1275984"/>
          </a:xfrm>
        </p:grpSpPr>
        <p:sp>
          <p:nvSpPr>
            <p:cNvPr id="27" name="Process 4">
              <a:extLst>
                <a:ext uri="{FF2B5EF4-FFF2-40B4-BE49-F238E27FC236}">
                  <a16:creationId xmlns:a16="http://schemas.microsoft.com/office/drawing/2014/main" id="{FD255C78-C9C8-5037-F987-B17B05286E75}"/>
                </a:ext>
              </a:extLst>
            </p:cNvPr>
            <p:cNvSpPr/>
            <p:nvPr/>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mn-lt"/>
              </a:endParaRPr>
            </a:p>
          </p:txBody>
        </p:sp>
        <p:sp>
          <p:nvSpPr>
            <p:cNvPr id="28" name="Arc 11">
              <a:extLst>
                <a:ext uri="{FF2B5EF4-FFF2-40B4-BE49-F238E27FC236}">
                  <a16:creationId xmlns:a16="http://schemas.microsoft.com/office/drawing/2014/main" id="{A520620E-655B-594D-9F97-EFF59A75AED2}"/>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i="0">
                <a:latin typeface="+mn-lt"/>
              </a:endParaRPr>
            </a:p>
          </p:txBody>
        </p:sp>
        <p:sp>
          <p:nvSpPr>
            <p:cNvPr id="29" name="Arc 11">
              <a:extLst>
                <a:ext uri="{FF2B5EF4-FFF2-40B4-BE49-F238E27FC236}">
                  <a16:creationId xmlns:a16="http://schemas.microsoft.com/office/drawing/2014/main" id="{FF2FC93B-03F7-50A6-E9C3-A902365D5E3D}"/>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i="0">
                <a:latin typeface="+mn-lt"/>
              </a:endParaRPr>
            </a:p>
          </p:txBody>
        </p:sp>
      </p:grpSp>
      <p:pic>
        <p:nvPicPr>
          <p:cNvPr id="30" name="Graphic 29">
            <a:extLst>
              <a:ext uri="{FF2B5EF4-FFF2-40B4-BE49-F238E27FC236}">
                <a16:creationId xmlns:a16="http://schemas.microsoft.com/office/drawing/2014/main" id="{871AD727-6DB1-101E-0F1D-88F4789120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10607" y="222069"/>
            <a:ext cx="1318093" cy="323306"/>
          </a:xfrm>
          <a:prstGeom prst="rect">
            <a:avLst/>
          </a:prstGeom>
        </p:spPr>
      </p:pic>
      <p:sp>
        <p:nvSpPr>
          <p:cNvPr id="8" name="TextBox 7">
            <a:extLst>
              <a:ext uri="{FF2B5EF4-FFF2-40B4-BE49-F238E27FC236}">
                <a16:creationId xmlns:a16="http://schemas.microsoft.com/office/drawing/2014/main" id="{01FE4867-209E-89A2-46BD-C53C0091D3E9}"/>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tx1"/>
                </a:solidFill>
                <a:latin typeface="+mn-lt"/>
              </a:rPr>
              <a:t>‹#›</a:t>
            </a:fld>
            <a:endParaRPr lang="en-US" sz="800" b="1" i="0" dirty="0">
              <a:solidFill>
                <a:schemeClr val="tx1"/>
              </a:solidFill>
              <a:latin typeface="+mn-lt"/>
            </a:endParaRPr>
          </a:p>
        </p:txBody>
      </p:sp>
      <p:sp>
        <p:nvSpPr>
          <p:cNvPr id="9" name="Content Placeholder 11">
            <a:extLst>
              <a:ext uri="{FF2B5EF4-FFF2-40B4-BE49-F238E27FC236}">
                <a16:creationId xmlns:a16="http://schemas.microsoft.com/office/drawing/2014/main" id="{BF8C8D60-A1B5-427E-FFEC-00123207FF5B}"/>
              </a:ext>
            </a:extLst>
          </p:cNvPr>
          <p:cNvSpPr>
            <a:spLocks noGrp="1"/>
          </p:cNvSpPr>
          <p:nvPr>
            <p:ph sz="quarter" idx="18"/>
          </p:nvPr>
        </p:nvSpPr>
        <p:spPr>
          <a:xfrm>
            <a:off x="403225" y="1508125"/>
            <a:ext cx="5581650" cy="459581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1">
            <a:extLst>
              <a:ext uri="{FF2B5EF4-FFF2-40B4-BE49-F238E27FC236}">
                <a16:creationId xmlns:a16="http://schemas.microsoft.com/office/drawing/2014/main" id="{3D9604F9-AFA9-A3E0-D24A-1BF8F84FD4E4}"/>
              </a:ext>
            </a:extLst>
          </p:cNvPr>
          <p:cNvSpPr>
            <a:spLocks noGrp="1"/>
          </p:cNvSpPr>
          <p:nvPr>
            <p:ph sz="quarter" idx="19"/>
          </p:nvPr>
        </p:nvSpPr>
        <p:spPr>
          <a:xfrm>
            <a:off x="6248400" y="1508125"/>
            <a:ext cx="5581650" cy="459581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16">
            <a:extLst>
              <a:ext uri="{FF2B5EF4-FFF2-40B4-BE49-F238E27FC236}">
                <a16:creationId xmlns:a16="http://schemas.microsoft.com/office/drawing/2014/main" id="{D30F9D8A-6C75-A87B-9D06-57471E697BDB}"/>
              </a:ext>
            </a:extLst>
          </p:cNvPr>
          <p:cNvSpPr>
            <a:spLocks noGrp="1"/>
          </p:cNvSpPr>
          <p:nvPr>
            <p:ph type="body" sz="quarter" idx="14" hasCustomPrompt="1"/>
          </p:nvPr>
        </p:nvSpPr>
        <p:spPr>
          <a:xfrm>
            <a:off x="449351" y="380998"/>
            <a:ext cx="8260696" cy="381001"/>
          </a:xfrm>
          <a:prstGeom prst="rect">
            <a:avLst/>
          </a:prstGeom>
        </p:spPr>
        <p:txBody>
          <a:bodyPr anchor="b">
            <a:noAutofit/>
          </a:bodyPr>
          <a:lstStyle>
            <a:lvl1pPr marL="45720" indent="0">
              <a:buNone/>
              <a:defRPr sz="2200" b="1" i="0">
                <a:solidFill>
                  <a:srgbClr val="440099"/>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5" name="Text Placeholder 16">
            <a:extLst>
              <a:ext uri="{FF2B5EF4-FFF2-40B4-BE49-F238E27FC236}">
                <a16:creationId xmlns:a16="http://schemas.microsoft.com/office/drawing/2014/main" id="{724A7292-B2FA-F0D1-CF65-515ABBBF08AF}"/>
              </a:ext>
            </a:extLst>
          </p:cNvPr>
          <p:cNvSpPr>
            <a:spLocks noGrp="1"/>
          </p:cNvSpPr>
          <p:nvPr>
            <p:ph type="body" sz="quarter" idx="15" hasCustomPrompt="1"/>
          </p:nvPr>
        </p:nvSpPr>
        <p:spPr>
          <a:xfrm>
            <a:off x="449351" y="837300"/>
            <a:ext cx="8260696" cy="381001"/>
          </a:xfrm>
          <a:prstGeom prst="rect">
            <a:avLst/>
          </a:prstGeom>
        </p:spPr>
        <p:txBody>
          <a:bodyPr anchor="t">
            <a:noAutofit/>
          </a:bodyPr>
          <a:lstStyle>
            <a:lvl1pPr marL="45720" indent="0">
              <a:buNone/>
              <a:defRPr sz="1400" b="0" i="0">
                <a:solidFill>
                  <a:schemeClr val="tx1"/>
                </a:solidFill>
                <a:latin typeface="DM Sans Medium" pitchFamily="50" charset="0"/>
              </a:defRPr>
            </a:lvl1pPr>
            <a:lvl2pPr>
              <a:defRPr sz="3400"/>
            </a:lvl2pPr>
            <a:lvl3pPr>
              <a:defRPr sz="3400"/>
            </a:lvl3pPr>
            <a:lvl4pPr>
              <a:defRPr sz="3400"/>
            </a:lvl4pPr>
            <a:lvl5pPr>
              <a:defRPr sz="3400"/>
            </a:lvl5pPr>
          </a:lstStyle>
          <a:p>
            <a:pPr lvl="0"/>
            <a:r>
              <a:rPr lang="en-US" dirty="0"/>
              <a:t>Title Goes Here (H2*)</a:t>
            </a:r>
          </a:p>
        </p:txBody>
      </p:sp>
      <p:sp>
        <p:nvSpPr>
          <p:cNvPr id="4" name="TextBox 3">
            <a:extLst>
              <a:ext uri="{FF2B5EF4-FFF2-40B4-BE49-F238E27FC236}">
                <a16:creationId xmlns:a16="http://schemas.microsoft.com/office/drawing/2014/main" id="{5F906A00-D50F-08E5-EFE0-EE74EB3F4F8C}"/>
              </a:ext>
            </a:extLst>
          </p:cNvPr>
          <p:cNvSpPr txBox="1"/>
          <p:nvPr userDrawn="1"/>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Tree>
    <p:extLst>
      <p:ext uri="{BB962C8B-B14F-4D97-AF65-F5344CB8AC3E}">
        <p14:creationId xmlns:p14="http://schemas.microsoft.com/office/powerpoint/2010/main" val="3792276944"/>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guide id="3" pos="480">
          <p15:clr>
            <a:srgbClr val="FBAE40"/>
          </p15:clr>
        </p15:guide>
        <p15:guide id="4" pos="720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1_Two Column Dark">
    <p:bg>
      <p:bgPr>
        <a:solidFill>
          <a:srgbClr val="000000"/>
        </a:solidFill>
        <a:effectLst/>
      </p:bgPr>
    </p:bg>
    <p:spTree>
      <p:nvGrpSpPr>
        <p:cNvPr id="1" name=""/>
        <p:cNvGrpSpPr/>
        <p:nvPr/>
      </p:nvGrpSpPr>
      <p:grpSpPr>
        <a:xfrm>
          <a:off x="0" y="0"/>
          <a:ext cx="0" cy="0"/>
          <a:chOff x="0" y="0"/>
          <a:chExt cx="0" cy="0"/>
        </a:xfrm>
      </p:grpSpPr>
      <p:cxnSp>
        <p:nvCxnSpPr>
          <p:cNvPr id="27" name="Straight Connector 26">
            <a:extLst>
              <a:ext uri="{FF2B5EF4-FFF2-40B4-BE49-F238E27FC236}">
                <a16:creationId xmlns:a16="http://schemas.microsoft.com/office/drawing/2014/main" id="{FD3C25C7-C673-2448-8331-432E05EB28F2}"/>
              </a:ext>
            </a:extLst>
          </p:cNvPr>
          <p:cNvCxnSpPr/>
          <p:nvPr/>
        </p:nvCxnSpPr>
        <p:spPr>
          <a:xfrm>
            <a:off x="6105144" y="1514856"/>
            <a:ext cx="0" cy="4583575"/>
          </a:xfrm>
          <a:prstGeom prst="line">
            <a:avLst/>
          </a:prstGeom>
          <a:ln w="15875"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D5E0D5E3-87D9-D12C-FC92-2928C6971C59}"/>
              </a:ext>
            </a:extLst>
          </p:cNvPr>
          <p:cNvGrpSpPr/>
          <p:nvPr userDrawn="1"/>
        </p:nvGrpSpPr>
        <p:grpSpPr>
          <a:xfrm>
            <a:off x="0" y="-12701"/>
            <a:ext cx="11417300" cy="1297890"/>
            <a:chOff x="0" y="-12701"/>
            <a:chExt cx="11417300" cy="1297890"/>
          </a:xfrm>
        </p:grpSpPr>
        <p:sp>
          <p:nvSpPr>
            <p:cNvPr id="14" name="Process 4">
              <a:extLst>
                <a:ext uri="{FF2B5EF4-FFF2-40B4-BE49-F238E27FC236}">
                  <a16:creationId xmlns:a16="http://schemas.microsoft.com/office/drawing/2014/main" id="{EA00E698-DA27-C1A0-7F38-69D03CBC78DD}"/>
                </a:ext>
              </a:extLst>
            </p:cNvPr>
            <p:cNvSpPr/>
            <p:nvPr/>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rgbClr val="20004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sp>
          <p:nvSpPr>
            <p:cNvPr id="16" name="Arc 11">
              <a:extLst>
                <a:ext uri="{FF2B5EF4-FFF2-40B4-BE49-F238E27FC236}">
                  <a16:creationId xmlns:a16="http://schemas.microsoft.com/office/drawing/2014/main" id="{40AB287B-3BAD-097B-7B74-C443663904AC}"/>
                </a:ext>
              </a:extLst>
            </p:cNvPr>
            <p:cNvSpPr/>
            <p:nvPr/>
          </p:nvSpPr>
          <p:spPr>
            <a:xfrm>
              <a:off x="9266237" y="15189"/>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noFill/>
            <a:ln w="9525" cap="flat" cmpd="sng" algn="ctr">
              <a:solidFill>
                <a:srgbClr val="7519F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sp>
          <p:nvSpPr>
            <p:cNvPr id="17" name="Arc 11">
              <a:extLst>
                <a:ext uri="{FF2B5EF4-FFF2-40B4-BE49-F238E27FC236}">
                  <a16:creationId xmlns:a16="http://schemas.microsoft.com/office/drawing/2014/main" id="{D6C39254-5CD3-E2C6-2A2E-C2DE6CD50497}"/>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noFill/>
            <a:ln w="9525" cap="flat" cmpd="sng" algn="ctr">
              <a:solidFill>
                <a:srgbClr val="7D76F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grpSp>
      <p:pic>
        <p:nvPicPr>
          <p:cNvPr id="18" name="Graphic 17">
            <a:extLst>
              <a:ext uri="{FF2B5EF4-FFF2-40B4-BE49-F238E27FC236}">
                <a16:creationId xmlns:a16="http://schemas.microsoft.com/office/drawing/2014/main" id="{4BF2B528-2857-4956-2AA1-A4446CD3D14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10607" y="222069"/>
            <a:ext cx="1318093" cy="323306"/>
          </a:xfrm>
          <a:prstGeom prst="rect">
            <a:avLst/>
          </a:prstGeom>
        </p:spPr>
      </p:pic>
      <p:sp>
        <p:nvSpPr>
          <p:cNvPr id="6" name="TextBox 5">
            <a:extLst>
              <a:ext uri="{FF2B5EF4-FFF2-40B4-BE49-F238E27FC236}">
                <a16:creationId xmlns:a16="http://schemas.microsoft.com/office/drawing/2014/main" id="{3B98DF20-BF39-F018-66CE-8EF5655B6C4C}"/>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bg1"/>
                </a:solidFill>
                <a:latin typeface="+mn-lt"/>
              </a:rPr>
              <a:t>‹#›</a:t>
            </a:fld>
            <a:endParaRPr lang="en-US" sz="800" b="1" i="0" dirty="0">
              <a:solidFill>
                <a:schemeClr val="bg1"/>
              </a:solidFill>
              <a:latin typeface="+mn-lt"/>
            </a:endParaRPr>
          </a:p>
        </p:txBody>
      </p:sp>
      <p:sp>
        <p:nvSpPr>
          <p:cNvPr id="7" name="Content Placeholder 11">
            <a:extLst>
              <a:ext uri="{FF2B5EF4-FFF2-40B4-BE49-F238E27FC236}">
                <a16:creationId xmlns:a16="http://schemas.microsoft.com/office/drawing/2014/main" id="{AB6D4A6B-8147-ADA5-A799-CCBD6376DC22}"/>
              </a:ext>
            </a:extLst>
          </p:cNvPr>
          <p:cNvSpPr>
            <a:spLocks noGrp="1"/>
          </p:cNvSpPr>
          <p:nvPr>
            <p:ph sz="quarter" idx="18"/>
          </p:nvPr>
        </p:nvSpPr>
        <p:spPr>
          <a:xfrm>
            <a:off x="403225" y="1508125"/>
            <a:ext cx="5581650" cy="4595813"/>
          </a:xfrm>
        </p:spPr>
        <p:txBody>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11">
            <a:extLst>
              <a:ext uri="{FF2B5EF4-FFF2-40B4-BE49-F238E27FC236}">
                <a16:creationId xmlns:a16="http://schemas.microsoft.com/office/drawing/2014/main" id="{6D2A52C2-9D1D-0568-FC1A-B920CDF5D2C1}"/>
              </a:ext>
            </a:extLst>
          </p:cNvPr>
          <p:cNvSpPr>
            <a:spLocks noGrp="1"/>
          </p:cNvSpPr>
          <p:nvPr>
            <p:ph sz="quarter" idx="19"/>
          </p:nvPr>
        </p:nvSpPr>
        <p:spPr>
          <a:xfrm>
            <a:off x="6248400" y="1508125"/>
            <a:ext cx="5581650" cy="4595813"/>
          </a:xfrm>
        </p:spPr>
        <p:txBody>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16">
            <a:extLst>
              <a:ext uri="{FF2B5EF4-FFF2-40B4-BE49-F238E27FC236}">
                <a16:creationId xmlns:a16="http://schemas.microsoft.com/office/drawing/2014/main" id="{79E9FB68-4E80-D9B5-AD5B-8460C633AA72}"/>
              </a:ext>
            </a:extLst>
          </p:cNvPr>
          <p:cNvSpPr>
            <a:spLocks noGrp="1"/>
          </p:cNvSpPr>
          <p:nvPr>
            <p:ph type="body" sz="quarter" idx="12" hasCustomPrompt="1"/>
          </p:nvPr>
        </p:nvSpPr>
        <p:spPr>
          <a:xfrm>
            <a:off x="449351" y="398928"/>
            <a:ext cx="8405486" cy="381001"/>
          </a:xfrm>
          <a:prstGeom prst="rect">
            <a:avLst/>
          </a:prstGeom>
        </p:spPr>
        <p:txBody>
          <a:bodyPr anchor="ctr">
            <a:noAutofit/>
          </a:bodyPr>
          <a:lstStyle>
            <a:lvl1pPr marL="45720" indent="0">
              <a:buNone/>
              <a:defRPr sz="2200" b="1" i="0">
                <a:solidFill>
                  <a:schemeClr val="bg1"/>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2" name="TextBox 1">
            <a:extLst>
              <a:ext uri="{FF2B5EF4-FFF2-40B4-BE49-F238E27FC236}">
                <a16:creationId xmlns:a16="http://schemas.microsoft.com/office/drawing/2014/main" id="{EAB69326-44C2-03E5-DFFC-D700DB0894C0}"/>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bg1"/>
                </a:solidFill>
                <a:latin typeface="+mn-lt"/>
              </a:rPr>
              <a:t>©2026 EXTREME NETWORKS, INC. ALL RIGHTS RESERVED.</a:t>
            </a:r>
          </a:p>
        </p:txBody>
      </p:sp>
    </p:spTree>
    <p:extLst>
      <p:ext uri="{BB962C8B-B14F-4D97-AF65-F5344CB8AC3E}">
        <p14:creationId xmlns:p14="http://schemas.microsoft.com/office/powerpoint/2010/main" val="1636904829"/>
      </p:ext>
    </p:extLst>
  </p:cSld>
  <p:clrMapOvr>
    <a:masterClrMapping/>
  </p:clrMapOvr>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_Two Column Subhead Dark">
    <p:bg>
      <p:bgPr>
        <a:solidFill>
          <a:srgbClr val="000000"/>
        </a:solidFill>
        <a:effectLst/>
      </p:bgPr>
    </p:bg>
    <p:spTree>
      <p:nvGrpSpPr>
        <p:cNvPr id="1" name=""/>
        <p:cNvGrpSpPr/>
        <p:nvPr/>
      </p:nvGrpSpPr>
      <p:grpSpPr>
        <a:xfrm>
          <a:off x="0" y="0"/>
          <a:ext cx="0" cy="0"/>
          <a:chOff x="0" y="0"/>
          <a:chExt cx="0" cy="0"/>
        </a:xfrm>
      </p:grpSpPr>
      <p:cxnSp>
        <p:nvCxnSpPr>
          <p:cNvPr id="27" name="Straight Connector 26">
            <a:extLst>
              <a:ext uri="{FF2B5EF4-FFF2-40B4-BE49-F238E27FC236}">
                <a16:creationId xmlns:a16="http://schemas.microsoft.com/office/drawing/2014/main" id="{FD3C25C7-C673-2448-8331-432E05EB28F2}"/>
              </a:ext>
            </a:extLst>
          </p:cNvPr>
          <p:cNvCxnSpPr/>
          <p:nvPr/>
        </p:nvCxnSpPr>
        <p:spPr>
          <a:xfrm>
            <a:off x="6105144" y="1514856"/>
            <a:ext cx="0" cy="4583575"/>
          </a:xfrm>
          <a:prstGeom prst="line">
            <a:avLst/>
          </a:prstGeom>
          <a:ln w="15875"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3B01268F-AD6C-3AC8-68FA-D186BEE1D9A7}"/>
              </a:ext>
            </a:extLst>
          </p:cNvPr>
          <p:cNvGrpSpPr/>
          <p:nvPr userDrawn="1"/>
        </p:nvGrpSpPr>
        <p:grpSpPr>
          <a:xfrm>
            <a:off x="0" y="-12701"/>
            <a:ext cx="11417300" cy="1297890"/>
            <a:chOff x="0" y="-12701"/>
            <a:chExt cx="11417300" cy="1297890"/>
          </a:xfrm>
        </p:grpSpPr>
        <p:sp>
          <p:nvSpPr>
            <p:cNvPr id="16" name="Process 4">
              <a:extLst>
                <a:ext uri="{FF2B5EF4-FFF2-40B4-BE49-F238E27FC236}">
                  <a16:creationId xmlns:a16="http://schemas.microsoft.com/office/drawing/2014/main" id="{6E70DF37-B4D5-AFFB-077E-38E36D70A8EA}"/>
                </a:ext>
              </a:extLst>
            </p:cNvPr>
            <p:cNvSpPr/>
            <p:nvPr/>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rgbClr val="20004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sp>
          <p:nvSpPr>
            <p:cNvPr id="17" name="Arc 11">
              <a:extLst>
                <a:ext uri="{FF2B5EF4-FFF2-40B4-BE49-F238E27FC236}">
                  <a16:creationId xmlns:a16="http://schemas.microsoft.com/office/drawing/2014/main" id="{F81D1F92-E776-CC18-A131-75B409ABFB40}"/>
                </a:ext>
              </a:extLst>
            </p:cNvPr>
            <p:cNvSpPr/>
            <p:nvPr/>
          </p:nvSpPr>
          <p:spPr>
            <a:xfrm>
              <a:off x="9266237" y="15189"/>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noFill/>
            <a:ln w="9525" cap="flat" cmpd="sng" algn="ctr">
              <a:solidFill>
                <a:srgbClr val="7519F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sp>
          <p:nvSpPr>
            <p:cNvPr id="18" name="Arc 11">
              <a:extLst>
                <a:ext uri="{FF2B5EF4-FFF2-40B4-BE49-F238E27FC236}">
                  <a16:creationId xmlns:a16="http://schemas.microsoft.com/office/drawing/2014/main" id="{B9FFCE78-6408-56AB-C637-FD8BA123E796}"/>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noFill/>
            <a:ln w="9525" cap="flat" cmpd="sng" algn="ctr">
              <a:solidFill>
                <a:srgbClr val="7D76F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grpSp>
      <p:pic>
        <p:nvPicPr>
          <p:cNvPr id="19" name="Graphic 18">
            <a:extLst>
              <a:ext uri="{FF2B5EF4-FFF2-40B4-BE49-F238E27FC236}">
                <a16:creationId xmlns:a16="http://schemas.microsoft.com/office/drawing/2014/main" id="{2E0E0CFC-DD88-024E-0240-7460C9BB49A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10607" y="222069"/>
            <a:ext cx="1318093" cy="323306"/>
          </a:xfrm>
          <a:prstGeom prst="rect">
            <a:avLst/>
          </a:prstGeom>
        </p:spPr>
      </p:pic>
      <p:sp>
        <p:nvSpPr>
          <p:cNvPr id="7" name="TextBox 6">
            <a:extLst>
              <a:ext uri="{FF2B5EF4-FFF2-40B4-BE49-F238E27FC236}">
                <a16:creationId xmlns:a16="http://schemas.microsoft.com/office/drawing/2014/main" id="{FB17B513-6215-DA56-1BFC-9AE36A400B50}"/>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bg1"/>
                </a:solidFill>
                <a:latin typeface="+mn-lt"/>
              </a:rPr>
              <a:t>‹#›</a:t>
            </a:fld>
            <a:endParaRPr lang="en-US" sz="800" b="1" i="0" dirty="0">
              <a:solidFill>
                <a:schemeClr val="bg1"/>
              </a:solidFill>
              <a:latin typeface="+mn-lt"/>
            </a:endParaRPr>
          </a:p>
        </p:txBody>
      </p:sp>
      <p:sp>
        <p:nvSpPr>
          <p:cNvPr id="8" name="Content Placeholder 11">
            <a:extLst>
              <a:ext uri="{FF2B5EF4-FFF2-40B4-BE49-F238E27FC236}">
                <a16:creationId xmlns:a16="http://schemas.microsoft.com/office/drawing/2014/main" id="{BE7B3AF8-8445-8997-B578-37ACD3130ECA}"/>
              </a:ext>
            </a:extLst>
          </p:cNvPr>
          <p:cNvSpPr>
            <a:spLocks noGrp="1"/>
          </p:cNvSpPr>
          <p:nvPr>
            <p:ph sz="quarter" idx="18"/>
          </p:nvPr>
        </p:nvSpPr>
        <p:spPr>
          <a:xfrm>
            <a:off x="403225" y="1508125"/>
            <a:ext cx="5581650" cy="4595813"/>
          </a:xfrm>
        </p:spPr>
        <p:txBody>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11">
            <a:extLst>
              <a:ext uri="{FF2B5EF4-FFF2-40B4-BE49-F238E27FC236}">
                <a16:creationId xmlns:a16="http://schemas.microsoft.com/office/drawing/2014/main" id="{BADAC4A8-AA2B-B9E1-BAD8-1CAC65CC6410}"/>
              </a:ext>
            </a:extLst>
          </p:cNvPr>
          <p:cNvSpPr>
            <a:spLocks noGrp="1"/>
          </p:cNvSpPr>
          <p:nvPr>
            <p:ph sz="quarter" idx="19"/>
          </p:nvPr>
        </p:nvSpPr>
        <p:spPr>
          <a:xfrm>
            <a:off x="6248400" y="1508125"/>
            <a:ext cx="5581650" cy="4595813"/>
          </a:xfrm>
        </p:spPr>
        <p:txBody>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16">
            <a:extLst>
              <a:ext uri="{FF2B5EF4-FFF2-40B4-BE49-F238E27FC236}">
                <a16:creationId xmlns:a16="http://schemas.microsoft.com/office/drawing/2014/main" id="{80E5B7E8-F19F-D248-5D37-8A43C7B3B638}"/>
              </a:ext>
            </a:extLst>
          </p:cNvPr>
          <p:cNvSpPr>
            <a:spLocks noGrp="1"/>
          </p:cNvSpPr>
          <p:nvPr>
            <p:ph type="body" sz="quarter" idx="14" hasCustomPrompt="1"/>
          </p:nvPr>
        </p:nvSpPr>
        <p:spPr>
          <a:xfrm>
            <a:off x="449351" y="380998"/>
            <a:ext cx="8260696" cy="381001"/>
          </a:xfrm>
          <a:prstGeom prst="rect">
            <a:avLst/>
          </a:prstGeom>
        </p:spPr>
        <p:txBody>
          <a:bodyPr anchor="b">
            <a:noAutofit/>
          </a:bodyPr>
          <a:lstStyle>
            <a:lvl1pPr marL="45720" indent="0">
              <a:buNone/>
              <a:defRPr sz="2200" b="1" i="0">
                <a:solidFill>
                  <a:schemeClr val="bg1"/>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3" name="Text Placeholder 16">
            <a:extLst>
              <a:ext uri="{FF2B5EF4-FFF2-40B4-BE49-F238E27FC236}">
                <a16:creationId xmlns:a16="http://schemas.microsoft.com/office/drawing/2014/main" id="{A7456DC8-892F-B224-98EC-C4900E11AF25}"/>
              </a:ext>
            </a:extLst>
          </p:cNvPr>
          <p:cNvSpPr>
            <a:spLocks noGrp="1"/>
          </p:cNvSpPr>
          <p:nvPr>
            <p:ph type="body" sz="quarter" idx="15" hasCustomPrompt="1"/>
          </p:nvPr>
        </p:nvSpPr>
        <p:spPr>
          <a:xfrm>
            <a:off x="449351" y="837300"/>
            <a:ext cx="8260696" cy="381001"/>
          </a:xfrm>
          <a:prstGeom prst="rect">
            <a:avLst/>
          </a:prstGeom>
        </p:spPr>
        <p:txBody>
          <a:bodyPr anchor="t">
            <a:noAutofit/>
          </a:bodyPr>
          <a:lstStyle>
            <a:lvl1pPr marL="45720" indent="0">
              <a:buNone/>
              <a:defRPr sz="1400" b="0" i="0">
                <a:solidFill>
                  <a:schemeClr val="bg1"/>
                </a:solidFill>
                <a:latin typeface="DM Sans Medium" pitchFamily="50" charset="0"/>
              </a:defRPr>
            </a:lvl1pPr>
            <a:lvl2pPr>
              <a:defRPr sz="3400"/>
            </a:lvl2pPr>
            <a:lvl3pPr>
              <a:defRPr sz="3400"/>
            </a:lvl3pPr>
            <a:lvl4pPr>
              <a:defRPr sz="3400"/>
            </a:lvl4pPr>
            <a:lvl5pPr>
              <a:defRPr sz="3400"/>
            </a:lvl5pPr>
          </a:lstStyle>
          <a:p>
            <a:pPr lvl="0"/>
            <a:r>
              <a:rPr lang="en-US" dirty="0"/>
              <a:t>Title Goes Here (H2*)</a:t>
            </a:r>
          </a:p>
        </p:txBody>
      </p:sp>
      <p:sp>
        <p:nvSpPr>
          <p:cNvPr id="4" name="TextBox 3">
            <a:extLst>
              <a:ext uri="{FF2B5EF4-FFF2-40B4-BE49-F238E27FC236}">
                <a16:creationId xmlns:a16="http://schemas.microsoft.com/office/drawing/2014/main" id="{5549D3B4-FAF5-43D7-308F-25DB03C58943}"/>
              </a:ext>
            </a:extLst>
          </p:cNvPr>
          <p:cNvSpPr txBox="1"/>
          <p:nvPr userDrawn="1"/>
        </p:nvSpPr>
        <p:spPr>
          <a:xfrm>
            <a:off x="9362303" y="6561438"/>
            <a:ext cx="2224217" cy="184666"/>
          </a:xfrm>
          <a:prstGeom prst="rect">
            <a:avLst/>
          </a:prstGeom>
          <a:noFill/>
        </p:spPr>
        <p:txBody>
          <a:bodyPr wrap="square" rtlCol="0">
            <a:spAutoFit/>
          </a:bodyPr>
          <a:lstStyle/>
          <a:p>
            <a:pPr algn="r"/>
            <a:r>
              <a:rPr lang="en-US" sz="600" b="0" i="0" dirty="0">
                <a:solidFill>
                  <a:schemeClr val="bg1"/>
                </a:solidFill>
                <a:latin typeface="+mn-lt"/>
              </a:rPr>
              <a:t>©2026 EXTREME NETWORKS, INC. ALL RIGHTS RESERVED.</a:t>
            </a:r>
          </a:p>
        </p:txBody>
      </p:sp>
    </p:spTree>
    <p:extLst>
      <p:ext uri="{BB962C8B-B14F-4D97-AF65-F5344CB8AC3E}">
        <p14:creationId xmlns:p14="http://schemas.microsoft.com/office/powerpoint/2010/main" val="4147482362"/>
      </p:ext>
    </p:extLst>
  </p:cSld>
  <p:clrMapOvr>
    <a:masterClrMapping/>
  </p:clrMapOvr>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1_Three Column">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A7ADE26A-3B82-0DF2-D2EE-E0356F3DAB2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10607" y="222069"/>
            <a:ext cx="1318093" cy="323306"/>
          </a:xfrm>
          <a:prstGeom prst="rect">
            <a:avLst/>
          </a:prstGeom>
        </p:spPr>
      </p:pic>
      <p:cxnSp>
        <p:nvCxnSpPr>
          <p:cNvPr id="15" name="Straight Connector 14">
            <a:extLst>
              <a:ext uri="{FF2B5EF4-FFF2-40B4-BE49-F238E27FC236}">
                <a16:creationId xmlns:a16="http://schemas.microsoft.com/office/drawing/2014/main" id="{B1657F0E-CBD5-CB4B-8F6F-D328E0CB9C3E}"/>
              </a:ext>
            </a:extLst>
          </p:cNvPr>
          <p:cNvCxnSpPr/>
          <p:nvPr/>
        </p:nvCxnSpPr>
        <p:spPr>
          <a:xfrm>
            <a:off x="4194048" y="1524000"/>
            <a:ext cx="0" cy="4583575"/>
          </a:xfrm>
          <a:prstGeom prst="line">
            <a:avLst/>
          </a:prstGeom>
          <a:ln w="15875" cap="rnd">
            <a:solidFill>
              <a:schemeClr val="tx1">
                <a:lumMod val="50000"/>
                <a:lumOff val="50000"/>
              </a:schemeClr>
            </a:solidFill>
            <a:prstDash val="sysDot"/>
            <a:roun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19E57AE-9815-BE4C-B9E8-39A45DEE3D0F}"/>
              </a:ext>
            </a:extLst>
          </p:cNvPr>
          <p:cNvCxnSpPr/>
          <p:nvPr/>
        </p:nvCxnSpPr>
        <p:spPr>
          <a:xfrm>
            <a:off x="8013192" y="1524000"/>
            <a:ext cx="0" cy="4583575"/>
          </a:xfrm>
          <a:prstGeom prst="line">
            <a:avLst/>
          </a:prstGeom>
          <a:ln w="15875" cap="rnd">
            <a:solidFill>
              <a:schemeClr val="tx1">
                <a:lumMod val="50000"/>
                <a:lumOff val="50000"/>
              </a:schemeClr>
            </a:solidFill>
            <a:prstDash val="sysDot"/>
            <a:round/>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9B6D9413-2309-2106-3994-5565DB8D51BF}"/>
              </a:ext>
            </a:extLst>
          </p:cNvPr>
          <p:cNvGrpSpPr/>
          <p:nvPr userDrawn="1"/>
        </p:nvGrpSpPr>
        <p:grpSpPr>
          <a:xfrm>
            <a:off x="0" y="-12701"/>
            <a:ext cx="11417300" cy="1275984"/>
            <a:chOff x="0" y="-12701"/>
            <a:chExt cx="11417300" cy="1275984"/>
          </a:xfrm>
        </p:grpSpPr>
        <p:sp>
          <p:nvSpPr>
            <p:cNvPr id="22" name="Process 4">
              <a:extLst>
                <a:ext uri="{FF2B5EF4-FFF2-40B4-BE49-F238E27FC236}">
                  <a16:creationId xmlns:a16="http://schemas.microsoft.com/office/drawing/2014/main" id="{A088410C-7682-D53B-F19D-0FBBFF85776D}"/>
                </a:ext>
              </a:extLst>
            </p:cNvPr>
            <p:cNvSpPr/>
            <p:nvPr/>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mn-lt"/>
              </a:endParaRPr>
            </a:p>
          </p:txBody>
        </p:sp>
        <p:sp>
          <p:nvSpPr>
            <p:cNvPr id="23" name="Arc 11">
              <a:extLst>
                <a:ext uri="{FF2B5EF4-FFF2-40B4-BE49-F238E27FC236}">
                  <a16:creationId xmlns:a16="http://schemas.microsoft.com/office/drawing/2014/main" id="{CD169775-4E69-7F20-314F-FBD748406570}"/>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i="0">
                <a:latin typeface="+mn-lt"/>
              </a:endParaRPr>
            </a:p>
          </p:txBody>
        </p:sp>
        <p:sp>
          <p:nvSpPr>
            <p:cNvPr id="24" name="Arc 11">
              <a:extLst>
                <a:ext uri="{FF2B5EF4-FFF2-40B4-BE49-F238E27FC236}">
                  <a16:creationId xmlns:a16="http://schemas.microsoft.com/office/drawing/2014/main" id="{57CEA9FB-485B-7E9A-D3CB-1AF1EE92D46B}"/>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i="0">
                <a:latin typeface="+mn-lt"/>
              </a:endParaRPr>
            </a:p>
          </p:txBody>
        </p:sp>
      </p:grpSp>
      <p:sp>
        <p:nvSpPr>
          <p:cNvPr id="7" name="TextBox 6">
            <a:extLst>
              <a:ext uri="{FF2B5EF4-FFF2-40B4-BE49-F238E27FC236}">
                <a16:creationId xmlns:a16="http://schemas.microsoft.com/office/drawing/2014/main" id="{F16AB2C2-1D28-502D-BC0A-B3880CF16FED}"/>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tx1"/>
                </a:solidFill>
                <a:latin typeface="+mn-lt"/>
              </a:rPr>
              <a:t>‹#›</a:t>
            </a:fld>
            <a:endParaRPr lang="en-US" sz="800" b="1" i="0" dirty="0">
              <a:solidFill>
                <a:schemeClr val="tx1"/>
              </a:solidFill>
              <a:latin typeface="+mn-lt"/>
            </a:endParaRPr>
          </a:p>
        </p:txBody>
      </p:sp>
      <p:sp>
        <p:nvSpPr>
          <p:cNvPr id="8" name="Content Placeholder 11">
            <a:extLst>
              <a:ext uri="{FF2B5EF4-FFF2-40B4-BE49-F238E27FC236}">
                <a16:creationId xmlns:a16="http://schemas.microsoft.com/office/drawing/2014/main" id="{A5C17B81-989A-089E-7793-EC5112882539}"/>
              </a:ext>
            </a:extLst>
          </p:cNvPr>
          <p:cNvSpPr>
            <a:spLocks noGrp="1"/>
          </p:cNvSpPr>
          <p:nvPr>
            <p:ph sz="quarter" idx="18"/>
          </p:nvPr>
        </p:nvSpPr>
        <p:spPr>
          <a:xfrm>
            <a:off x="522514" y="1508125"/>
            <a:ext cx="3538846" cy="459581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1">
            <a:extLst>
              <a:ext uri="{FF2B5EF4-FFF2-40B4-BE49-F238E27FC236}">
                <a16:creationId xmlns:a16="http://schemas.microsoft.com/office/drawing/2014/main" id="{6BC44E26-FC97-89AC-A185-2B422BFEF1C3}"/>
              </a:ext>
            </a:extLst>
          </p:cNvPr>
          <p:cNvSpPr>
            <a:spLocks noGrp="1"/>
          </p:cNvSpPr>
          <p:nvPr>
            <p:ph sz="quarter" idx="19"/>
          </p:nvPr>
        </p:nvSpPr>
        <p:spPr>
          <a:xfrm>
            <a:off x="4326576" y="1508125"/>
            <a:ext cx="3558639" cy="459581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1">
            <a:extLst>
              <a:ext uri="{FF2B5EF4-FFF2-40B4-BE49-F238E27FC236}">
                <a16:creationId xmlns:a16="http://schemas.microsoft.com/office/drawing/2014/main" id="{EB3CB64A-DF89-FB8C-6847-CD5BF60CD9D6}"/>
              </a:ext>
            </a:extLst>
          </p:cNvPr>
          <p:cNvSpPr>
            <a:spLocks noGrp="1"/>
          </p:cNvSpPr>
          <p:nvPr>
            <p:ph sz="quarter" idx="20"/>
          </p:nvPr>
        </p:nvSpPr>
        <p:spPr>
          <a:xfrm>
            <a:off x="8153400" y="1508125"/>
            <a:ext cx="3558639" cy="459581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16">
            <a:extLst>
              <a:ext uri="{FF2B5EF4-FFF2-40B4-BE49-F238E27FC236}">
                <a16:creationId xmlns:a16="http://schemas.microsoft.com/office/drawing/2014/main" id="{A11CDE5C-33F4-B76C-E9C9-80EF5BCFC8EB}"/>
              </a:ext>
            </a:extLst>
          </p:cNvPr>
          <p:cNvSpPr>
            <a:spLocks noGrp="1"/>
          </p:cNvSpPr>
          <p:nvPr>
            <p:ph type="body" sz="quarter" idx="12" hasCustomPrompt="1"/>
          </p:nvPr>
        </p:nvSpPr>
        <p:spPr>
          <a:xfrm>
            <a:off x="449351" y="398928"/>
            <a:ext cx="8405486" cy="381001"/>
          </a:xfrm>
          <a:prstGeom prst="rect">
            <a:avLst/>
          </a:prstGeom>
        </p:spPr>
        <p:txBody>
          <a:bodyPr anchor="ctr">
            <a:noAutofit/>
          </a:bodyPr>
          <a:lstStyle>
            <a:lvl1pPr marL="45720" indent="0">
              <a:buNone/>
              <a:defRPr sz="2200" b="1" i="0">
                <a:solidFill>
                  <a:srgbClr val="440099"/>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2" name="TextBox 1">
            <a:extLst>
              <a:ext uri="{FF2B5EF4-FFF2-40B4-BE49-F238E27FC236}">
                <a16:creationId xmlns:a16="http://schemas.microsoft.com/office/drawing/2014/main" id="{32626B3D-E613-AD89-ACA8-41B7F190B2C4}"/>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Tree>
    <p:extLst>
      <p:ext uri="{BB962C8B-B14F-4D97-AF65-F5344CB8AC3E}">
        <p14:creationId xmlns:p14="http://schemas.microsoft.com/office/powerpoint/2010/main" val="2327903393"/>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guide id="3" pos="480">
          <p15:clr>
            <a:srgbClr val="FBAE40"/>
          </p15:clr>
        </p15:guide>
        <p15:guide id="4" pos="720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1_Three Column Subhead">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B1657F0E-CBD5-CB4B-8F6F-D328E0CB9C3E}"/>
              </a:ext>
            </a:extLst>
          </p:cNvPr>
          <p:cNvCxnSpPr/>
          <p:nvPr/>
        </p:nvCxnSpPr>
        <p:spPr>
          <a:xfrm>
            <a:off x="4194048" y="1524000"/>
            <a:ext cx="0" cy="4583575"/>
          </a:xfrm>
          <a:prstGeom prst="line">
            <a:avLst/>
          </a:prstGeom>
          <a:ln w="15875" cap="rnd">
            <a:solidFill>
              <a:schemeClr val="tx1">
                <a:lumMod val="50000"/>
                <a:lumOff val="50000"/>
              </a:schemeClr>
            </a:solidFill>
            <a:prstDash val="sysDot"/>
            <a:roun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19E57AE-9815-BE4C-B9E8-39A45DEE3D0F}"/>
              </a:ext>
            </a:extLst>
          </p:cNvPr>
          <p:cNvCxnSpPr/>
          <p:nvPr/>
        </p:nvCxnSpPr>
        <p:spPr>
          <a:xfrm>
            <a:off x="8013192" y="1524000"/>
            <a:ext cx="0" cy="4583575"/>
          </a:xfrm>
          <a:prstGeom prst="line">
            <a:avLst/>
          </a:prstGeom>
          <a:ln w="15875" cap="rnd">
            <a:solidFill>
              <a:schemeClr val="tx1">
                <a:lumMod val="50000"/>
                <a:lumOff val="50000"/>
              </a:schemeClr>
            </a:solidFill>
            <a:prstDash val="sysDot"/>
            <a:round/>
          </a:ln>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29E91759-7063-A4D9-B017-6AEBBE834A7A}"/>
              </a:ext>
            </a:extLst>
          </p:cNvPr>
          <p:cNvGrpSpPr/>
          <p:nvPr/>
        </p:nvGrpSpPr>
        <p:grpSpPr>
          <a:xfrm>
            <a:off x="0" y="-12701"/>
            <a:ext cx="11417300" cy="1275984"/>
            <a:chOff x="0" y="-12701"/>
            <a:chExt cx="11417300" cy="1275984"/>
          </a:xfrm>
        </p:grpSpPr>
        <p:sp>
          <p:nvSpPr>
            <p:cNvPr id="28" name="Process 4">
              <a:extLst>
                <a:ext uri="{FF2B5EF4-FFF2-40B4-BE49-F238E27FC236}">
                  <a16:creationId xmlns:a16="http://schemas.microsoft.com/office/drawing/2014/main" id="{7AE32AC6-FCA4-04E0-4503-F9364DBCC238}"/>
                </a:ext>
              </a:extLst>
            </p:cNvPr>
            <p:cNvSpPr/>
            <p:nvPr/>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mn-lt"/>
              </a:endParaRPr>
            </a:p>
          </p:txBody>
        </p:sp>
        <p:sp>
          <p:nvSpPr>
            <p:cNvPr id="29" name="Arc 11">
              <a:extLst>
                <a:ext uri="{FF2B5EF4-FFF2-40B4-BE49-F238E27FC236}">
                  <a16:creationId xmlns:a16="http://schemas.microsoft.com/office/drawing/2014/main" id="{A4EA0E48-BAE4-387C-D6D2-ADAD5A5FCEA5}"/>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i="0">
                <a:latin typeface="+mn-lt"/>
              </a:endParaRPr>
            </a:p>
          </p:txBody>
        </p:sp>
        <p:sp>
          <p:nvSpPr>
            <p:cNvPr id="30" name="Arc 11">
              <a:extLst>
                <a:ext uri="{FF2B5EF4-FFF2-40B4-BE49-F238E27FC236}">
                  <a16:creationId xmlns:a16="http://schemas.microsoft.com/office/drawing/2014/main" id="{8E910FFD-43A7-A178-3F2A-34401D1E7A3E}"/>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i="0">
                <a:latin typeface="+mn-lt"/>
              </a:endParaRPr>
            </a:p>
          </p:txBody>
        </p:sp>
      </p:grpSp>
      <p:pic>
        <p:nvPicPr>
          <p:cNvPr id="31" name="Graphic 30">
            <a:extLst>
              <a:ext uri="{FF2B5EF4-FFF2-40B4-BE49-F238E27FC236}">
                <a16:creationId xmlns:a16="http://schemas.microsoft.com/office/drawing/2014/main" id="{13C9D5A4-52E6-F7DC-1BCB-F27A7B35066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10607" y="222069"/>
            <a:ext cx="1318093" cy="323306"/>
          </a:xfrm>
          <a:prstGeom prst="rect">
            <a:avLst/>
          </a:prstGeom>
        </p:spPr>
      </p:pic>
      <p:sp>
        <p:nvSpPr>
          <p:cNvPr id="7" name="TextBox 6">
            <a:extLst>
              <a:ext uri="{FF2B5EF4-FFF2-40B4-BE49-F238E27FC236}">
                <a16:creationId xmlns:a16="http://schemas.microsoft.com/office/drawing/2014/main" id="{504D5008-CCCF-BD6C-3A28-63085835A723}"/>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tx1"/>
                </a:solidFill>
                <a:latin typeface="+mn-lt"/>
              </a:rPr>
              <a:t>‹#›</a:t>
            </a:fld>
            <a:endParaRPr lang="en-US" sz="800" b="1" i="0" dirty="0">
              <a:solidFill>
                <a:schemeClr val="tx1"/>
              </a:solidFill>
              <a:latin typeface="+mn-lt"/>
            </a:endParaRPr>
          </a:p>
        </p:txBody>
      </p:sp>
      <p:sp>
        <p:nvSpPr>
          <p:cNvPr id="8" name="Content Placeholder 11">
            <a:extLst>
              <a:ext uri="{FF2B5EF4-FFF2-40B4-BE49-F238E27FC236}">
                <a16:creationId xmlns:a16="http://schemas.microsoft.com/office/drawing/2014/main" id="{7EBBBD17-B6A2-251A-CF18-1DD77F3BBCB1}"/>
              </a:ext>
            </a:extLst>
          </p:cNvPr>
          <p:cNvSpPr>
            <a:spLocks noGrp="1"/>
          </p:cNvSpPr>
          <p:nvPr>
            <p:ph sz="quarter" idx="18"/>
          </p:nvPr>
        </p:nvSpPr>
        <p:spPr>
          <a:xfrm>
            <a:off x="522514" y="1508125"/>
            <a:ext cx="3538846" cy="459581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11">
            <a:extLst>
              <a:ext uri="{FF2B5EF4-FFF2-40B4-BE49-F238E27FC236}">
                <a16:creationId xmlns:a16="http://schemas.microsoft.com/office/drawing/2014/main" id="{F9E96323-0D75-A6B4-6342-B6AED155F958}"/>
              </a:ext>
            </a:extLst>
          </p:cNvPr>
          <p:cNvSpPr>
            <a:spLocks noGrp="1"/>
          </p:cNvSpPr>
          <p:nvPr>
            <p:ph sz="quarter" idx="19"/>
          </p:nvPr>
        </p:nvSpPr>
        <p:spPr>
          <a:xfrm>
            <a:off x="4326576" y="1508125"/>
            <a:ext cx="3558639" cy="459581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1">
            <a:extLst>
              <a:ext uri="{FF2B5EF4-FFF2-40B4-BE49-F238E27FC236}">
                <a16:creationId xmlns:a16="http://schemas.microsoft.com/office/drawing/2014/main" id="{CD72DAE4-8DE5-61E3-2BC6-08747A3B6765}"/>
              </a:ext>
            </a:extLst>
          </p:cNvPr>
          <p:cNvSpPr>
            <a:spLocks noGrp="1"/>
          </p:cNvSpPr>
          <p:nvPr>
            <p:ph sz="quarter" idx="20"/>
          </p:nvPr>
        </p:nvSpPr>
        <p:spPr>
          <a:xfrm>
            <a:off x="8153400" y="1508125"/>
            <a:ext cx="3558639" cy="459581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16">
            <a:extLst>
              <a:ext uri="{FF2B5EF4-FFF2-40B4-BE49-F238E27FC236}">
                <a16:creationId xmlns:a16="http://schemas.microsoft.com/office/drawing/2014/main" id="{9BFC9703-0E46-E1B8-C95B-D0DA58C99568}"/>
              </a:ext>
            </a:extLst>
          </p:cNvPr>
          <p:cNvSpPr>
            <a:spLocks noGrp="1"/>
          </p:cNvSpPr>
          <p:nvPr>
            <p:ph type="body" sz="quarter" idx="14" hasCustomPrompt="1"/>
          </p:nvPr>
        </p:nvSpPr>
        <p:spPr>
          <a:xfrm>
            <a:off x="449351" y="380998"/>
            <a:ext cx="8260696" cy="381001"/>
          </a:xfrm>
          <a:prstGeom prst="rect">
            <a:avLst/>
          </a:prstGeom>
        </p:spPr>
        <p:txBody>
          <a:bodyPr anchor="b">
            <a:noAutofit/>
          </a:bodyPr>
          <a:lstStyle>
            <a:lvl1pPr marL="45720" indent="0">
              <a:buNone/>
              <a:defRPr sz="2200" b="1" i="0">
                <a:solidFill>
                  <a:srgbClr val="440099"/>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4" name="Text Placeholder 16">
            <a:extLst>
              <a:ext uri="{FF2B5EF4-FFF2-40B4-BE49-F238E27FC236}">
                <a16:creationId xmlns:a16="http://schemas.microsoft.com/office/drawing/2014/main" id="{5CA69A33-E93E-DD3A-60B8-DB74F0DBA5B0}"/>
              </a:ext>
            </a:extLst>
          </p:cNvPr>
          <p:cNvSpPr>
            <a:spLocks noGrp="1"/>
          </p:cNvSpPr>
          <p:nvPr>
            <p:ph type="body" sz="quarter" idx="15" hasCustomPrompt="1"/>
          </p:nvPr>
        </p:nvSpPr>
        <p:spPr>
          <a:xfrm>
            <a:off x="449351" y="837300"/>
            <a:ext cx="8260696" cy="381001"/>
          </a:xfrm>
          <a:prstGeom prst="rect">
            <a:avLst/>
          </a:prstGeom>
        </p:spPr>
        <p:txBody>
          <a:bodyPr anchor="t">
            <a:noAutofit/>
          </a:bodyPr>
          <a:lstStyle>
            <a:lvl1pPr marL="45720" indent="0">
              <a:buNone/>
              <a:defRPr sz="1400" b="0" i="0">
                <a:solidFill>
                  <a:schemeClr val="tx1"/>
                </a:solidFill>
                <a:latin typeface="DM Sans Medium" pitchFamily="50" charset="0"/>
              </a:defRPr>
            </a:lvl1pPr>
            <a:lvl2pPr>
              <a:defRPr sz="3400"/>
            </a:lvl2pPr>
            <a:lvl3pPr>
              <a:defRPr sz="3400"/>
            </a:lvl3pPr>
            <a:lvl4pPr>
              <a:defRPr sz="3400"/>
            </a:lvl4pPr>
            <a:lvl5pPr>
              <a:defRPr sz="3400"/>
            </a:lvl5pPr>
          </a:lstStyle>
          <a:p>
            <a:pPr lvl="0"/>
            <a:r>
              <a:rPr lang="en-US" dirty="0"/>
              <a:t>Title Goes Here (H2*)</a:t>
            </a:r>
          </a:p>
        </p:txBody>
      </p:sp>
      <p:sp>
        <p:nvSpPr>
          <p:cNvPr id="3" name="TextBox 2">
            <a:extLst>
              <a:ext uri="{FF2B5EF4-FFF2-40B4-BE49-F238E27FC236}">
                <a16:creationId xmlns:a16="http://schemas.microsoft.com/office/drawing/2014/main" id="{3531E0ED-478C-C1B8-3172-B7F87D420498}"/>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Tree>
    <p:extLst>
      <p:ext uri="{BB962C8B-B14F-4D97-AF65-F5344CB8AC3E}">
        <p14:creationId xmlns:p14="http://schemas.microsoft.com/office/powerpoint/2010/main" val="532483945"/>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guide id="3" pos="480">
          <p15:clr>
            <a:srgbClr val="FBAE40"/>
          </p15:clr>
        </p15:guide>
        <p15:guide id="4" pos="720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1_Three Column Dark">
    <p:bg>
      <p:bgPr>
        <a:solidFill>
          <a:srgbClr val="000000"/>
        </a:solidFill>
        <a:effectLst/>
      </p:bgPr>
    </p:bg>
    <p:spTree>
      <p:nvGrpSpPr>
        <p:cNvPr id="1" name=""/>
        <p:cNvGrpSpPr/>
        <p:nvPr/>
      </p:nvGrpSpPr>
      <p:grpSpPr>
        <a:xfrm>
          <a:off x="0" y="0"/>
          <a:ext cx="0" cy="0"/>
          <a:chOff x="0" y="0"/>
          <a:chExt cx="0" cy="0"/>
        </a:xfrm>
      </p:grpSpPr>
      <p:sp>
        <p:nvSpPr>
          <p:cNvPr id="15" name="Slide Number Placeholder 5">
            <a:extLst>
              <a:ext uri="{FF2B5EF4-FFF2-40B4-BE49-F238E27FC236}">
                <a16:creationId xmlns:a16="http://schemas.microsoft.com/office/drawing/2014/main" id="{AA88DC8E-AD84-BD43-B651-D116A6840534}"/>
              </a:ext>
            </a:extLst>
          </p:cNvPr>
          <p:cNvSpPr txBox="1">
            <a:spLocks/>
          </p:cNvSpPr>
          <p:nvPr/>
        </p:nvSpPr>
        <p:spPr>
          <a:xfrm>
            <a:off x="11400290" y="6388190"/>
            <a:ext cx="270958" cy="88810"/>
          </a:xfrm>
          <a:prstGeom prst="rect">
            <a:avLst/>
          </a:prstGeom>
        </p:spPr>
        <p:txBody>
          <a:bodyPr vert="horz" lIns="0" tIns="0" rIns="0" bIns="0" rtlCol="0" anchor="ctr" anchorCtr="0"/>
          <a:lstStyle>
            <a:defPPr>
              <a:defRPr lang="en-US"/>
            </a:defPPr>
            <a:lvl1pPr marL="0" algn="r" defTabSz="914400" rtl="0" eaLnBrk="1" latinLnBrk="0" hangingPunct="1">
              <a:defRPr sz="800" b="1" i="0" kern="1200">
                <a:solidFill>
                  <a:schemeClr val="bg1"/>
                </a:solidFill>
                <a:latin typeface="Montserrat SemiBold"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bg1"/>
              </a:solidFill>
              <a:latin typeface="+mn-lt"/>
            </a:endParaRPr>
          </a:p>
        </p:txBody>
      </p:sp>
      <p:cxnSp>
        <p:nvCxnSpPr>
          <p:cNvPr id="22" name="Straight Connector 21">
            <a:extLst>
              <a:ext uri="{FF2B5EF4-FFF2-40B4-BE49-F238E27FC236}">
                <a16:creationId xmlns:a16="http://schemas.microsoft.com/office/drawing/2014/main" id="{D8B1E37F-809C-9940-AA90-2F0DE421D460}"/>
              </a:ext>
            </a:extLst>
          </p:cNvPr>
          <p:cNvCxnSpPr/>
          <p:nvPr/>
        </p:nvCxnSpPr>
        <p:spPr>
          <a:xfrm>
            <a:off x="4194048" y="1524000"/>
            <a:ext cx="0" cy="4583575"/>
          </a:xfrm>
          <a:prstGeom prst="line">
            <a:avLst/>
          </a:prstGeom>
          <a:ln w="15875"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E64BF8A-4C14-1349-BA5B-109EB56F0EDD}"/>
              </a:ext>
            </a:extLst>
          </p:cNvPr>
          <p:cNvCxnSpPr/>
          <p:nvPr/>
        </p:nvCxnSpPr>
        <p:spPr>
          <a:xfrm>
            <a:off x="8013192" y="1524000"/>
            <a:ext cx="0" cy="4583575"/>
          </a:xfrm>
          <a:prstGeom prst="line">
            <a:avLst/>
          </a:prstGeom>
          <a:ln w="15875"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5EE6BC31-C09D-C6EE-7589-1C531A7629B7}"/>
              </a:ext>
            </a:extLst>
          </p:cNvPr>
          <p:cNvGrpSpPr/>
          <p:nvPr/>
        </p:nvGrpSpPr>
        <p:grpSpPr>
          <a:xfrm>
            <a:off x="0" y="-12701"/>
            <a:ext cx="11417300" cy="1297890"/>
            <a:chOff x="0" y="-12701"/>
            <a:chExt cx="11417300" cy="1297890"/>
          </a:xfrm>
        </p:grpSpPr>
        <p:sp>
          <p:nvSpPr>
            <p:cNvPr id="13" name="Process 4">
              <a:extLst>
                <a:ext uri="{FF2B5EF4-FFF2-40B4-BE49-F238E27FC236}">
                  <a16:creationId xmlns:a16="http://schemas.microsoft.com/office/drawing/2014/main" id="{6DEE809D-7DD5-EB3C-960D-9C8CE49C4976}"/>
                </a:ext>
              </a:extLst>
            </p:cNvPr>
            <p:cNvSpPr/>
            <p:nvPr/>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rgbClr val="20004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sp>
          <p:nvSpPr>
            <p:cNvPr id="16" name="Arc 11">
              <a:extLst>
                <a:ext uri="{FF2B5EF4-FFF2-40B4-BE49-F238E27FC236}">
                  <a16:creationId xmlns:a16="http://schemas.microsoft.com/office/drawing/2014/main" id="{3EA69497-AA77-849B-6A45-36009B82AC97}"/>
                </a:ext>
              </a:extLst>
            </p:cNvPr>
            <p:cNvSpPr/>
            <p:nvPr/>
          </p:nvSpPr>
          <p:spPr>
            <a:xfrm>
              <a:off x="9266237" y="15189"/>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noFill/>
            <a:ln w="9525" cap="flat" cmpd="sng" algn="ctr">
              <a:solidFill>
                <a:srgbClr val="7519F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sp>
          <p:nvSpPr>
            <p:cNvPr id="19" name="Arc 11">
              <a:extLst>
                <a:ext uri="{FF2B5EF4-FFF2-40B4-BE49-F238E27FC236}">
                  <a16:creationId xmlns:a16="http://schemas.microsoft.com/office/drawing/2014/main" id="{ACB7552E-7336-49F7-1EA3-B2F1E935DCBD}"/>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noFill/>
            <a:ln w="9525" cap="flat" cmpd="sng" algn="ctr">
              <a:solidFill>
                <a:srgbClr val="7D76F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grpSp>
      <p:pic>
        <p:nvPicPr>
          <p:cNvPr id="20" name="Graphic 19">
            <a:extLst>
              <a:ext uri="{FF2B5EF4-FFF2-40B4-BE49-F238E27FC236}">
                <a16:creationId xmlns:a16="http://schemas.microsoft.com/office/drawing/2014/main" id="{D1F8079A-606D-96F8-4828-74CC86C2F2A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10607" y="222069"/>
            <a:ext cx="1318093" cy="323306"/>
          </a:xfrm>
          <a:prstGeom prst="rect">
            <a:avLst/>
          </a:prstGeom>
        </p:spPr>
      </p:pic>
      <p:sp>
        <p:nvSpPr>
          <p:cNvPr id="6" name="TextBox 5">
            <a:extLst>
              <a:ext uri="{FF2B5EF4-FFF2-40B4-BE49-F238E27FC236}">
                <a16:creationId xmlns:a16="http://schemas.microsoft.com/office/drawing/2014/main" id="{A4BB3392-DADF-D5AD-082D-6276F6B31622}"/>
              </a:ext>
            </a:extLst>
          </p:cNvPr>
          <p:cNvSpPr txBox="1"/>
          <p:nvPr userDrawn="1"/>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bg1"/>
                </a:solidFill>
                <a:latin typeface="+mn-lt"/>
              </a:rPr>
              <a:t>‹#›</a:t>
            </a:fld>
            <a:endParaRPr lang="en-US" sz="800" b="1" i="0" dirty="0">
              <a:solidFill>
                <a:schemeClr val="bg1"/>
              </a:solidFill>
              <a:latin typeface="+mn-lt"/>
            </a:endParaRPr>
          </a:p>
        </p:txBody>
      </p:sp>
      <p:sp>
        <p:nvSpPr>
          <p:cNvPr id="7" name="Content Placeholder 11">
            <a:extLst>
              <a:ext uri="{FF2B5EF4-FFF2-40B4-BE49-F238E27FC236}">
                <a16:creationId xmlns:a16="http://schemas.microsoft.com/office/drawing/2014/main" id="{765D9477-25C7-E184-56DE-DF2F8183247B}"/>
              </a:ext>
            </a:extLst>
          </p:cNvPr>
          <p:cNvSpPr>
            <a:spLocks noGrp="1"/>
          </p:cNvSpPr>
          <p:nvPr>
            <p:ph sz="quarter" idx="18"/>
          </p:nvPr>
        </p:nvSpPr>
        <p:spPr>
          <a:xfrm>
            <a:off x="522514" y="1508125"/>
            <a:ext cx="3538846" cy="4595813"/>
          </a:xfrm>
        </p:spPr>
        <p:txBody>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11">
            <a:extLst>
              <a:ext uri="{FF2B5EF4-FFF2-40B4-BE49-F238E27FC236}">
                <a16:creationId xmlns:a16="http://schemas.microsoft.com/office/drawing/2014/main" id="{E6713A1E-1754-7CFB-1D65-C1DD6504B694}"/>
              </a:ext>
            </a:extLst>
          </p:cNvPr>
          <p:cNvSpPr>
            <a:spLocks noGrp="1"/>
          </p:cNvSpPr>
          <p:nvPr>
            <p:ph sz="quarter" idx="19"/>
          </p:nvPr>
        </p:nvSpPr>
        <p:spPr>
          <a:xfrm>
            <a:off x="4326576" y="1508125"/>
            <a:ext cx="3558639" cy="4595813"/>
          </a:xfrm>
        </p:spPr>
        <p:txBody>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11">
            <a:extLst>
              <a:ext uri="{FF2B5EF4-FFF2-40B4-BE49-F238E27FC236}">
                <a16:creationId xmlns:a16="http://schemas.microsoft.com/office/drawing/2014/main" id="{03FC954C-9964-5CF3-30AF-6D690101E0FC}"/>
              </a:ext>
            </a:extLst>
          </p:cNvPr>
          <p:cNvSpPr>
            <a:spLocks noGrp="1"/>
          </p:cNvSpPr>
          <p:nvPr>
            <p:ph sz="quarter" idx="20"/>
          </p:nvPr>
        </p:nvSpPr>
        <p:spPr>
          <a:xfrm>
            <a:off x="8153400" y="1508125"/>
            <a:ext cx="3558639" cy="4595813"/>
          </a:xfrm>
        </p:spPr>
        <p:txBody>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16">
            <a:extLst>
              <a:ext uri="{FF2B5EF4-FFF2-40B4-BE49-F238E27FC236}">
                <a16:creationId xmlns:a16="http://schemas.microsoft.com/office/drawing/2014/main" id="{E22B170B-9A66-B112-BCDC-6955FBFBE055}"/>
              </a:ext>
            </a:extLst>
          </p:cNvPr>
          <p:cNvSpPr>
            <a:spLocks noGrp="1"/>
          </p:cNvSpPr>
          <p:nvPr>
            <p:ph type="body" sz="quarter" idx="12" hasCustomPrompt="1"/>
          </p:nvPr>
        </p:nvSpPr>
        <p:spPr>
          <a:xfrm>
            <a:off x="449351" y="398928"/>
            <a:ext cx="8405486" cy="381001"/>
          </a:xfrm>
          <a:prstGeom prst="rect">
            <a:avLst/>
          </a:prstGeom>
        </p:spPr>
        <p:txBody>
          <a:bodyPr anchor="ctr">
            <a:noAutofit/>
          </a:bodyPr>
          <a:lstStyle>
            <a:lvl1pPr marL="45720" indent="0">
              <a:buNone/>
              <a:defRPr sz="2200" b="1" i="0">
                <a:solidFill>
                  <a:schemeClr val="bg1"/>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2" name="TextBox 1">
            <a:extLst>
              <a:ext uri="{FF2B5EF4-FFF2-40B4-BE49-F238E27FC236}">
                <a16:creationId xmlns:a16="http://schemas.microsoft.com/office/drawing/2014/main" id="{A470985F-E45A-B958-01E4-7C20C2C705B9}"/>
              </a:ext>
            </a:extLst>
          </p:cNvPr>
          <p:cNvSpPr txBox="1"/>
          <p:nvPr userDrawn="1"/>
        </p:nvSpPr>
        <p:spPr>
          <a:xfrm>
            <a:off x="9362303" y="6561438"/>
            <a:ext cx="2224217" cy="184666"/>
          </a:xfrm>
          <a:prstGeom prst="rect">
            <a:avLst/>
          </a:prstGeom>
          <a:noFill/>
        </p:spPr>
        <p:txBody>
          <a:bodyPr wrap="square" rtlCol="0">
            <a:spAutoFit/>
          </a:bodyPr>
          <a:lstStyle/>
          <a:p>
            <a:pPr algn="r"/>
            <a:r>
              <a:rPr lang="en-US" sz="600" b="0" i="0" dirty="0">
                <a:solidFill>
                  <a:schemeClr val="bg1"/>
                </a:solidFill>
                <a:latin typeface="+mn-lt"/>
              </a:rPr>
              <a:t>©2026 EXTREME NETWORKS, INC. ALL RIGHTS RESERVED.</a:t>
            </a:r>
          </a:p>
        </p:txBody>
      </p:sp>
    </p:spTree>
    <p:extLst>
      <p:ext uri="{BB962C8B-B14F-4D97-AF65-F5344CB8AC3E}">
        <p14:creationId xmlns:p14="http://schemas.microsoft.com/office/powerpoint/2010/main" val="2370224784"/>
      </p:ext>
    </p:extLst>
  </p:cSld>
  <p:clrMapOvr>
    <a:masterClrMapping/>
  </p:clrMapOvr>
  <p:hf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_Three Column Subhead Dark">
    <p:bg>
      <p:bgPr>
        <a:solidFill>
          <a:srgbClr val="000000"/>
        </a:solidFill>
        <a:effectLst/>
      </p:bgPr>
    </p:bg>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D8B1E37F-809C-9940-AA90-2F0DE421D460}"/>
              </a:ext>
            </a:extLst>
          </p:cNvPr>
          <p:cNvCxnSpPr/>
          <p:nvPr/>
        </p:nvCxnSpPr>
        <p:spPr>
          <a:xfrm>
            <a:off x="4194048" y="1524000"/>
            <a:ext cx="0" cy="4583575"/>
          </a:xfrm>
          <a:prstGeom prst="line">
            <a:avLst/>
          </a:prstGeom>
          <a:ln w="15875"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E64BF8A-4C14-1349-BA5B-109EB56F0EDD}"/>
              </a:ext>
            </a:extLst>
          </p:cNvPr>
          <p:cNvCxnSpPr/>
          <p:nvPr/>
        </p:nvCxnSpPr>
        <p:spPr>
          <a:xfrm>
            <a:off x="8013192" y="1524000"/>
            <a:ext cx="0" cy="4583575"/>
          </a:xfrm>
          <a:prstGeom prst="line">
            <a:avLst/>
          </a:prstGeom>
          <a:ln w="15875"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E1CC1B31-A593-B330-DD66-08FD792B50B2}"/>
              </a:ext>
            </a:extLst>
          </p:cNvPr>
          <p:cNvGrpSpPr/>
          <p:nvPr userDrawn="1"/>
        </p:nvGrpSpPr>
        <p:grpSpPr>
          <a:xfrm>
            <a:off x="0" y="-12701"/>
            <a:ext cx="11417300" cy="1297890"/>
            <a:chOff x="0" y="-12701"/>
            <a:chExt cx="11417300" cy="1297890"/>
          </a:xfrm>
        </p:grpSpPr>
        <p:sp>
          <p:nvSpPr>
            <p:cNvPr id="16" name="Process 4">
              <a:extLst>
                <a:ext uri="{FF2B5EF4-FFF2-40B4-BE49-F238E27FC236}">
                  <a16:creationId xmlns:a16="http://schemas.microsoft.com/office/drawing/2014/main" id="{24741C03-D125-3152-4B37-C9999AAD7DCB}"/>
                </a:ext>
              </a:extLst>
            </p:cNvPr>
            <p:cNvSpPr/>
            <p:nvPr/>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rgbClr val="20004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sp>
          <p:nvSpPr>
            <p:cNvPr id="19" name="Arc 11">
              <a:extLst>
                <a:ext uri="{FF2B5EF4-FFF2-40B4-BE49-F238E27FC236}">
                  <a16:creationId xmlns:a16="http://schemas.microsoft.com/office/drawing/2014/main" id="{AB553D68-B2B2-498E-9E78-B1670C238C28}"/>
                </a:ext>
              </a:extLst>
            </p:cNvPr>
            <p:cNvSpPr/>
            <p:nvPr/>
          </p:nvSpPr>
          <p:spPr>
            <a:xfrm>
              <a:off x="9266237" y="15189"/>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noFill/>
            <a:ln w="9525" cap="flat" cmpd="sng" algn="ctr">
              <a:solidFill>
                <a:srgbClr val="7519F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sp>
          <p:nvSpPr>
            <p:cNvPr id="20" name="Arc 11">
              <a:extLst>
                <a:ext uri="{FF2B5EF4-FFF2-40B4-BE49-F238E27FC236}">
                  <a16:creationId xmlns:a16="http://schemas.microsoft.com/office/drawing/2014/main" id="{583D3410-805B-C59A-98F5-9D809DDDD3C9}"/>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noFill/>
            <a:ln w="9525" cap="flat" cmpd="sng" algn="ctr">
              <a:solidFill>
                <a:srgbClr val="7D76F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grpSp>
      <p:pic>
        <p:nvPicPr>
          <p:cNvPr id="24" name="Graphic 23">
            <a:extLst>
              <a:ext uri="{FF2B5EF4-FFF2-40B4-BE49-F238E27FC236}">
                <a16:creationId xmlns:a16="http://schemas.microsoft.com/office/drawing/2014/main" id="{7943B036-ADFA-1BF6-8C94-FB832E2355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10607" y="222069"/>
            <a:ext cx="1318093" cy="323306"/>
          </a:xfrm>
          <a:prstGeom prst="rect">
            <a:avLst/>
          </a:prstGeom>
        </p:spPr>
      </p:pic>
      <p:sp>
        <p:nvSpPr>
          <p:cNvPr id="7" name="TextBox 6">
            <a:extLst>
              <a:ext uri="{FF2B5EF4-FFF2-40B4-BE49-F238E27FC236}">
                <a16:creationId xmlns:a16="http://schemas.microsoft.com/office/drawing/2014/main" id="{944FE7DF-6E96-EB0A-6F7C-72F6F0C574E8}"/>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bg1"/>
                </a:solidFill>
                <a:latin typeface="+mn-lt"/>
              </a:rPr>
              <a:t>‹#›</a:t>
            </a:fld>
            <a:endParaRPr lang="en-US" sz="800" b="1" i="0" dirty="0">
              <a:solidFill>
                <a:schemeClr val="bg1"/>
              </a:solidFill>
              <a:latin typeface="+mn-lt"/>
            </a:endParaRPr>
          </a:p>
        </p:txBody>
      </p:sp>
      <p:sp>
        <p:nvSpPr>
          <p:cNvPr id="8" name="Content Placeholder 11">
            <a:extLst>
              <a:ext uri="{FF2B5EF4-FFF2-40B4-BE49-F238E27FC236}">
                <a16:creationId xmlns:a16="http://schemas.microsoft.com/office/drawing/2014/main" id="{8A58A69F-33A2-D219-1ECA-056440DB19D6}"/>
              </a:ext>
            </a:extLst>
          </p:cNvPr>
          <p:cNvSpPr>
            <a:spLocks noGrp="1"/>
          </p:cNvSpPr>
          <p:nvPr>
            <p:ph sz="quarter" idx="18"/>
          </p:nvPr>
        </p:nvSpPr>
        <p:spPr>
          <a:xfrm>
            <a:off x="522514" y="1508125"/>
            <a:ext cx="3538846" cy="4595813"/>
          </a:xfrm>
        </p:spPr>
        <p:txBody>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11">
            <a:extLst>
              <a:ext uri="{FF2B5EF4-FFF2-40B4-BE49-F238E27FC236}">
                <a16:creationId xmlns:a16="http://schemas.microsoft.com/office/drawing/2014/main" id="{72C5161E-EF04-8F24-9A81-D8A129E9A064}"/>
              </a:ext>
            </a:extLst>
          </p:cNvPr>
          <p:cNvSpPr>
            <a:spLocks noGrp="1"/>
          </p:cNvSpPr>
          <p:nvPr>
            <p:ph sz="quarter" idx="19"/>
          </p:nvPr>
        </p:nvSpPr>
        <p:spPr>
          <a:xfrm>
            <a:off x="4326576" y="1508125"/>
            <a:ext cx="3558639" cy="4595813"/>
          </a:xfrm>
        </p:spPr>
        <p:txBody>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1">
            <a:extLst>
              <a:ext uri="{FF2B5EF4-FFF2-40B4-BE49-F238E27FC236}">
                <a16:creationId xmlns:a16="http://schemas.microsoft.com/office/drawing/2014/main" id="{830854A1-6C64-56D9-95A9-27855123B081}"/>
              </a:ext>
            </a:extLst>
          </p:cNvPr>
          <p:cNvSpPr>
            <a:spLocks noGrp="1"/>
          </p:cNvSpPr>
          <p:nvPr>
            <p:ph sz="quarter" idx="20"/>
          </p:nvPr>
        </p:nvSpPr>
        <p:spPr>
          <a:xfrm>
            <a:off x="8153400" y="1508125"/>
            <a:ext cx="3558639" cy="4595813"/>
          </a:xfrm>
        </p:spPr>
        <p:txBody>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16">
            <a:extLst>
              <a:ext uri="{FF2B5EF4-FFF2-40B4-BE49-F238E27FC236}">
                <a16:creationId xmlns:a16="http://schemas.microsoft.com/office/drawing/2014/main" id="{76D54021-5FF0-A3CC-10E2-D510885735BC}"/>
              </a:ext>
            </a:extLst>
          </p:cNvPr>
          <p:cNvSpPr>
            <a:spLocks noGrp="1"/>
          </p:cNvSpPr>
          <p:nvPr>
            <p:ph type="body" sz="quarter" idx="14" hasCustomPrompt="1"/>
          </p:nvPr>
        </p:nvSpPr>
        <p:spPr>
          <a:xfrm>
            <a:off x="449351" y="380998"/>
            <a:ext cx="8260696" cy="381001"/>
          </a:xfrm>
          <a:prstGeom prst="rect">
            <a:avLst/>
          </a:prstGeom>
        </p:spPr>
        <p:txBody>
          <a:bodyPr anchor="b">
            <a:noAutofit/>
          </a:bodyPr>
          <a:lstStyle>
            <a:lvl1pPr marL="45720" indent="0">
              <a:buNone/>
              <a:defRPr sz="2200" b="1" i="0">
                <a:solidFill>
                  <a:schemeClr val="bg1"/>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5" name="Text Placeholder 16">
            <a:extLst>
              <a:ext uri="{FF2B5EF4-FFF2-40B4-BE49-F238E27FC236}">
                <a16:creationId xmlns:a16="http://schemas.microsoft.com/office/drawing/2014/main" id="{A3C260D6-5504-7435-E927-9C236AB44C49}"/>
              </a:ext>
            </a:extLst>
          </p:cNvPr>
          <p:cNvSpPr>
            <a:spLocks noGrp="1"/>
          </p:cNvSpPr>
          <p:nvPr>
            <p:ph type="body" sz="quarter" idx="15" hasCustomPrompt="1"/>
          </p:nvPr>
        </p:nvSpPr>
        <p:spPr>
          <a:xfrm>
            <a:off x="449351" y="837300"/>
            <a:ext cx="8260696" cy="381001"/>
          </a:xfrm>
          <a:prstGeom prst="rect">
            <a:avLst/>
          </a:prstGeom>
        </p:spPr>
        <p:txBody>
          <a:bodyPr anchor="t">
            <a:noAutofit/>
          </a:bodyPr>
          <a:lstStyle>
            <a:lvl1pPr marL="45720" indent="0">
              <a:buNone/>
              <a:defRPr sz="1400" b="0" i="0">
                <a:solidFill>
                  <a:schemeClr val="bg1"/>
                </a:solidFill>
                <a:latin typeface="DM Sans Medium" pitchFamily="50" charset="0"/>
              </a:defRPr>
            </a:lvl1pPr>
            <a:lvl2pPr>
              <a:defRPr sz="3400"/>
            </a:lvl2pPr>
            <a:lvl3pPr>
              <a:defRPr sz="3400"/>
            </a:lvl3pPr>
            <a:lvl4pPr>
              <a:defRPr sz="3400"/>
            </a:lvl4pPr>
            <a:lvl5pPr>
              <a:defRPr sz="3400"/>
            </a:lvl5pPr>
          </a:lstStyle>
          <a:p>
            <a:pPr lvl="0"/>
            <a:r>
              <a:rPr lang="en-US" dirty="0"/>
              <a:t>Title Goes Here (H2*)</a:t>
            </a:r>
          </a:p>
        </p:txBody>
      </p:sp>
      <p:sp>
        <p:nvSpPr>
          <p:cNvPr id="2" name="TextBox 1">
            <a:extLst>
              <a:ext uri="{FF2B5EF4-FFF2-40B4-BE49-F238E27FC236}">
                <a16:creationId xmlns:a16="http://schemas.microsoft.com/office/drawing/2014/main" id="{4B2E2E7B-F2F0-1291-F3ED-587A9271CA05}"/>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bg1"/>
                </a:solidFill>
                <a:latin typeface="+mn-lt"/>
              </a:rPr>
              <a:t>©2026 EXTREME NETWORKS, INC. ALL RIGHTS RESERVED.</a:t>
            </a:r>
          </a:p>
        </p:txBody>
      </p:sp>
    </p:spTree>
    <p:extLst>
      <p:ext uri="{BB962C8B-B14F-4D97-AF65-F5344CB8AC3E}">
        <p14:creationId xmlns:p14="http://schemas.microsoft.com/office/powerpoint/2010/main" val="3576370767"/>
      </p:ext>
    </p:extLst>
  </p:cSld>
  <p:clrMapOvr>
    <a:masterClrMapping/>
  </p:clrMapOvr>
  <p:hf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13_No Image Slide">
    <p:spTree>
      <p:nvGrpSpPr>
        <p:cNvPr id="1" name=""/>
        <p:cNvGrpSpPr/>
        <p:nvPr/>
      </p:nvGrpSpPr>
      <p:grpSpPr>
        <a:xfrm>
          <a:off x="0" y="0"/>
          <a:ext cx="0" cy="0"/>
          <a:chOff x="0" y="0"/>
          <a:chExt cx="0" cy="0"/>
        </a:xfrm>
      </p:grpSpPr>
      <p:pic>
        <p:nvPicPr>
          <p:cNvPr id="5" name="Picture 4" descr="A purple circle with black background  AI-generated content may be incorrect.">
            <a:extLst>
              <a:ext uri="{FF2B5EF4-FFF2-40B4-BE49-F238E27FC236}">
                <a16:creationId xmlns:a16="http://schemas.microsoft.com/office/drawing/2014/main" id="{62EDB4D8-9BA2-B214-A963-C006057A166A}"/>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flipH="1">
            <a:off x="0" y="1260473"/>
            <a:ext cx="9784390" cy="5597525"/>
          </a:xfrm>
          <a:prstGeom prst="rect">
            <a:avLst/>
          </a:prstGeom>
        </p:spPr>
      </p:pic>
      <p:pic>
        <p:nvPicPr>
          <p:cNvPr id="6" name="Graphic 5">
            <a:extLst>
              <a:ext uri="{FF2B5EF4-FFF2-40B4-BE49-F238E27FC236}">
                <a16:creationId xmlns:a16="http://schemas.microsoft.com/office/drawing/2014/main" id="{6FB836D5-B76E-04E0-DFC1-7B0306FA1F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10607" y="222069"/>
            <a:ext cx="1318093" cy="323306"/>
          </a:xfrm>
          <a:prstGeom prst="rect">
            <a:avLst/>
          </a:prstGeom>
        </p:spPr>
      </p:pic>
      <p:pic>
        <p:nvPicPr>
          <p:cNvPr id="11" name="Graphic 10">
            <a:extLst>
              <a:ext uri="{FF2B5EF4-FFF2-40B4-BE49-F238E27FC236}">
                <a16:creationId xmlns:a16="http://schemas.microsoft.com/office/drawing/2014/main" id="{D82925BC-1491-76C9-9B59-CEE5F6C8F2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510607" y="222069"/>
            <a:ext cx="1318093" cy="323306"/>
          </a:xfrm>
          <a:prstGeom prst="rect">
            <a:avLst/>
          </a:prstGeom>
        </p:spPr>
      </p:pic>
      <p:grpSp>
        <p:nvGrpSpPr>
          <p:cNvPr id="18" name="Group 17">
            <a:extLst>
              <a:ext uri="{FF2B5EF4-FFF2-40B4-BE49-F238E27FC236}">
                <a16:creationId xmlns:a16="http://schemas.microsoft.com/office/drawing/2014/main" id="{9FA545D2-8487-A73C-0FCF-EB294F0FCF61}"/>
              </a:ext>
            </a:extLst>
          </p:cNvPr>
          <p:cNvGrpSpPr/>
          <p:nvPr/>
        </p:nvGrpSpPr>
        <p:grpSpPr>
          <a:xfrm>
            <a:off x="0" y="-12701"/>
            <a:ext cx="11417300" cy="1275984"/>
            <a:chOff x="0" y="-12701"/>
            <a:chExt cx="11417300" cy="1275984"/>
          </a:xfrm>
        </p:grpSpPr>
        <p:sp>
          <p:nvSpPr>
            <p:cNvPr id="19" name="Process 4">
              <a:extLst>
                <a:ext uri="{FF2B5EF4-FFF2-40B4-BE49-F238E27FC236}">
                  <a16:creationId xmlns:a16="http://schemas.microsoft.com/office/drawing/2014/main" id="{E454D826-6ADB-441A-1C18-2997A3D70C41}"/>
                </a:ext>
              </a:extLst>
            </p:cNvPr>
            <p:cNvSpPr/>
            <p:nvPr/>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mn-lt"/>
              </a:endParaRPr>
            </a:p>
          </p:txBody>
        </p:sp>
        <p:sp>
          <p:nvSpPr>
            <p:cNvPr id="20" name="Arc 11">
              <a:extLst>
                <a:ext uri="{FF2B5EF4-FFF2-40B4-BE49-F238E27FC236}">
                  <a16:creationId xmlns:a16="http://schemas.microsoft.com/office/drawing/2014/main" id="{4D3D2305-4BEB-2C9A-4B86-41B2972FBDDE}"/>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i="0">
                <a:latin typeface="+mn-lt"/>
              </a:endParaRPr>
            </a:p>
          </p:txBody>
        </p:sp>
        <p:sp>
          <p:nvSpPr>
            <p:cNvPr id="21" name="Arc 11">
              <a:extLst>
                <a:ext uri="{FF2B5EF4-FFF2-40B4-BE49-F238E27FC236}">
                  <a16:creationId xmlns:a16="http://schemas.microsoft.com/office/drawing/2014/main" id="{E056B97C-04A9-932D-0FF2-8BEC55EA6896}"/>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i="0">
                <a:latin typeface="+mn-lt"/>
              </a:endParaRPr>
            </a:p>
          </p:txBody>
        </p:sp>
      </p:grpSp>
      <p:sp>
        <p:nvSpPr>
          <p:cNvPr id="8" name="TextBox 7">
            <a:extLst>
              <a:ext uri="{FF2B5EF4-FFF2-40B4-BE49-F238E27FC236}">
                <a16:creationId xmlns:a16="http://schemas.microsoft.com/office/drawing/2014/main" id="{EDF3AD87-3C7F-26E7-F771-C8B5F7D3AFD0}"/>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tx1"/>
                </a:solidFill>
                <a:latin typeface="+mn-lt"/>
              </a:rPr>
              <a:t>‹#›</a:t>
            </a:fld>
            <a:endParaRPr lang="en-US" sz="800" b="1" i="0" dirty="0">
              <a:solidFill>
                <a:schemeClr val="tx1"/>
              </a:solidFill>
              <a:latin typeface="+mn-lt"/>
            </a:endParaRPr>
          </a:p>
        </p:txBody>
      </p:sp>
      <p:sp>
        <p:nvSpPr>
          <p:cNvPr id="10" name="Content Placeholder 11">
            <a:extLst>
              <a:ext uri="{FF2B5EF4-FFF2-40B4-BE49-F238E27FC236}">
                <a16:creationId xmlns:a16="http://schemas.microsoft.com/office/drawing/2014/main" id="{3631CABD-9743-515F-57D7-E67375BED6D9}"/>
              </a:ext>
            </a:extLst>
          </p:cNvPr>
          <p:cNvSpPr>
            <a:spLocks noGrp="1"/>
          </p:cNvSpPr>
          <p:nvPr>
            <p:ph sz="quarter" idx="18"/>
          </p:nvPr>
        </p:nvSpPr>
        <p:spPr>
          <a:xfrm>
            <a:off x="522514" y="1650670"/>
            <a:ext cx="4227616" cy="4453268"/>
          </a:xfrm>
        </p:spPr>
        <p:txBody>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16">
            <a:extLst>
              <a:ext uri="{FF2B5EF4-FFF2-40B4-BE49-F238E27FC236}">
                <a16:creationId xmlns:a16="http://schemas.microsoft.com/office/drawing/2014/main" id="{7CE12900-F416-1EA3-4FD5-F72FDE3A0D53}"/>
              </a:ext>
            </a:extLst>
          </p:cNvPr>
          <p:cNvSpPr>
            <a:spLocks noGrp="1"/>
          </p:cNvSpPr>
          <p:nvPr>
            <p:ph type="body" sz="quarter" idx="12" hasCustomPrompt="1"/>
          </p:nvPr>
        </p:nvSpPr>
        <p:spPr>
          <a:xfrm>
            <a:off x="449351" y="398928"/>
            <a:ext cx="8405486" cy="381001"/>
          </a:xfrm>
          <a:prstGeom prst="rect">
            <a:avLst/>
          </a:prstGeom>
        </p:spPr>
        <p:txBody>
          <a:bodyPr anchor="ctr">
            <a:noAutofit/>
          </a:bodyPr>
          <a:lstStyle>
            <a:lvl1pPr marL="45720" indent="0">
              <a:buNone/>
              <a:defRPr sz="2200" b="1" i="0">
                <a:solidFill>
                  <a:srgbClr val="440099"/>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2" name="TextBox 1">
            <a:extLst>
              <a:ext uri="{FF2B5EF4-FFF2-40B4-BE49-F238E27FC236}">
                <a16:creationId xmlns:a16="http://schemas.microsoft.com/office/drawing/2014/main" id="{4EFB63BD-F816-831D-0C6F-FBF3FA8DED98}"/>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Tree>
    <p:extLst>
      <p:ext uri="{BB962C8B-B14F-4D97-AF65-F5344CB8AC3E}">
        <p14:creationId xmlns:p14="http://schemas.microsoft.com/office/powerpoint/2010/main" val="529187659"/>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guide id="3" pos="480">
          <p15:clr>
            <a:srgbClr val="FBAE40"/>
          </p15:clr>
        </p15:guide>
        <p15:guide id="4" pos="720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1_No Image Slide Dark">
    <p:bg>
      <p:bgPr>
        <a:solidFill>
          <a:srgbClr val="000000"/>
        </a:solidFill>
        <a:effectLst/>
      </p:bgPr>
    </p:bg>
    <p:spTree>
      <p:nvGrpSpPr>
        <p:cNvPr id="1" name=""/>
        <p:cNvGrpSpPr/>
        <p:nvPr/>
      </p:nvGrpSpPr>
      <p:grpSpPr>
        <a:xfrm>
          <a:off x="0" y="0"/>
          <a:ext cx="0" cy="0"/>
          <a:chOff x="0" y="0"/>
          <a:chExt cx="0" cy="0"/>
        </a:xfrm>
      </p:grpSpPr>
      <p:pic>
        <p:nvPicPr>
          <p:cNvPr id="3" name="Picture 2" descr="A purple circle with black background  AI-generated content may be incorrect.">
            <a:extLst>
              <a:ext uri="{FF2B5EF4-FFF2-40B4-BE49-F238E27FC236}">
                <a16:creationId xmlns:a16="http://schemas.microsoft.com/office/drawing/2014/main" id="{8F7ACECC-3488-B507-A78C-9D5EF7F65A27}"/>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flipH="1">
            <a:off x="0" y="1260473"/>
            <a:ext cx="9784390" cy="5597525"/>
          </a:xfrm>
          <a:prstGeom prst="rect">
            <a:avLst/>
          </a:prstGeom>
        </p:spPr>
      </p:pic>
      <p:grpSp>
        <p:nvGrpSpPr>
          <p:cNvPr id="23" name="Group 22">
            <a:extLst>
              <a:ext uri="{FF2B5EF4-FFF2-40B4-BE49-F238E27FC236}">
                <a16:creationId xmlns:a16="http://schemas.microsoft.com/office/drawing/2014/main" id="{A39DCFB7-48D2-826B-81B6-BEA51817638E}"/>
              </a:ext>
            </a:extLst>
          </p:cNvPr>
          <p:cNvGrpSpPr/>
          <p:nvPr/>
        </p:nvGrpSpPr>
        <p:grpSpPr>
          <a:xfrm>
            <a:off x="0" y="-12701"/>
            <a:ext cx="11417300" cy="1297890"/>
            <a:chOff x="0" y="-12701"/>
            <a:chExt cx="11417300" cy="1297890"/>
          </a:xfrm>
        </p:grpSpPr>
        <p:sp>
          <p:nvSpPr>
            <p:cNvPr id="24" name="Process 4">
              <a:extLst>
                <a:ext uri="{FF2B5EF4-FFF2-40B4-BE49-F238E27FC236}">
                  <a16:creationId xmlns:a16="http://schemas.microsoft.com/office/drawing/2014/main" id="{C760B3CA-8EDC-B9CA-F37C-68910FFEA1F6}"/>
                </a:ext>
              </a:extLst>
            </p:cNvPr>
            <p:cNvSpPr/>
            <p:nvPr/>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rgbClr val="20004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sp>
          <p:nvSpPr>
            <p:cNvPr id="25" name="Arc 11">
              <a:extLst>
                <a:ext uri="{FF2B5EF4-FFF2-40B4-BE49-F238E27FC236}">
                  <a16:creationId xmlns:a16="http://schemas.microsoft.com/office/drawing/2014/main" id="{DE9CF2FD-7568-546B-BAF7-45C69C38B976}"/>
                </a:ext>
              </a:extLst>
            </p:cNvPr>
            <p:cNvSpPr/>
            <p:nvPr/>
          </p:nvSpPr>
          <p:spPr>
            <a:xfrm>
              <a:off x="9266237" y="15189"/>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noFill/>
            <a:ln w="9525" cap="flat" cmpd="sng" algn="ctr">
              <a:solidFill>
                <a:srgbClr val="7519F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sp>
          <p:nvSpPr>
            <p:cNvPr id="26" name="Arc 11">
              <a:extLst>
                <a:ext uri="{FF2B5EF4-FFF2-40B4-BE49-F238E27FC236}">
                  <a16:creationId xmlns:a16="http://schemas.microsoft.com/office/drawing/2014/main" id="{EFFF0468-9187-B5B5-5ECB-4B1EE081E4C8}"/>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noFill/>
            <a:ln w="9525" cap="flat" cmpd="sng" algn="ctr">
              <a:solidFill>
                <a:srgbClr val="7D76F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grpSp>
      <p:pic>
        <p:nvPicPr>
          <p:cNvPr id="27" name="Graphic 26">
            <a:extLst>
              <a:ext uri="{FF2B5EF4-FFF2-40B4-BE49-F238E27FC236}">
                <a16:creationId xmlns:a16="http://schemas.microsoft.com/office/drawing/2014/main" id="{4E104C46-271B-A169-3C74-A61F07886B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10607" y="222069"/>
            <a:ext cx="1318093" cy="323306"/>
          </a:xfrm>
          <a:prstGeom prst="rect">
            <a:avLst/>
          </a:prstGeom>
        </p:spPr>
      </p:pic>
      <p:sp>
        <p:nvSpPr>
          <p:cNvPr id="7" name="TextBox 6">
            <a:extLst>
              <a:ext uri="{FF2B5EF4-FFF2-40B4-BE49-F238E27FC236}">
                <a16:creationId xmlns:a16="http://schemas.microsoft.com/office/drawing/2014/main" id="{C9542D7B-4D59-F759-627E-90E5DE64D2E1}"/>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bg1"/>
                </a:solidFill>
                <a:latin typeface="+mn-lt"/>
              </a:rPr>
              <a:t>‹#›</a:t>
            </a:fld>
            <a:endParaRPr lang="en-US" sz="800" b="1" i="0" dirty="0">
              <a:solidFill>
                <a:schemeClr val="bg1"/>
              </a:solidFill>
              <a:latin typeface="+mn-lt"/>
            </a:endParaRPr>
          </a:p>
        </p:txBody>
      </p:sp>
      <p:sp>
        <p:nvSpPr>
          <p:cNvPr id="8" name="Content Placeholder 11">
            <a:extLst>
              <a:ext uri="{FF2B5EF4-FFF2-40B4-BE49-F238E27FC236}">
                <a16:creationId xmlns:a16="http://schemas.microsoft.com/office/drawing/2014/main" id="{2F7AA546-08D0-257A-76D0-B92B0CF0AC38}"/>
              </a:ext>
            </a:extLst>
          </p:cNvPr>
          <p:cNvSpPr>
            <a:spLocks noGrp="1"/>
          </p:cNvSpPr>
          <p:nvPr>
            <p:ph sz="quarter" idx="18"/>
          </p:nvPr>
        </p:nvSpPr>
        <p:spPr>
          <a:xfrm>
            <a:off x="522514" y="1650670"/>
            <a:ext cx="4227616" cy="4453268"/>
          </a:xfrm>
        </p:spPr>
        <p:txBody>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16">
            <a:extLst>
              <a:ext uri="{FF2B5EF4-FFF2-40B4-BE49-F238E27FC236}">
                <a16:creationId xmlns:a16="http://schemas.microsoft.com/office/drawing/2014/main" id="{789DD7D8-DF0F-DCB3-3B16-4BF565C477F9}"/>
              </a:ext>
            </a:extLst>
          </p:cNvPr>
          <p:cNvSpPr>
            <a:spLocks noGrp="1"/>
          </p:cNvSpPr>
          <p:nvPr>
            <p:ph type="body" sz="quarter" idx="12" hasCustomPrompt="1"/>
          </p:nvPr>
        </p:nvSpPr>
        <p:spPr>
          <a:xfrm>
            <a:off x="449351" y="398928"/>
            <a:ext cx="8405486" cy="381001"/>
          </a:xfrm>
          <a:prstGeom prst="rect">
            <a:avLst/>
          </a:prstGeom>
        </p:spPr>
        <p:txBody>
          <a:bodyPr anchor="ctr">
            <a:noAutofit/>
          </a:bodyPr>
          <a:lstStyle>
            <a:lvl1pPr marL="45720" indent="0">
              <a:buNone/>
              <a:defRPr sz="2200" b="1" i="0">
                <a:solidFill>
                  <a:schemeClr val="bg1"/>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4" name="TextBox 3">
            <a:extLst>
              <a:ext uri="{FF2B5EF4-FFF2-40B4-BE49-F238E27FC236}">
                <a16:creationId xmlns:a16="http://schemas.microsoft.com/office/drawing/2014/main" id="{5AA599EA-83B8-AF3B-1798-E90ADA52E4FE}"/>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bg1"/>
                </a:solidFill>
                <a:latin typeface="+mn-lt"/>
              </a:rPr>
              <a:t>©2026 EXTREME NETWORKS, INC. ALL RIGHTS RESERVED.</a:t>
            </a:r>
          </a:p>
        </p:txBody>
      </p:sp>
    </p:spTree>
    <p:extLst>
      <p:ext uri="{BB962C8B-B14F-4D97-AF65-F5344CB8AC3E}">
        <p14:creationId xmlns:p14="http://schemas.microsoft.com/office/powerpoint/2010/main" val="71230575"/>
      </p:ext>
    </p:extLst>
  </p:cSld>
  <p:clrMapOvr>
    <a:masterClrMapping/>
  </p:clrMapOvr>
  <p:hf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14_No Image Slide">
    <p:spTree>
      <p:nvGrpSpPr>
        <p:cNvPr id="1" name=""/>
        <p:cNvGrpSpPr/>
        <p:nvPr/>
      </p:nvGrpSpPr>
      <p:grpSpPr>
        <a:xfrm>
          <a:off x="0" y="0"/>
          <a:ext cx="0" cy="0"/>
          <a:chOff x="0" y="0"/>
          <a:chExt cx="0" cy="0"/>
        </a:xfrm>
      </p:grpSpPr>
      <p:pic>
        <p:nvPicPr>
          <p:cNvPr id="4" name="Picture 3" descr="A purple circle with black background  AI-generated content may be incorrect.">
            <a:extLst>
              <a:ext uri="{FF2B5EF4-FFF2-40B4-BE49-F238E27FC236}">
                <a16:creationId xmlns:a16="http://schemas.microsoft.com/office/drawing/2014/main" id="{930B63BC-35B4-AB3B-C801-8112B15BB552}"/>
              </a:ext>
            </a:extLst>
          </p:cNvPr>
          <p:cNvPicPr>
            <a:picLocks noChangeAspect="1"/>
          </p:cNvPicPr>
          <p:nvPr userDrawn="1"/>
        </p:nvPicPr>
        <p:blipFill>
          <a:blip r:embed="rId2"/>
          <a:stretch>
            <a:fillRect/>
          </a:stretch>
        </p:blipFill>
        <p:spPr>
          <a:xfrm>
            <a:off x="0" y="571500"/>
            <a:ext cx="12192000" cy="6286499"/>
          </a:xfrm>
          <a:prstGeom prst="rect">
            <a:avLst/>
          </a:prstGeom>
        </p:spPr>
      </p:pic>
      <p:pic>
        <p:nvPicPr>
          <p:cNvPr id="5" name="Picture 4" descr="A purple circle with black background  AI-generated content may be incorrect.">
            <a:extLst>
              <a:ext uri="{FF2B5EF4-FFF2-40B4-BE49-F238E27FC236}">
                <a16:creationId xmlns:a16="http://schemas.microsoft.com/office/drawing/2014/main" id="{4AB49A09-0FCC-771A-8167-40BC8BFE817E}"/>
              </a:ext>
            </a:extLst>
          </p:cNvPr>
          <p:cNvPicPr>
            <a:picLocks noChangeAspect="1"/>
          </p:cNvPicPr>
          <p:nvPr/>
        </p:nvPicPr>
        <p:blipFill>
          <a:blip r:embed="rId2"/>
          <a:stretch>
            <a:fillRect/>
          </a:stretch>
        </p:blipFill>
        <p:spPr>
          <a:xfrm>
            <a:off x="0" y="571500"/>
            <a:ext cx="12192000" cy="6286499"/>
          </a:xfrm>
          <a:prstGeom prst="rect">
            <a:avLst/>
          </a:prstGeom>
        </p:spPr>
      </p:pic>
      <p:pic>
        <p:nvPicPr>
          <p:cNvPr id="10" name="Picture 9" descr="A purple circle with black background  AI-generated content may be incorrect.">
            <a:extLst>
              <a:ext uri="{FF2B5EF4-FFF2-40B4-BE49-F238E27FC236}">
                <a16:creationId xmlns:a16="http://schemas.microsoft.com/office/drawing/2014/main" id="{C19D80FD-280B-DE3D-3527-26FD1FA003E6}"/>
              </a:ext>
            </a:extLst>
          </p:cNvPr>
          <p:cNvPicPr>
            <a:picLocks noChangeAspect="1"/>
          </p:cNvPicPr>
          <p:nvPr/>
        </p:nvPicPr>
        <p:blipFill>
          <a:blip r:embed="rId2"/>
          <a:stretch>
            <a:fillRect/>
          </a:stretch>
        </p:blipFill>
        <p:spPr>
          <a:xfrm>
            <a:off x="0" y="571500"/>
            <a:ext cx="12192000" cy="6286499"/>
          </a:xfrm>
          <a:prstGeom prst="rect">
            <a:avLst/>
          </a:prstGeom>
        </p:spPr>
      </p:pic>
      <p:sp>
        <p:nvSpPr>
          <p:cNvPr id="11" name="Picture Placeholder 20">
            <a:extLst>
              <a:ext uri="{FF2B5EF4-FFF2-40B4-BE49-F238E27FC236}">
                <a16:creationId xmlns:a16="http://schemas.microsoft.com/office/drawing/2014/main" id="{C2FD249A-3678-6826-94A0-673124A9E229}"/>
              </a:ext>
            </a:extLst>
          </p:cNvPr>
          <p:cNvSpPr>
            <a:spLocks noGrp="1"/>
          </p:cNvSpPr>
          <p:nvPr>
            <p:ph type="pic" sz="quarter" idx="17"/>
          </p:nvPr>
        </p:nvSpPr>
        <p:spPr>
          <a:xfrm>
            <a:off x="0" y="1260475"/>
            <a:ext cx="5553209" cy="5597526"/>
          </a:xfrm>
          <a:custGeom>
            <a:avLst/>
            <a:gdLst>
              <a:gd name="connsiteX0" fmla="*/ 0 w 5569527"/>
              <a:gd name="connsiteY0" fmla="*/ 0 h 5597526"/>
              <a:gd name="connsiteX1" fmla="*/ 2784764 w 5569527"/>
              <a:gd name="connsiteY1" fmla="*/ 0 h 5597526"/>
              <a:gd name="connsiteX2" fmla="*/ 5569528 w 5569527"/>
              <a:gd name="connsiteY2" fmla="*/ 2798763 h 5597526"/>
              <a:gd name="connsiteX3" fmla="*/ 2784764 w 5569527"/>
              <a:gd name="connsiteY3" fmla="*/ 5597526 h 5597526"/>
              <a:gd name="connsiteX4" fmla="*/ 0 w 5569527"/>
              <a:gd name="connsiteY4" fmla="*/ 5597526 h 5597526"/>
              <a:gd name="connsiteX5" fmla="*/ 0 w 5569527"/>
              <a:gd name="connsiteY5" fmla="*/ 0 h 5597526"/>
              <a:gd name="connsiteX0" fmla="*/ 0 w 5956902"/>
              <a:gd name="connsiteY0" fmla="*/ 0 h 5597526"/>
              <a:gd name="connsiteX1" fmla="*/ 4922323 w 5956902"/>
              <a:gd name="connsiteY1" fmla="*/ 11876 h 5597526"/>
              <a:gd name="connsiteX2" fmla="*/ 5569528 w 5956902"/>
              <a:gd name="connsiteY2" fmla="*/ 2798763 h 5597526"/>
              <a:gd name="connsiteX3" fmla="*/ 2784764 w 5956902"/>
              <a:gd name="connsiteY3" fmla="*/ 5597526 h 5597526"/>
              <a:gd name="connsiteX4" fmla="*/ 0 w 5956902"/>
              <a:gd name="connsiteY4" fmla="*/ 5597526 h 5597526"/>
              <a:gd name="connsiteX5" fmla="*/ 0 w 5956902"/>
              <a:gd name="connsiteY5" fmla="*/ 0 h 5597526"/>
              <a:gd name="connsiteX0" fmla="*/ 0 w 5958698"/>
              <a:gd name="connsiteY0" fmla="*/ 0 h 5597526"/>
              <a:gd name="connsiteX1" fmla="*/ 4925636 w 5958698"/>
              <a:gd name="connsiteY1" fmla="*/ 134458 h 5597526"/>
              <a:gd name="connsiteX2" fmla="*/ 5569528 w 5958698"/>
              <a:gd name="connsiteY2" fmla="*/ 2798763 h 5597526"/>
              <a:gd name="connsiteX3" fmla="*/ 2784764 w 5958698"/>
              <a:gd name="connsiteY3" fmla="*/ 5597526 h 5597526"/>
              <a:gd name="connsiteX4" fmla="*/ 0 w 5958698"/>
              <a:gd name="connsiteY4" fmla="*/ 5597526 h 5597526"/>
              <a:gd name="connsiteX5" fmla="*/ 0 w 5958698"/>
              <a:gd name="connsiteY5" fmla="*/ 0 h 5597526"/>
              <a:gd name="connsiteX0" fmla="*/ 0 w 5956902"/>
              <a:gd name="connsiteY0" fmla="*/ 0 h 5597526"/>
              <a:gd name="connsiteX1" fmla="*/ 4922323 w 5956902"/>
              <a:gd name="connsiteY1" fmla="*/ 5250 h 5597526"/>
              <a:gd name="connsiteX2" fmla="*/ 5569528 w 5956902"/>
              <a:gd name="connsiteY2" fmla="*/ 2798763 h 5597526"/>
              <a:gd name="connsiteX3" fmla="*/ 2784764 w 5956902"/>
              <a:gd name="connsiteY3" fmla="*/ 5597526 h 5597526"/>
              <a:gd name="connsiteX4" fmla="*/ 0 w 5956902"/>
              <a:gd name="connsiteY4" fmla="*/ 5597526 h 5597526"/>
              <a:gd name="connsiteX5" fmla="*/ 0 w 5956902"/>
              <a:gd name="connsiteY5" fmla="*/ 0 h 5597526"/>
              <a:gd name="connsiteX0" fmla="*/ 0 w 5829197"/>
              <a:gd name="connsiteY0" fmla="*/ 0 h 5597526"/>
              <a:gd name="connsiteX1" fmla="*/ 4922323 w 5829197"/>
              <a:gd name="connsiteY1" fmla="*/ 5250 h 5597526"/>
              <a:gd name="connsiteX2" fmla="*/ 5569528 w 5829197"/>
              <a:gd name="connsiteY2" fmla="*/ 2798763 h 5597526"/>
              <a:gd name="connsiteX3" fmla="*/ 4868668 w 5829197"/>
              <a:gd name="connsiteY3" fmla="*/ 5597526 h 5597526"/>
              <a:gd name="connsiteX4" fmla="*/ 0 w 5829197"/>
              <a:gd name="connsiteY4" fmla="*/ 5597526 h 5597526"/>
              <a:gd name="connsiteX5" fmla="*/ 0 w 5829197"/>
              <a:gd name="connsiteY5" fmla="*/ 0 h 5597526"/>
              <a:gd name="connsiteX0" fmla="*/ 0 w 5829197"/>
              <a:gd name="connsiteY0" fmla="*/ 0 h 5597526"/>
              <a:gd name="connsiteX1" fmla="*/ 4922323 w 5829197"/>
              <a:gd name="connsiteY1" fmla="*/ 5250 h 5597526"/>
              <a:gd name="connsiteX2" fmla="*/ 5569528 w 5829197"/>
              <a:gd name="connsiteY2" fmla="*/ 2798763 h 5597526"/>
              <a:gd name="connsiteX3" fmla="*/ 4868668 w 5829197"/>
              <a:gd name="connsiteY3" fmla="*/ 5597526 h 5597526"/>
              <a:gd name="connsiteX4" fmla="*/ 0 w 5829197"/>
              <a:gd name="connsiteY4" fmla="*/ 5597526 h 5597526"/>
              <a:gd name="connsiteX5" fmla="*/ 0 w 5829197"/>
              <a:gd name="connsiteY5" fmla="*/ 0 h 5597526"/>
              <a:gd name="connsiteX0" fmla="*/ 0 w 5569759"/>
              <a:gd name="connsiteY0" fmla="*/ 0 h 5597526"/>
              <a:gd name="connsiteX1" fmla="*/ 4922323 w 5569759"/>
              <a:gd name="connsiteY1" fmla="*/ 5250 h 5597526"/>
              <a:gd name="connsiteX2" fmla="*/ 5569528 w 5569759"/>
              <a:gd name="connsiteY2" fmla="*/ 2798763 h 5597526"/>
              <a:gd name="connsiteX3" fmla="*/ 4868668 w 5569759"/>
              <a:gd name="connsiteY3" fmla="*/ 5597526 h 5597526"/>
              <a:gd name="connsiteX4" fmla="*/ 0 w 5569759"/>
              <a:gd name="connsiteY4" fmla="*/ 5597526 h 5597526"/>
              <a:gd name="connsiteX5" fmla="*/ 0 w 5569759"/>
              <a:gd name="connsiteY5" fmla="*/ 0 h 5597526"/>
              <a:gd name="connsiteX0" fmla="*/ 0 w 5569759"/>
              <a:gd name="connsiteY0" fmla="*/ 0 h 5597526"/>
              <a:gd name="connsiteX1" fmla="*/ 4922323 w 5569759"/>
              <a:gd name="connsiteY1" fmla="*/ 5250 h 5597526"/>
              <a:gd name="connsiteX2" fmla="*/ 5569528 w 5569759"/>
              <a:gd name="connsiteY2" fmla="*/ 2798763 h 5597526"/>
              <a:gd name="connsiteX3" fmla="*/ 4868668 w 5569759"/>
              <a:gd name="connsiteY3" fmla="*/ 5597526 h 5597526"/>
              <a:gd name="connsiteX4" fmla="*/ 0 w 5569759"/>
              <a:gd name="connsiteY4" fmla="*/ 5597526 h 5597526"/>
              <a:gd name="connsiteX5" fmla="*/ 0 w 5569759"/>
              <a:gd name="connsiteY5" fmla="*/ 0 h 5597526"/>
              <a:gd name="connsiteX0" fmla="*/ 0 w 5553209"/>
              <a:gd name="connsiteY0" fmla="*/ 0 h 5597526"/>
              <a:gd name="connsiteX1" fmla="*/ 4922323 w 5553209"/>
              <a:gd name="connsiteY1" fmla="*/ 5250 h 5597526"/>
              <a:gd name="connsiteX2" fmla="*/ 5552963 w 5553209"/>
              <a:gd name="connsiteY2" fmla="*/ 2805389 h 5597526"/>
              <a:gd name="connsiteX3" fmla="*/ 4868668 w 5553209"/>
              <a:gd name="connsiteY3" fmla="*/ 5597526 h 5597526"/>
              <a:gd name="connsiteX4" fmla="*/ 0 w 5553209"/>
              <a:gd name="connsiteY4" fmla="*/ 5597526 h 5597526"/>
              <a:gd name="connsiteX5" fmla="*/ 0 w 5553209"/>
              <a:gd name="connsiteY5" fmla="*/ 0 h 5597526"/>
              <a:gd name="connsiteX0" fmla="*/ 0 w 5553209"/>
              <a:gd name="connsiteY0" fmla="*/ 0 h 5597526"/>
              <a:gd name="connsiteX1" fmla="*/ 4922323 w 5553209"/>
              <a:gd name="connsiteY1" fmla="*/ 5250 h 5597526"/>
              <a:gd name="connsiteX2" fmla="*/ 5552963 w 5553209"/>
              <a:gd name="connsiteY2" fmla="*/ 2805389 h 5597526"/>
              <a:gd name="connsiteX3" fmla="*/ 4868668 w 5553209"/>
              <a:gd name="connsiteY3" fmla="*/ 5597526 h 5597526"/>
              <a:gd name="connsiteX4" fmla="*/ 0 w 5553209"/>
              <a:gd name="connsiteY4" fmla="*/ 5597526 h 5597526"/>
              <a:gd name="connsiteX5" fmla="*/ 0 w 5553209"/>
              <a:gd name="connsiteY5" fmla="*/ 0 h 5597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53209" h="5597526">
                <a:moveTo>
                  <a:pt x="0" y="0"/>
                </a:moveTo>
                <a:lnTo>
                  <a:pt x="4922323" y="5250"/>
                </a:lnTo>
                <a:cubicBezTo>
                  <a:pt x="5327245" y="730807"/>
                  <a:pt x="5561905" y="1873343"/>
                  <a:pt x="5552963" y="2805389"/>
                </a:cubicBezTo>
                <a:cubicBezTo>
                  <a:pt x="5544021" y="3737435"/>
                  <a:pt x="5273205" y="4879906"/>
                  <a:pt x="4868668" y="5597526"/>
                </a:cubicBezTo>
                <a:lnTo>
                  <a:pt x="0" y="5597526"/>
                </a:lnTo>
                <a:lnTo>
                  <a:pt x="0" y="0"/>
                </a:lnTo>
                <a:close/>
              </a:path>
            </a:pathLst>
          </a:custGeom>
        </p:spPr>
        <p:txBody>
          <a:bodyPr/>
          <a:lstStyle>
            <a:lvl1pPr>
              <a:defRPr b="0" i="0">
                <a:latin typeface="+mn-lt"/>
              </a:defRPr>
            </a:lvl1pPr>
          </a:lstStyle>
          <a:p>
            <a:r>
              <a:rPr lang="en-US"/>
              <a:t>Click icon to add picture</a:t>
            </a:r>
          </a:p>
        </p:txBody>
      </p:sp>
      <p:pic>
        <p:nvPicPr>
          <p:cNvPr id="6" name="Graphic 5">
            <a:extLst>
              <a:ext uri="{FF2B5EF4-FFF2-40B4-BE49-F238E27FC236}">
                <a16:creationId xmlns:a16="http://schemas.microsoft.com/office/drawing/2014/main" id="{6FB836D5-B76E-04E0-DFC1-7B0306FA1F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10607" y="222069"/>
            <a:ext cx="1318093" cy="323306"/>
          </a:xfrm>
          <a:prstGeom prst="rect">
            <a:avLst/>
          </a:prstGeom>
        </p:spPr>
      </p:pic>
      <p:sp>
        <p:nvSpPr>
          <p:cNvPr id="8" name="Arc 11">
            <a:extLst>
              <a:ext uri="{FF2B5EF4-FFF2-40B4-BE49-F238E27FC236}">
                <a16:creationId xmlns:a16="http://schemas.microsoft.com/office/drawing/2014/main" id="{B310161E-D156-31E9-8E98-A36F77B89496}"/>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i="0">
              <a:latin typeface="+mn-lt"/>
            </a:endParaRPr>
          </a:p>
        </p:txBody>
      </p:sp>
      <p:grpSp>
        <p:nvGrpSpPr>
          <p:cNvPr id="20" name="Group 19">
            <a:extLst>
              <a:ext uri="{FF2B5EF4-FFF2-40B4-BE49-F238E27FC236}">
                <a16:creationId xmlns:a16="http://schemas.microsoft.com/office/drawing/2014/main" id="{3A86C9E1-4037-5BB5-5559-ADDAA6860F06}"/>
              </a:ext>
            </a:extLst>
          </p:cNvPr>
          <p:cNvGrpSpPr/>
          <p:nvPr userDrawn="1"/>
        </p:nvGrpSpPr>
        <p:grpSpPr>
          <a:xfrm>
            <a:off x="0" y="-12701"/>
            <a:ext cx="11417300" cy="1275984"/>
            <a:chOff x="0" y="-12701"/>
            <a:chExt cx="11417300" cy="1275984"/>
          </a:xfrm>
        </p:grpSpPr>
        <p:sp>
          <p:nvSpPr>
            <p:cNvPr id="21" name="Process 4">
              <a:extLst>
                <a:ext uri="{FF2B5EF4-FFF2-40B4-BE49-F238E27FC236}">
                  <a16:creationId xmlns:a16="http://schemas.microsoft.com/office/drawing/2014/main" id="{F1B06B25-7F0A-64E6-978A-E4EE03AAB9C5}"/>
                </a:ext>
              </a:extLst>
            </p:cNvPr>
            <p:cNvSpPr/>
            <p:nvPr/>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mn-lt"/>
              </a:endParaRPr>
            </a:p>
          </p:txBody>
        </p:sp>
        <p:sp>
          <p:nvSpPr>
            <p:cNvPr id="22" name="Arc 11">
              <a:extLst>
                <a:ext uri="{FF2B5EF4-FFF2-40B4-BE49-F238E27FC236}">
                  <a16:creationId xmlns:a16="http://schemas.microsoft.com/office/drawing/2014/main" id="{AFAF6E84-3C20-A877-A4AD-9DFAE59816A0}"/>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i="0">
                <a:latin typeface="+mn-lt"/>
              </a:endParaRPr>
            </a:p>
          </p:txBody>
        </p:sp>
        <p:sp>
          <p:nvSpPr>
            <p:cNvPr id="23" name="Arc 11">
              <a:extLst>
                <a:ext uri="{FF2B5EF4-FFF2-40B4-BE49-F238E27FC236}">
                  <a16:creationId xmlns:a16="http://schemas.microsoft.com/office/drawing/2014/main" id="{8908A29D-967A-E436-C8F6-CB596A9E6C8C}"/>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i="0">
                <a:latin typeface="+mn-lt"/>
              </a:endParaRPr>
            </a:p>
          </p:txBody>
        </p:sp>
      </p:grpSp>
      <p:sp>
        <p:nvSpPr>
          <p:cNvPr id="12" name="TextBox 11">
            <a:extLst>
              <a:ext uri="{FF2B5EF4-FFF2-40B4-BE49-F238E27FC236}">
                <a16:creationId xmlns:a16="http://schemas.microsoft.com/office/drawing/2014/main" id="{642B2C0A-35ED-C6FD-9FA3-90244868A5F2}"/>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tx1"/>
                </a:solidFill>
                <a:latin typeface="+mn-lt"/>
              </a:rPr>
              <a:t>‹#›</a:t>
            </a:fld>
            <a:endParaRPr lang="en-US" sz="800" b="1" i="0" dirty="0">
              <a:solidFill>
                <a:schemeClr val="tx1"/>
              </a:solidFill>
              <a:latin typeface="+mn-lt"/>
            </a:endParaRPr>
          </a:p>
        </p:txBody>
      </p:sp>
      <p:sp>
        <p:nvSpPr>
          <p:cNvPr id="3" name="Text Placeholder 16">
            <a:extLst>
              <a:ext uri="{FF2B5EF4-FFF2-40B4-BE49-F238E27FC236}">
                <a16:creationId xmlns:a16="http://schemas.microsoft.com/office/drawing/2014/main" id="{83ED9DCC-79A3-56B5-4051-4F66EA13180B}"/>
              </a:ext>
            </a:extLst>
          </p:cNvPr>
          <p:cNvSpPr>
            <a:spLocks noGrp="1"/>
          </p:cNvSpPr>
          <p:nvPr>
            <p:ph type="body" sz="quarter" idx="12" hasCustomPrompt="1"/>
          </p:nvPr>
        </p:nvSpPr>
        <p:spPr>
          <a:xfrm>
            <a:off x="449351" y="398928"/>
            <a:ext cx="8405486" cy="381001"/>
          </a:xfrm>
          <a:prstGeom prst="rect">
            <a:avLst/>
          </a:prstGeom>
        </p:spPr>
        <p:txBody>
          <a:bodyPr anchor="ctr">
            <a:noAutofit/>
          </a:bodyPr>
          <a:lstStyle>
            <a:lvl1pPr marL="45720" indent="0">
              <a:buNone/>
              <a:defRPr sz="2200" b="1" i="0">
                <a:solidFill>
                  <a:srgbClr val="440099"/>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2" name="TextBox 1">
            <a:extLst>
              <a:ext uri="{FF2B5EF4-FFF2-40B4-BE49-F238E27FC236}">
                <a16:creationId xmlns:a16="http://schemas.microsoft.com/office/drawing/2014/main" id="{DB0668FF-7C7E-D2F1-FBB0-1D9117F8DE01}"/>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Tree>
    <p:extLst>
      <p:ext uri="{BB962C8B-B14F-4D97-AF65-F5344CB8AC3E}">
        <p14:creationId xmlns:p14="http://schemas.microsoft.com/office/powerpoint/2010/main" val="2122052400"/>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guide id="3" pos="480">
          <p15:clr>
            <a:srgbClr val="FBAE40"/>
          </p15:clr>
        </p15:guide>
        <p15:guide id="4" pos="720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2_No Image Slide Dark">
    <p:bg>
      <p:bgPr>
        <a:solidFill>
          <a:srgbClr val="000000"/>
        </a:solidFill>
        <a:effectLst/>
      </p:bgPr>
    </p:bg>
    <p:spTree>
      <p:nvGrpSpPr>
        <p:cNvPr id="1" name=""/>
        <p:cNvGrpSpPr/>
        <p:nvPr/>
      </p:nvGrpSpPr>
      <p:grpSpPr>
        <a:xfrm>
          <a:off x="0" y="0"/>
          <a:ext cx="0" cy="0"/>
          <a:chOff x="0" y="0"/>
          <a:chExt cx="0" cy="0"/>
        </a:xfrm>
      </p:grpSpPr>
      <p:pic>
        <p:nvPicPr>
          <p:cNvPr id="4" name="Picture 3" descr="A blue and black planet  AI-generated content may be incorrect.">
            <a:extLst>
              <a:ext uri="{FF2B5EF4-FFF2-40B4-BE49-F238E27FC236}">
                <a16:creationId xmlns:a16="http://schemas.microsoft.com/office/drawing/2014/main" id="{23506BB2-A6B5-52CD-E11B-5AAA6B9DA1F8}"/>
              </a:ext>
            </a:extLst>
          </p:cNvPr>
          <p:cNvPicPr>
            <a:picLocks noChangeAspect="1"/>
          </p:cNvPicPr>
          <p:nvPr/>
        </p:nvPicPr>
        <p:blipFill>
          <a:blip r:embed="rId2"/>
          <a:stretch>
            <a:fillRect/>
          </a:stretch>
        </p:blipFill>
        <p:spPr>
          <a:xfrm>
            <a:off x="0" y="568224"/>
            <a:ext cx="12192000" cy="6289776"/>
          </a:xfrm>
          <a:prstGeom prst="rect">
            <a:avLst/>
          </a:prstGeom>
        </p:spPr>
      </p:pic>
      <p:sp>
        <p:nvSpPr>
          <p:cNvPr id="5" name="Picture Placeholder 20">
            <a:extLst>
              <a:ext uri="{FF2B5EF4-FFF2-40B4-BE49-F238E27FC236}">
                <a16:creationId xmlns:a16="http://schemas.microsoft.com/office/drawing/2014/main" id="{9257EE20-B7ED-5FDE-64A0-EA119915098C}"/>
              </a:ext>
            </a:extLst>
          </p:cNvPr>
          <p:cNvSpPr>
            <a:spLocks noGrp="1"/>
          </p:cNvSpPr>
          <p:nvPr>
            <p:ph type="pic" sz="quarter" idx="17"/>
          </p:nvPr>
        </p:nvSpPr>
        <p:spPr>
          <a:xfrm>
            <a:off x="0" y="1260475"/>
            <a:ext cx="5553209" cy="5597526"/>
          </a:xfrm>
          <a:custGeom>
            <a:avLst/>
            <a:gdLst>
              <a:gd name="connsiteX0" fmla="*/ 0 w 5569527"/>
              <a:gd name="connsiteY0" fmla="*/ 0 h 5597526"/>
              <a:gd name="connsiteX1" fmla="*/ 2784764 w 5569527"/>
              <a:gd name="connsiteY1" fmla="*/ 0 h 5597526"/>
              <a:gd name="connsiteX2" fmla="*/ 5569528 w 5569527"/>
              <a:gd name="connsiteY2" fmla="*/ 2798763 h 5597526"/>
              <a:gd name="connsiteX3" fmla="*/ 2784764 w 5569527"/>
              <a:gd name="connsiteY3" fmla="*/ 5597526 h 5597526"/>
              <a:gd name="connsiteX4" fmla="*/ 0 w 5569527"/>
              <a:gd name="connsiteY4" fmla="*/ 5597526 h 5597526"/>
              <a:gd name="connsiteX5" fmla="*/ 0 w 5569527"/>
              <a:gd name="connsiteY5" fmla="*/ 0 h 5597526"/>
              <a:gd name="connsiteX0" fmla="*/ 0 w 5956902"/>
              <a:gd name="connsiteY0" fmla="*/ 0 h 5597526"/>
              <a:gd name="connsiteX1" fmla="*/ 4922323 w 5956902"/>
              <a:gd name="connsiteY1" fmla="*/ 11876 h 5597526"/>
              <a:gd name="connsiteX2" fmla="*/ 5569528 w 5956902"/>
              <a:gd name="connsiteY2" fmla="*/ 2798763 h 5597526"/>
              <a:gd name="connsiteX3" fmla="*/ 2784764 w 5956902"/>
              <a:gd name="connsiteY3" fmla="*/ 5597526 h 5597526"/>
              <a:gd name="connsiteX4" fmla="*/ 0 w 5956902"/>
              <a:gd name="connsiteY4" fmla="*/ 5597526 h 5597526"/>
              <a:gd name="connsiteX5" fmla="*/ 0 w 5956902"/>
              <a:gd name="connsiteY5" fmla="*/ 0 h 5597526"/>
              <a:gd name="connsiteX0" fmla="*/ 0 w 5958698"/>
              <a:gd name="connsiteY0" fmla="*/ 0 h 5597526"/>
              <a:gd name="connsiteX1" fmla="*/ 4925636 w 5958698"/>
              <a:gd name="connsiteY1" fmla="*/ 134458 h 5597526"/>
              <a:gd name="connsiteX2" fmla="*/ 5569528 w 5958698"/>
              <a:gd name="connsiteY2" fmla="*/ 2798763 h 5597526"/>
              <a:gd name="connsiteX3" fmla="*/ 2784764 w 5958698"/>
              <a:gd name="connsiteY3" fmla="*/ 5597526 h 5597526"/>
              <a:gd name="connsiteX4" fmla="*/ 0 w 5958698"/>
              <a:gd name="connsiteY4" fmla="*/ 5597526 h 5597526"/>
              <a:gd name="connsiteX5" fmla="*/ 0 w 5958698"/>
              <a:gd name="connsiteY5" fmla="*/ 0 h 5597526"/>
              <a:gd name="connsiteX0" fmla="*/ 0 w 5956902"/>
              <a:gd name="connsiteY0" fmla="*/ 0 h 5597526"/>
              <a:gd name="connsiteX1" fmla="*/ 4922323 w 5956902"/>
              <a:gd name="connsiteY1" fmla="*/ 5250 h 5597526"/>
              <a:gd name="connsiteX2" fmla="*/ 5569528 w 5956902"/>
              <a:gd name="connsiteY2" fmla="*/ 2798763 h 5597526"/>
              <a:gd name="connsiteX3" fmla="*/ 2784764 w 5956902"/>
              <a:gd name="connsiteY3" fmla="*/ 5597526 h 5597526"/>
              <a:gd name="connsiteX4" fmla="*/ 0 w 5956902"/>
              <a:gd name="connsiteY4" fmla="*/ 5597526 h 5597526"/>
              <a:gd name="connsiteX5" fmla="*/ 0 w 5956902"/>
              <a:gd name="connsiteY5" fmla="*/ 0 h 5597526"/>
              <a:gd name="connsiteX0" fmla="*/ 0 w 5829197"/>
              <a:gd name="connsiteY0" fmla="*/ 0 h 5597526"/>
              <a:gd name="connsiteX1" fmla="*/ 4922323 w 5829197"/>
              <a:gd name="connsiteY1" fmla="*/ 5250 h 5597526"/>
              <a:gd name="connsiteX2" fmla="*/ 5569528 w 5829197"/>
              <a:gd name="connsiteY2" fmla="*/ 2798763 h 5597526"/>
              <a:gd name="connsiteX3" fmla="*/ 4868668 w 5829197"/>
              <a:gd name="connsiteY3" fmla="*/ 5597526 h 5597526"/>
              <a:gd name="connsiteX4" fmla="*/ 0 w 5829197"/>
              <a:gd name="connsiteY4" fmla="*/ 5597526 h 5597526"/>
              <a:gd name="connsiteX5" fmla="*/ 0 w 5829197"/>
              <a:gd name="connsiteY5" fmla="*/ 0 h 5597526"/>
              <a:gd name="connsiteX0" fmla="*/ 0 w 5829197"/>
              <a:gd name="connsiteY0" fmla="*/ 0 h 5597526"/>
              <a:gd name="connsiteX1" fmla="*/ 4922323 w 5829197"/>
              <a:gd name="connsiteY1" fmla="*/ 5250 h 5597526"/>
              <a:gd name="connsiteX2" fmla="*/ 5569528 w 5829197"/>
              <a:gd name="connsiteY2" fmla="*/ 2798763 h 5597526"/>
              <a:gd name="connsiteX3" fmla="*/ 4868668 w 5829197"/>
              <a:gd name="connsiteY3" fmla="*/ 5597526 h 5597526"/>
              <a:gd name="connsiteX4" fmla="*/ 0 w 5829197"/>
              <a:gd name="connsiteY4" fmla="*/ 5597526 h 5597526"/>
              <a:gd name="connsiteX5" fmla="*/ 0 w 5829197"/>
              <a:gd name="connsiteY5" fmla="*/ 0 h 5597526"/>
              <a:gd name="connsiteX0" fmla="*/ 0 w 5569759"/>
              <a:gd name="connsiteY0" fmla="*/ 0 h 5597526"/>
              <a:gd name="connsiteX1" fmla="*/ 4922323 w 5569759"/>
              <a:gd name="connsiteY1" fmla="*/ 5250 h 5597526"/>
              <a:gd name="connsiteX2" fmla="*/ 5569528 w 5569759"/>
              <a:gd name="connsiteY2" fmla="*/ 2798763 h 5597526"/>
              <a:gd name="connsiteX3" fmla="*/ 4868668 w 5569759"/>
              <a:gd name="connsiteY3" fmla="*/ 5597526 h 5597526"/>
              <a:gd name="connsiteX4" fmla="*/ 0 w 5569759"/>
              <a:gd name="connsiteY4" fmla="*/ 5597526 h 5597526"/>
              <a:gd name="connsiteX5" fmla="*/ 0 w 5569759"/>
              <a:gd name="connsiteY5" fmla="*/ 0 h 5597526"/>
              <a:gd name="connsiteX0" fmla="*/ 0 w 5569759"/>
              <a:gd name="connsiteY0" fmla="*/ 0 h 5597526"/>
              <a:gd name="connsiteX1" fmla="*/ 4922323 w 5569759"/>
              <a:gd name="connsiteY1" fmla="*/ 5250 h 5597526"/>
              <a:gd name="connsiteX2" fmla="*/ 5569528 w 5569759"/>
              <a:gd name="connsiteY2" fmla="*/ 2798763 h 5597526"/>
              <a:gd name="connsiteX3" fmla="*/ 4868668 w 5569759"/>
              <a:gd name="connsiteY3" fmla="*/ 5597526 h 5597526"/>
              <a:gd name="connsiteX4" fmla="*/ 0 w 5569759"/>
              <a:gd name="connsiteY4" fmla="*/ 5597526 h 5597526"/>
              <a:gd name="connsiteX5" fmla="*/ 0 w 5569759"/>
              <a:gd name="connsiteY5" fmla="*/ 0 h 5597526"/>
              <a:gd name="connsiteX0" fmla="*/ 0 w 5553209"/>
              <a:gd name="connsiteY0" fmla="*/ 0 h 5597526"/>
              <a:gd name="connsiteX1" fmla="*/ 4922323 w 5553209"/>
              <a:gd name="connsiteY1" fmla="*/ 5250 h 5597526"/>
              <a:gd name="connsiteX2" fmla="*/ 5552963 w 5553209"/>
              <a:gd name="connsiteY2" fmla="*/ 2805389 h 5597526"/>
              <a:gd name="connsiteX3" fmla="*/ 4868668 w 5553209"/>
              <a:gd name="connsiteY3" fmla="*/ 5597526 h 5597526"/>
              <a:gd name="connsiteX4" fmla="*/ 0 w 5553209"/>
              <a:gd name="connsiteY4" fmla="*/ 5597526 h 5597526"/>
              <a:gd name="connsiteX5" fmla="*/ 0 w 5553209"/>
              <a:gd name="connsiteY5" fmla="*/ 0 h 5597526"/>
              <a:gd name="connsiteX0" fmla="*/ 0 w 5553209"/>
              <a:gd name="connsiteY0" fmla="*/ 0 h 5597526"/>
              <a:gd name="connsiteX1" fmla="*/ 4922323 w 5553209"/>
              <a:gd name="connsiteY1" fmla="*/ 5250 h 5597526"/>
              <a:gd name="connsiteX2" fmla="*/ 5552963 w 5553209"/>
              <a:gd name="connsiteY2" fmla="*/ 2805389 h 5597526"/>
              <a:gd name="connsiteX3" fmla="*/ 4868668 w 5553209"/>
              <a:gd name="connsiteY3" fmla="*/ 5597526 h 5597526"/>
              <a:gd name="connsiteX4" fmla="*/ 0 w 5553209"/>
              <a:gd name="connsiteY4" fmla="*/ 5597526 h 5597526"/>
              <a:gd name="connsiteX5" fmla="*/ 0 w 5553209"/>
              <a:gd name="connsiteY5" fmla="*/ 0 h 5597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53209" h="5597526">
                <a:moveTo>
                  <a:pt x="0" y="0"/>
                </a:moveTo>
                <a:lnTo>
                  <a:pt x="4922323" y="5250"/>
                </a:lnTo>
                <a:cubicBezTo>
                  <a:pt x="5327245" y="730807"/>
                  <a:pt x="5561905" y="1873343"/>
                  <a:pt x="5552963" y="2805389"/>
                </a:cubicBezTo>
                <a:cubicBezTo>
                  <a:pt x="5544021" y="3737435"/>
                  <a:pt x="5273205" y="4879906"/>
                  <a:pt x="4868668" y="5597526"/>
                </a:cubicBezTo>
                <a:lnTo>
                  <a:pt x="0" y="5597526"/>
                </a:lnTo>
                <a:lnTo>
                  <a:pt x="0" y="0"/>
                </a:lnTo>
                <a:close/>
              </a:path>
            </a:pathLst>
          </a:custGeom>
        </p:spPr>
        <p:txBody>
          <a:bodyPr/>
          <a:lstStyle>
            <a:lvl1pPr>
              <a:defRPr b="0" i="0">
                <a:solidFill>
                  <a:schemeClr val="bg1"/>
                </a:solidFill>
                <a:latin typeface="+mn-lt"/>
              </a:defRPr>
            </a:lvl1pPr>
          </a:lstStyle>
          <a:p>
            <a:r>
              <a:rPr lang="en-US"/>
              <a:t>Click icon to add picture</a:t>
            </a:r>
          </a:p>
        </p:txBody>
      </p:sp>
      <p:sp>
        <p:nvSpPr>
          <p:cNvPr id="16" name="Slide Number Placeholder 5">
            <a:extLst>
              <a:ext uri="{FF2B5EF4-FFF2-40B4-BE49-F238E27FC236}">
                <a16:creationId xmlns:a16="http://schemas.microsoft.com/office/drawing/2014/main" id="{7D5699FB-4A24-B448-8178-2F6CF8059439}"/>
              </a:ext>
            </a:extLst>
          </p:cNvPr>
          <p:cNvSpPr txBox="1">
            <a:spLocks/>
          </p:cNvSpPr>
          <p:nvPr/>
        </p:nvSpPr>
        <p:spPr>
          <a:xfrm>
            <a:off x="11400290" y="6388190"/>
            <a:ext cx="270958" cy="88810"/>
          </a:xfrm>
          <a:prstGeom prst="rect">
            <a:avLst/>
          </a:prstGeom>
        </p:spPr>
        <p:txBody>
          <a:bodyPr vert="horz" lIns="0" tIns="0" rIns="0" bIns="0" rtlCol="0" anchor="ctr" anchorCtr="0"/>
          <a:lstStyle>
            <a:defPPr>
              <a:defRPr lang="en-US"/>
            </a:defPPr>
            <a:lvl1pPr marL="0" algn="r" defTabSz="914400" rtl="0" eaLnBrk="1" latinLnBrk="0" hangingPunct="1">
              <a:defRPr sz="800" b="1" i="0" kern="1200">
                <a:solidFill>
                  <a:schemeClr val="bg1"/>
                </a:solidFill>
                <a:latin typeface="Montserrat SemiBold"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bg2">
                  <a:lumMod val="10000"/>
                </a:schemeClr>
              </a:solidFill>
              <a:latin typeface="+mn-lt"/>
            </a:endParaRPr>
          </a:p>
        </p:txBody>
      </p:sp>
      <p:grpSp>
        <p:nvGrpSpPr>
          <p:cNvPr id="15" name="Group 14">
            <a:extLst>
              <a:ext uri="{FF2B5EF4-FFF2-40B4-BE49-F238E27FC236}">
                <a16:creationId xmlns:a16="http://schemas.microsoft.com/office/drawing/2014/main" id="{41263820-E2EC-367F-17BC-E6FD0B2DCD53}"/>
              </a:ext>
            </a:extLst>
          </p:cNvPr>
          <p:cNvGrpSpPr/>
          <p:nvPr/>
        </p:nvGrpSpPr>
        <p:grpSpPr>
          <a:xfrm>
            <a:off x="0" y="-12701"/>
            <a:ext cx="11417300" cy="1297890"/>
            <a:chOff x="0" y="-12701"/>
            <a:chExt cx="11417300" cy="1297890"/>
          </a:xfrm>
        </p:grpSpPr>
        <p:sp>
          <p:nvSpPr>
            <p:cNvPr id="17" name="Process 4">
              <a:extLst>
                <a:ext uri="{FF2B5EF4-FFF2-40B4-BE49-F238E27FC236}">
                  <a16:creationId xmlns:a16="http://schemas.microsoft.com/office/drawing/2014/main" id="{4CE563A4-FAD9-5920-BBE2-051A049EEF4C}"/>
                </a:ext>
              </a:extLst>
            </p:cNvPr>
            <p:cNvSpPr/>
            <p:nvPr/>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rgbClr val="20004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sp>
          <p:nvSpPr>
            <p:cNvPr id="19" name="Arc 11">
              <a:extLst>
                <a:ext uri="{FF2B5EF4-FFF2-40B4-BE49-F238E27FC236}">
                  <a16:creationId xmlns:a16="http://schemas.microsoft.com/office/drawing/2014/main" id="{9B27D800-D068-6C7F-36DB-7E8AEF3765BE}"/>
                </a:ext>
              </a:extLst>
            </p:cNvPr>
            <p:cNvSpPr/>
            <p:nvPr/>
          </p:nvSpPr>
          <p:spPr>
            <a:xfrm>
              <a:off x="9266237" y="15189"/>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noFill/>
            <a:ln w="9525" cap="flat" cmpd="sng" algn="ctr">
              <a:solidFill>
                <a:srgbClr val="7519F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sp>
          <p:nvSpPr>
            <p:cNvPr id="20" name="Arc 11">
              <a:extLst>
                <a:ext uri="{FF2B5EF4-FFF2-40B4-BE49-F238E27FC236}">
                  <a16:creationId xmlns:a16="http://schemas.microsoft.com/office/drawing/2014/main" id="{BC224F06-344E-AB53-854A-77D6CAC8D03F}"/>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noFill/>
            <a:ln w="9525" cap="flat" cmpd="sng" algn="ctr">
              <a:solidFill>
                <a:srgbClr val="7D76F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grpSp>
      <p:pic>
        <p:nvPicPr>
          <p:cNvPr id="21" name="Graphic 20">
            <a:extLst>
              <a:ext uri="{FF2B5EF4-FFF2-40B4-BE49-F238E27FC236}">
                <a16:creationId xmlns:a16="http://schemas.microsoft.com/office/drawing/2014/main" id="{E034B41F-F960-F3BC-9ED2-DEF2226209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10607" y="222069"/>
            <a:ext cx="1318093" cy="323306"/>
          </a:xfrm>
          <a:prstGeom prst="rect">
            <a:avLst/>
          </a:prstGeom>
        </p:spPr>
      </p:pic>
      <p:sp>
        <p:nvSpPr>
          <p:cNvPr id="8" name="TextBox 7">
            <a:extLst>
              <a:ext uri="{FF2B5EF4-FFF2-40B4-BE49-F238E27FC236}">
                <a16:creationId xmlns:a16="http://schemas.microsoft.com/office/drawing/2014/main" id="{67FD4ECD-E31A-ED6F-0AF9-76B577401126}"/>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bg1"/>
                </a:solidFill>
                <a:latin typeface="+mn-lt"/>
              </a:rPr>
              <a:t>‹#›</a:t>
            </a:fld>
            <a:endParaRPr lang="en-US" sz="800" b="1" i="0" dirty="0">
              <a:solidFill>
                <a:schemeClr val="bg1"/>
              </a:solidFill>
              <a:latin typeface="+mn-lt"/>
            </a:endParaRPr>
          </a:p>
        </p:txBody>
      </p:sp>
      <p:sp>
        <p:nvSpPr>
          <p:cNvPr id="2" name="Text Placeholder 16">
            <a:extLst>
              <a:ext uri="{FF2B5EF4-FFF2-40B4-BE49-F238E27FC236}">
                <a16:creationId xmlns:a16="http://schemas.microsoft.com/office/drawing/2014/main" id="{82F78D32-55A2-4752-4FF7-6154C23E70C2}"/>
              </a:ext>
            </a:extLst>
          </p:cNvPr>
          <p:cNvSpPr>
            <a:spLocks noGrp="1"/>
          </p:cNvSpPr>
          <p:nvPr>
            <p:ph type="body" sz="quarter" idx="12" hasCustomPrompt="1"/>
          </p:nvPr>
        </p:nvSpPr>
        <p:spPr>
          <a:xfrm>
            <a:off x="449351" y="398928"/>
            <a:ext cx="8405486" cy="381001"/>
          </a:xfrm>
          <a:prstGeom prst="rect">
            <a:avLst/>
          </a:prstGeom>
        </p:spPr>
        <p:txBody>
          <a:bodyPr anchor="ctr">
            <a:noAutofit/>
          </a:bodyPr>
          <a:lstStyle>
            <a:lvl1pPr marL="45720" indent="0">
              <a:buNone/>
              <a:defRPr sz="2200" b="1" i="0">
                <a:solidFill>
                  <a:schemeClr val="bg1"/>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3" name="TextBox 2">
            <a:extLst>
              <a:ext uri="{FF2B5EF4-FFF2-40B4-BE49-F238E27FC236}">
                <a16:creationId xmlns:a16="http://schemas.microsoft.com/office/drawing/2014/main" id="{96B23ACC-F367-EA3A-BF67-91CCC75BE93A}"/>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bg1"/>
                </a:solidFill>
                <a:latin typeface="+mn-lt"/>
              </a:rPr>
              <a:t>©2026 EXTREME NETWORKS, INC. ALL RIGHTS RESERVED.</a:t>
            </a:r>
          </a:p>
        </p:txBody>
      </p:sp>
    </p:spTree>
    <p:extLst>
      <p:ext uri="{BB962C8B-B14F-4D97-AF65-F5344CB8AC3E}">
        <p14:creationId xmlns:p14="http://schemas.microsoft.com/office/powerpoint/2010/main" val="21593436"/>
      </p:ext>
    </p:extLst>
  </p:cSld>
  <p:clrMapOvr>
    <a:masterClrMapping/>
  </p:clrMapOvr>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15_No Image Slide">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08D320DF-E8C7-8962-C321-8BDBCA085E80}"/>
              </a:ext>
            </a:extLst>
          </p:cNvPr>
          <p:cNvGrpSpPr/>
          <p:nvPr/>
        </p:nvGrpSpPr>
        <p:grpSpPr>
          <a:xfrm>
            <a:off x="0" y="-12701"/>
            <a:ext cx="11417300" cy="1275984"/>
            <a:chOff x="0" y="-12701"/>
            <a:chExt cx="11417300" cy="1275984"/>
          </a:xfrm>
        </p:grpSpPr>
        <p:sp>
          <p:nvSpPr>
            <p:cNvPr id="4" name="Process 4">
              <a:extLst>
                <a:ext uri="{FF2B5EF4-FFF2-40B4-BE49-F238E27FC236}">
                  <a16:creationId xmlns:a16="http://schemas.microsoft.com/office/drawing/2014/main" id="{E5DBCDEA-AA2C-D86E-CA1D-818B99B7F053}"/>
                </a:ext>
              </a:extLst>
            </p:cNvPr>
            <p:cNvSpPr/>
            <p:nvPr/>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mn-lt"/>
              </a:endParaRPr>
            </a:p>
          </p:txBody>
        </p:sp>
        <p:sp>
          <p:nvSpPr>
            <p:cNvPr id="13" name="Arc 11">
              <a:extLst>
                <a:ext uri="{FF2B5EF4-FFF2-40B4-BE49-F238E27FC236}">
                  <a16:creationId xmlns:a16="http://schemas.microsoft.com/office/drawing/2014/main" id="{288C6B42-89A1-9F43-F9BB-208C61E5B542}"/>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i="0">
                <a:latin typeface="+mn-lt"/>
              </a:endParaRPr>
            </a:p>
          </p:txBody>
        </p:sp>
        <p:sp>
          <p:nvSpPr>
            <p:cNvPr id="14" name="Arc 11">
              <a:extLst>
                <a:ext uri="{FF2B5EF4-FFF2-40B4-BE49-F238E27FC236}">
                  <a16:creationId xmlns:a16="http://schemas.microsoft.com/office/drawing/2014/main" id="{9F9AE095-B7C4-E562-A71C-2F4BF7A32F09}"/>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i="0">
                <a:latin typeface="+mn-lt"/>
              </a:endParaRPr>
            </a:p>
          </p:txBody>
        </p:sp>
      </p:grpSp>
      <p:pic>
        <p:nvPicPr>
          <p:cNvPr id="6" name="Graphic 5">
            <a:extLst>
              <a:ext uri="{FF2B5EF4-FFF2-40B4-BE49-F238E27FC236}">
                <a16:creationId xmlns:a16="http://schemas.microsoft.com/office/drawing/2014/main" id="{6FB836D5-B76E-04E0-DFC1-7B0306FA1F7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10607" y="222069"/>
            <a:ext cx="1318093" cy="323306"/>
          </a:xfrm>
          <a:prstGeom prst="rect">
            <a:avLst/>
          </a:prstGeom>
        </p:spPr>
      </p:pic>
      <p:sp>
        <p:nvSpPr>
          <p:cNvPr id="5" name="Picture Placeholder 20">
            <a:extLst>
              <a:ext uri="{FF2B5EF4-FFF2-40B4-BE49-F238E27FC236}">
                <a16:creationId xmlns:a16="http://schemas.microsoft.com/office/drawing/2014/main" id="{87E0E9F6-9833-8400-E0CB-11CF43E5259E}"/>
              </a:ext>
            </a:extLst>
          </p:cNvPr>
          <p:cNvSpPr>
            <a:spLocks noGrp="1"/>
          </p:cNvSpPr>
          <p:nvPr>
            <p:ph type="pic" sz="quarter" idx="17"/>
          </p:nvPr>
        </p:nvSpPr>
        <p:spPr>
          <a:xfrm>
            <a:off x="0" y="1260475"/>
            <a:ext cx="6096000" cy="5597526"/>
          </a:xfrm>
          <a:prstGeom prst="rect">
            <a:avLst/>
          </a:prstGeom>
        </p:spPr>
        <p:txBody>
          <a:bodyPr/>
          <a:lstStyle>
            <a:lvl1pPr>
              <a:defRPr b="0" i="0">
                <a:latin typeface="+mn-lt"/>
              </a:defRPr>
            </a:lvl1pPr>
          </a:lstStyle>
          <a:p>
            <a:r>
              <a:rPr lang="en-US"/>
              <a:t>Click icon to add picture</a:t>
            </a:r>
          </a:p>
        </p:txBody>
      </p:sp>
      <p:pic>
        <p:nvPicPr>
          <p:cNvPr id="11" name="Graphic 10">
            <a:extLst>
              <a:ext uri="{FF2B5EF4-FFF2-40B4-BE49-F238E27FC236}">
                <a16:creationId xmlns:a16="http://schemas.microsoft.com/office/drawing/2014/main" id="{617C196D-5BDB-F2A8-458D-EE5E38D5C2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10607" y="222069"/>
            <a:ext cx="1318093" cy="323306"/>
          </a:xfrm>
          <a:prstGeom prst="rect">
            <a:avLst/>
          </a:prstGeom>
        </p:spPr>
      </p:pic>
      <p:sp>
        <p:nvSpPr>
          <p:cNvPr id="10" name="TextBox 9">
            <a:extLst>
              <a:ext uri="{FF2B5EF4-FFF2-40B4-BE49-F238E27FC236}">
                <a16:creationId xmlns:a16="http://schemas.microsoft.com/office/drawing/2014/main" id="{2FB15441-2888-E529-ECA4-0C67047D7CCC}"/>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tx1"/>
                </a:solidFill>
                <a:latin typeface="+mn-lt"/>
              </a:rPr>
              <a:t>‹#›</a:t>
            </a:fld>
            <a:endParaRPr lang="en-US" sz="800" b="1" i="0" dirty="0">
              <a:solidFill>
                <a:schemeClr val="tx1"/>
              </a:solidFill>
              <a:latin typeface="+mn-lt"/>
            </a:endParaRPr>
          </a:p>
        </p:txBody>
      </p:sp>
      <p:sp>
        <p:nvSpPr>
          <p:cNvPr id="3" name="Text Placeholder 16">
            <a:extLst>
              <a:ext uri="{FF2B5EF4-FFF2-40B4-BE49-F238E27FC236}">
                <a16:creationId xmlns:a16="http://schemas.microsoft.com/office/drawing/2014/main" id="{D787AB39-8824-C964-097A-1C6F56D892CB}"/>
              </a:ext>
            </a:extLst>
          </p:cNvPr>
          <p:cNvSpPr>
            <a:spLocks noGrp="1"/>
          </p:cNvSpPr>
          <p:nvPr>
            <p:ph type="body" sz="quarter" idx="12" hasCustomPrompt="1"/>
          </p:nvPr>
        </p:nvSpPr>
        <p:spPr>
          <a:xfrm>
            <a:off x="449351" y="398928"/>
            <a:ext cx="8405486" cy="381001"/>
          </a:xfrm>
          <a:prstGeom prst="rect">
            <a:avLst/>
          </a:prstGeom>
        </p:spPr>
        <p:txBody>
          <a:bodyPr anchor="ctr">
            <a:noAutofit/>
          </a:bodyPr>
          <a:lstStyle>
            <a:lvl1pPr marL="45720" indent="0">
              <a:buNone/>
              <a:defRPr sz="2200" b="1" i="0">
                <a:solidFill>
                  <a:srgbClr val="440099"/>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2" name="TextBox 1">
            <a:extLst>
              <a:ext uri="{FF2B5EF4-FFF2-40B4-BE49-F238E27FC236}">
                <a16:creationId xmlns:a16="http://schemas.microsoft.com/office/drawing/2014/main" id="{75FA2128-CCAA-A2FA-50AD-826BDA4A55B9}"/>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Tree>
    <p:extLst>
      <p:ext uri="{BB962C8B-B14F-4D97-AF65-F5344CB8AC3E}">
        <p14:creationId xmlns:p14="http://schemas.microsoft.com/office/powerpoint/2010/main" val="1518935700"/>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guide id="3" pos="480">
          <p15:clr>
            <a:srgbClr val="FBAE40"/>
          </p15:clr>
        </p15:guide>
        <p15:guide id="4" pos="720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3_No Image Slide Dark">
    <p:bg>
      <p:bgPr>
        <a:solidFill>
          <a:srgbClr val="000000"/>
        </a:solidFill>
        <a:effectLst/>
      </p:bgPr>
    </p:bg>
    <p:spTree>
      <p:nvGrpSpPr>
        <p:cNvPr id="1" name=""/>
        <p:cNvGrpSpPr/>
        <p:nvPr/>
      </p:nvGrpSpPr>
      <p:grpSpPr>
        <a:xfrm>
          <a:off x="0" y="0"/>
          <a:ext cx="0" cy="0"/>
          <a:chOff x="0" y="0"/>
          <a:chExt cx="0" cy="0"/>
        </a:xfrm>
      </p:grpSpPr>
      <p:sp>
        <p:nvSpPr>
          <p:cNvPr id="16" name="Slide Number Placeholder 5">
            <a:extLst>
              <a:ext uri="{FF2B5EF4-FFF2-40B4-BE49-F238E27FC236}">
                <a16:creationId xmlns:a16="http://schemas.microsoft.com/office/drawing/2014/main" id="{7D5699FB-4A24-B448-8178-2F6CF8059439}"/>
              </a:ext>
            </a:extLst>
          </p:cNvPr>
          <p:cNvSpPr txBox="1">
            <a:spLocks/>
          </p:cNvSpPr>
          <p:nvPr/>
        </p:nvSpPr>
        <p:spPr>
          <a:xfrm>
            <a:off x="11400290" y="6388190"/>
            <a:ext cx="270958" cy="88810"/>
          </a:xfrm>
          <a:prstGeom prst="rect">
            <a:avLst/>
          </a:prstGeom>
        </p:spPr>
        <p:txBody>
          <a:bodyPr vert="horz" lIns="0" tIns="0" rIns="0" bIns="0" rtlCol="0" anchor="ctr" anchorCtr="0"/>
          <a:lstStyle>
            <a:defPPr>
              <a:defRPr lang="en-US"/>
            </a:defPPr>
            <a:lvl1pPr marL="0" algn="r" defTabSz="914400" rtl="0" eaLnBrk="1" latinLnBrk="0" hangingPunct="1">
              <a:defRPr sz="800" b="1" i="0" kern="1200">
                <a:solidFill>
                  <a:schemeClr val="bg1"/>
                </a:solidFill>
                <a:latin typeface="Montserrat SemiBold"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bg2">
                  <a:lumMod val="10000"/>
                </a:schemeClr>
              </a:solidFill>
              <a:latin typeface="+mn-lt"/>
            </a:endParaRPr>
          </a:p>
        </p:txBody>
      </p:sp>
      <p:sp>
        <p:nvSpPr>
          <p:cNvPr id="3" name="Picture Placeholder 20">
            <a:extLst>
              <a:ext uri="{FF2B5EF4-FFF2-40B4-BE49-F238E27FC236}">
                <a16:creationId xmlns:a16="http://schemas.microsoft.com/office/drawing/2014/main" id="{61C9270F-A710-1F17-AC7B-C1B10CB22685}"/>
              </a:ext>
            </a:extLst>
          </p:cNvPr>
          <p:cNvSpPr>
            <a:spLocks noGrp="1"/>
          </p:cNvSpPr>
          <p:nvPr>
            <p:ph type="pic" sz="quarter" idx="17"/>
          </p:nvPr>
        </p:nvSpPr>
        <p:spPr>
          <a:xfrm>
            <a:off x="0" y="1260475"/>
            <a:ext cx="6096000" cy="5597526"/>
          </a:xfrm>
          <a:prstGeom prst="rect">
            <a:avLst/>
          </a:prstGeom>
        </p:spPr>
        <p:txBody>
          <a:bodyPr/>
          <a:lstStyle>
            <a:lvl1pPr>
              <a:defRPr b="0" i="0">
                <a:solidFill>
                  <a:schemeClr val="bg1"/>
                </a:solidFill>
                <a:latin typeface="+mn-lt"/>
              </a:defRPr>
            </a:lvl1pPr>
          </a:lstStyle>
          <a:p>
            <a:r>
              <a:rPr lang="en-US"/>
              <a:t>Click icon to add picture</a:t>
            </a:r>
          </a:p>
        </p:txBody>
      </p:sp>
      <p:grpSp>
        <p:nvGrpSpPr>
          <p:cNvPr id="11" name="Group 10">
            <a:extLst>
              <a:ext uri="{FF2B5EF4-FFF2-40B4-BE49-F238E27FC236}">
                <a16:creationId xmlns:a16="http://schemas.microsoft.com/office/drawing/2014/main" id="{286517DD-E09D-A0CD-5A41-EECAA2964FE3}"/>
              </a:ext>
            </a:extLst>
          </p:cNvPr>
          <p:cNvGrpSpPr/>
          <p:nvPr/>
        </p:nvGrpSpPr>
        <p:grpSpPr>
          <a:xfrm>
            <a:off x="0" y="-12701"/>
            <a:ext cx="11417300" cy="1297890"/>
            <a:chOff x="0" y="-12701"/>
            <a:chExt cx="11417300" cy="1297890"/>
          </a:xfrm>
        </p:grpSpPr>
        <p:sp>
          <p:nvSpPr>
            <p:cNvPr id="14" name="Process 4">
              <a:extLst>
                <a:ext uri="{FF2B5EF4-FFF2-40B4-BE49-F238E27FC236}">
                  <a16:creationId xmlns:a16="http://schemas.microsoft.com/office/drawing/2014/main" id="{89D32B3C-947D-A2CD-099D-8F4F72DEF1DC}"/>
                </a:ext>
              </a:extLst>
            </p:cNvPr>
            <p:cNvSpPr/>
            <p:nvPr/>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rgbClr val="20004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sp>
          <p:nvSpPr>
            <p:cNvPr id="15" name="Arc 11">
              <a:extLst>
                <a:ext uri="{FF2B5EF4-FFF2-40B4-BE49-F238E27FC236}">
                  <a16:creationId xmlns:a16="http://schemas.microsoft.com/office/drawing/2014/main" id="{876876F4-25F6-D5A8-B520-ED4BF802C90B}"/>
                </a:ext>
              </a:extLst>
            </p:cNvPr>
            <p:cNvSpPr/>
            <p:nvPr/>
          </p:nvSpPr>
          <p:spPr>
            <a:xfrm>
              <a:off x="9266237" y="15189"/>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noFill/>
            <a:ln w="9525" cap="flat" cmpd="sng" algn="ctr">
              <a:solidFill>
                <a:srgbClr val="7519F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sp>
          <p:nvSpPr>
            <p:cNvPr id="17" name="Arc 11">
              <a:extLst>
                <a:ext uri="{FF2B5EF4-FFF2-40B4-BE49-F238E27FC236}">
                  <a16:creationId xmlns:a16="http://schemas.microsoft.com/office/drawing/2014/main" id="{9F12107B-1A13-280C-9A00-51342321671A}"/>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noFill/>
            <a:ln w="9525" cap="flat" cmpd="sng" algn="ctr">
              <a:solidFill>
                <a:srgbClr val="7D76F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grpSp>
      <p:pic>
        <p:nvPicPr>
          <p:cNvPr id="19" name="Graphic 18">
            <a:extLst>
              <a:ext uri="{FF2B5EF4-FFF2-40B4-BE49-F238E27FC236}">
                <a16:creationId xmlns:a16="http://schemas.microsoft.com/office/drawing/2014/main" id="{D28D06EA-86FC-AA5D-9A83-4CB8EDC46C5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10607" y="222069"/>
            <a:ext cx="1318093" cy="323306"/>
          </a:xfrm>
          <a:prstGeom prst="rect">
            <a:avLst/>
          </a:prstGeom>
        </p:spPr>
      </p:pic>
      <p:sp>
        <p:nvSpPr>
          <p:cNvPr id="8" name="TextBox 7">
            <a:extLst>
              <a:ext uri="{FF2B5EF4-FFF2-40B4-BE49-F238E27FC236}">
                <a16:creationId xmlns:a16="http://schemas.microsoft.com/office/drawing/2014/main" id="{B70C70E4-5722-05D6-671B-CBFC8576DDC6}"/>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bg1"/>
                </a:solidFill>
                <a:latin typeface="+mn-lt"/>
              </a:rPr>
              <a:t>‹#›</a:t>
            </a:fld>
            <a:endParaRPr lang="en-US" sz="800" b="1" i="0" dirty="0">
              <a:solidFill>
                <a:schemeClr val="bg1"/>
              </a:solidFill>
              <a:latin typeface="+mn-lt"/>
            </a:endParaRPr>
          </a:p>
        </p:txBody>
      </p:sp>
      <p:sp>
        <p:nvSpPr>
          <p:cNvPr id="4" name="Text Placeholder 16">
            <a:extLst>
              <a:ext uri="{FF2B5EF4-FFF2-40B4-BE49-F238E27FC236}">
                <a16:creationId xmlns:a16="http://schemas.microsoft.com/office/drawing/2014/main" id="{25D2AA8A-AAD8-FD49-3423-F065256A7206}"/>
              </a:ext>
            </a:extLst>
          </p:cNvPr>
          <p:cNvSpPr>
            <a:spLocks noGrp="1"/>
          </p:cNvSpPr>
          <p:nvPr>
            <p:ph type="body" sz="quarter" idx="12" hasCustomPrompt="1"/>
          </p:nvPr>
        </p:nvSpPr>
        <p:spPr>
          <a:xfrm>
            <a:off x="449351" y="398928"/>
            <a:ext cx="8405486" cy="381001"/>
          </a:xfrm>
          <a:prstGeom prst="rect">
            <a:avLst/>
          </a:prstGeom>
        </p:spPr>
        <p:txBody>
          <a:bodyPr anchor="ctr">
            <a:noAutofit/>
          </a:bodyPr>
          <a:lstStyle>
            <a:lvl1pPr marL="45720" indent="0">
              <a:buNone/>
              <a:defRPr sz="2200" b="1" i="0">
                <a:solidFill>
                  <a:schemeClr val="bg1"/>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2" name="TextBox 1">
            <a:extLst>
              <a:ext uri="{FF2B5EF4-FFF2-40B4-BE49-F238E27FC236}">
                <a16:creationId xmlns:a16="http://schemas.microsoft.com/office/drawing/2014/main" id="{C295143F-E0D1-E05C-23C8-9CD3972FDD38}"/>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bg1"/>
                </a:solidFill>
                <a:latin typeface="+mn-lt"/>
              </a:rPr>
              <a:t>©2026 EXTREME NETWORKS, INC. ALL RIGHTS RESERVED.</a:t>
            </a:r>
          </a:p>
        </p:txBody>
      </p:sp>
    </p:spTree>
    <p:extLst>
      <p:ext uri="{BB962C8B-B14F-4D97-AF65-F5344CB8AC3E}">
        <p14:creationId xmlns:p14="http://schemas.microsoft.com/office/powerpoint/2010/main" val="566950103"/>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439F63CE-57ED-60E8-ED08-9D685CA945A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10607" y="222069"/>
            <a:ext cx="1318093" cy="323306"/>
          </a:xfrm>
          <a:prstGeom prst="rect">
            <a:avLst/>
          </a:prstGeom>
        </p:spPr>
      </p:pic>
      <p:grpSp>
        <p:nvGrpSpPr>
          <p:cNvPr id="17" name="Group 16">
            <a:extLst>
              <a:ext uri="{FF2B5EF4-FFF2-40B4-BE49-F238E27FC236}">
                <a16:creationId xmlns:a16="http://schemas.microsoft.com/office/drawing/2014/main" id="{3566E856-40FF-5C72-4BA0-8864D2406ADF}"/>
              </a:ext>
            </a:extLst>
          </p:cNvPr>
          <p:cNvGrpSpPr/>
          <p:nvPr/>
        </p:nvGrpSpPr>
        <p:grpSpPr>
          <a:xfrm>
            <a:off x="0" y="-12701"/>
            <a:ext cx="11417300" cy="1275984"/>
            <a:chOff x="0" y="-12701"/>
            <a:chExt cx="11417300" cy="1275984"/>
          </a:xfrm>
        </p:grpSpPr>
        <p:sp>
          <p:nvSpPr>
            <p:cNvPr id="5" name="Process 4">
              <a:extLst>
                <a:ext uri="{FF2B5EF4-FFF2-40B4-BE49-F238E27FC236}">
                  <a16:creationId xmlns:a16="http://schemas.microsoft.com/office/drawing/2014/main" id="{9AEB8DAF-9D13-DFFC-687E-19B2BF218905}"/>
                </a:ext>
              </a:extLst>
            </p:cNvPr>
            <p:cNvSpPr/>
            <p:nvPr/>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mn-lt"/>
              </a:endParaRPr>
            </a:p>
          </p:txBody>
        </p:sp>
        <p:sp>
          <p:nvSpPr>
            <p:cNvPr id="7" name="Arc 11">
              <a:extLst>
                <a:ext uri="{FF2B5EF4-FFF2-40B4-BE49-F238E27FC236}">
                  <a16:creationId xmlns:a16="http://schemas.microsoft.com/office/drawing/2014/main" id="{E2C597D4-D479-AA73-FB52-7DDBF58D78E4}"/>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i="0">
                <a:latin typeface="+mn-lt"/>
              </a:endParaRPr>
            </a:p>
          </p:txBody>
        </p:sp>
        <p:sp>
          <p:nvSpPr>
            <p:cNvPr id="9" name="Arc 11">
              <a:extLst>
                <a:ext uri="{FF2B5EF4-FFF2-40B4-BE49-F238E27FC236}">
                  <a16:creationId xmlns:a16="http://schemas.microsoft.com/office/drawing/2014/main" id="{90F8AE56-14E7-529B-EF8A-C14B1CFAC415}"/>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i="0">
                <a:latin typeface="+mn-lt"/>
              </a:endParaRPr>
            </a:p>
          </p:txBody>
        </p:sp>
      </p:grpSp>
      <p:pic>
        <p:nvPicPr>
          <p:cNvPr id="10" name="Graphic 9">
            <a:extLst>
              <a:ext uri="{FF2B5EF4-FFF2-40B4-BE49-F238E27FC236}">
                <a16:creationId xmlns:a16="http://schemas.microsoft.com/office/drawing/2014/main" id="{DBC1839B-545B-E478-C4E9-C955A8ACD5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10607" y="222069"/>
            <a:ext cx="1318093" cy="323306"/>
          </a:xfrm>
          <a:prstGeom prst="rect">
            <a:avLst/>
          </a:prstGeom>
        </p:spPr>
      </p:pic>
      <p:sp>
        <p:nvSpPr>
          <p:cNvPr id="12" name="TextBox 11">
            <a:extLst>
              <a:ext uri="{FF2B5EF4-FFF2-40B4-BE49-F238E27FC236}">
                <a16:creationId xmlns:a16="http://schemas.microsoft.com/office/drawing/2014/main" id="{28F6A056-88FC-1951-D973-1ADAD9C09242}"/>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tx1"/>
                </a:solidFill>
                <a:latin typeface="+mn-lt"/>
              </a:rPr>
              <a:t>‹#›</a:t>
            </a:fld>
            <a:endParaRPr lang="en-US" sz="800" b="1" i="0" dirty="0">
              <a:solidFill>
                <a:schemeClr val="tx1"/>
              </a:solidFill>
              <a:latin typeface="+mn-lt"/>
            </a:endParaRPr>
          </a:p>
        </p:txBody>
      </p:sp>
      <p:sp>
        <p:nvSpPr>
          <p:cNvPr id="3" name="Text Placeholder 16">
            <a:extLst>
              <a:ext uri="{FF2B5EF4-FFF2-40B4-BE49-F238E27FC236}">
                <a16:creationId xmlns:a16="http://schemas.microsoft.com/office/drawing/2014/main" id="{3D3AD942-F7AD-D141-CF6B-22F4EE31BC35}"/>
              </a:ext>
            </a:extLst>
          </p:cNvPr>
          <p:cNvSpPr>
            <a:spLocks noGrp="1"/>
          </p:cNvSpPr>
          <p:nvPr>
            <p:ph type="body" sz="quarter" idx="12" hasCustomPrompt="1"/>
          </p:nvPr>
        </p:nvSpPr>
        <p:spPr>
          <a:xfrm>
            <a:off x="449351" y="398928"/>
            <a:ext cx="8405486" cy="381001"/>
          </a:xfrm>
          <a:prstGeom prst="rect">
            <a:avLst/>
          </a:prstGeom>
        </p:spPr>
        <p:txBody>
          <a:bodyPr anchor="ctr">
            <a:noAutofit/>
          </a:bodyPr>
          <a:lstStyle>
            <a:lvl1pPr marL="45720" indent="0">
              <a:buNone/>
              <a:defRPr sz="2200" b="1" i="0">
                <a:solidFill>
                  <a:srgbClr val="440099"/>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2" name="TextBox 1">
            <a:extLst>
              <a:ext uri="{FF2B5EF4-FFF2-40B4-BE49-F238E27FC236}">
                <a16:creationId xmlns:a16="http://schemas.microsoft.com/office/drawing/2014/main" id="{F9E182D2-8FEF-D249-6FD5-E01A2CFD28F4}"/>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Tree>
    <p:extLst>
      <p:ext uri="{BB962C8B-B14F-4D97-AF65-F5344CB8AC3E}">
        <p14:creationId xmlns:p14="http://schemas.microsoft.com/office/powerpoint/2010/main" val="1242471536"/>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guide id="3" pos="480">
          <p15:clr>
            <a:srgbClr val="FBAE40"/>
          </p15:clr>
        </p15:guide>
        <p15:guide id="4" pos="720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Only Subhead">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5B5A5329-BF9C-9405-D033-2F1F6C6079A8}"/>
              </a:ext>
            </a:extLst>
          </p:cNvPr>
          <p:cNvGrpSpPr/>
          <p:nvPr/>
        </p:nvGrpSpPr>
        <p:grpSpPr>
          <a:xfrm>
            <a:off x="0" y="-12701"/>
            <a:ext cx="11417300" cy="1275984"/>
            <a:chOff x="0" y="-12701"/>
            <a:chExt cx="11417300" cy="1275984"/>
          </a:xfrm>
        </p:grpSpPr>
        <p:sp>
          <p:nvSpPr>
            <p:cNvPr id="22" name="Process 4">
              <a:extLst>
                <a:ext uri="{FF2B5EF4-FFF2-40B4-BE49-F238E27FC236}">
                  <a16:creationId xmlns:a16="http://schemas.microsoft.com/office/drawing/2014/main" id="{91AB68F4-1D3D-E7BF-7FF6-C6694C7FECA6}"/>
                </a:ext>
              </a:extLst>
            </p:cNvPr>
            <p:cNvSpPr/>
            <p:nvPr/>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mn-lt"/>
              </a:endParaRPr>
            </a:p>
          </p:txBody>
        </p:sp>
        <p:sp>
          <p:nvSpPr>
            <p:cNvPr id="23" name="Arc 11">
              <a:extLst>
                <a:ext uri="{FF2B5EF4-FFF2-40B4-BE49-F238E27FC236}">
                  <a16:creationId xmlns:a16="http://schemas.microsoft.com/office/drawing/2014/main" id="{86AD72F3-BE0B-B826-DE71-90BD925189D1}"/>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i="0">
                <a:latin typeface="+mn-lt"/>
              </a:endParaRPr>
            </a:p>
          </p:txBody>
        </p:sp>
        <p:sp>
          <p:nvSpPr>
            <p:cNvPr id="24" name="Arc 11">
              <a:extLst>
                <a:ext uri="{FF2B5EF4-FFF2-40B4-BE49-F238E27FC236}">
                  <a16:creationId xmlns:a16="http://schemas.microsoft.com/office/drawing/2014/main" id="{5D81D51D-1353-F92E-BCD7-7AE356B90734}"/>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i="0">
                <a:latin typeface="+mn-lt"/>
              </a:endParaRPr>
            </a:p>
          </p:txBody>
        </p:sp>
      </p:grpSp>
      <p:pic>
        <p:nvPicPr>
          <p:cNvPr id="26" name="Graphic 25">
            <a:extLst>
              <a:ext uri="{FF2B5EF4-FFF2-40B4-BE49-F238E27FC236}">
                <a16:creationId xmlns:a16="http://schemas.microsoft.com/office/drawing/2014/main" id="{BAD78A7F-E7C0-5E4A-9BD8-DE5BE9332AA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10607" y="222069"/>
            <a:ext cx="1318093" cy="323306"/>
          </a:xfrm>
          <a:prstGeom prst="rect">
            <a:avLst/>
          </a:prstGeom>
        </p:spPr>
      </p:pic>
      <p:sp>
        <p:nvSpPr>
          <p:cNvPr id="7" name="TextBox 6">
            <a:extLst>
              <a:ext uri="{FF2B5EF4-FFF2-40B4-BE49-F238E27FC236}">
                <a16:creationId xmlns:a16="http://schemas.microsoft.com/office/drawing/2014/main" id="{84031CD3-30B1-E241-AD7D-585A2566ED2F}"/>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tx1"/>
                </a:solidFill>
                <a:latin typeface="+mn-lt"/>
              </a:rPr>
              <a:t>‹#›</a:t>
            </a:fld>
            <a:endParaRPr lang="en-US" sz="800" b="1" i="0" dirty="0">
              <a:solidFill>
                <a:schemeClr val="tx1"/>
              </a:solidFill>
              <a:latin typeface="+mn-lt"/>
            </a:endParaRPr>
          </a:p>
        </p:txBody>
      </p:sp>
      <p:sp>
        <p:nvSpPr>
          <p:cNvPr id="3" name="Text Placeholder 16">
            <a:extLst>
              <a:ext uri="{FF2B5EF4-FFF2-40B4-BE49-F238E27FC236}">
                <a16:creationId xmlns:a16="http://schemas.microsoft.com/office/drawing/2014/main" id="{ED9314F1-FFCF-D939-D24D-B029E98CEC34}"/>
              </a:ext>
            </a:extLst>
          </p:cNvPr>
          <p:cNvSpPr>
            <a:spLocks noGrp="1"/>
          </p:cNvSpPr>
          <p:nvPr>
            <p:ph type="body" sz="quarter" idx="14" hasCustomPrompt="1"/>
          </p:nvPr>
        </p:nvSpPr>
        <p:spPr>
          <a:xfrm>
            <a:off x="449351" y="380998"/>
            <a:ext cx="8260696" cy="381001"/>
          </a:xfrm>
          <a:prstGeom prst="rect">
            <a:avLst/>
          </a:prstGeom>
        </p:spPr>
        <p:txBody>
          <a:bodyPr anchor="b">
            <a:noAutofit/>
          </a:bodyPr>
          <a:lstStyle>
            <a:lvl1pPr marL="45720" indent="0">
              <a:buNone/>
              <a:defRPr sz="2200" b="1" i="0">
                <a:solidFill>
                  <a:srgbClr val="440099"/>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5" name="Text Placeholder 16">
            <a:extLst>
              <a:ext uri="{FF2B5EF4-FFF2-40B4-BE49-F238E27FC236}">
                <a16:creationId xmlns:a16="http://schemas.microsoft.com/office/drawing/2014/main" id="{24F68DBB-D4E7-DDE0-FF5E-07B52DC69E8D}"/>
              </a:ext>
            </a:extLst>
          </p:cNvPr>
          <p:cNvSpPr>
            <a:spLocks noGrp="1"/>
          </p:cNvSpPr>
          <p:nvPr>
            <p:ph type="body" sz="quarter" idx="15" hasCustomPrompt="1"/>
          </p:nvPr>
        </p:nvSpPr>
        <p:spPr>
          <a:xfrm>
            <a:off x="449351" y="837300"/>
            <a:ext cx="8260696" cy="381001"/>
          </a:xfrm>
          <a:prstGeom prst="rect">
            <a:avLst/>
          </a:prstGeom>
        </p:spPr>
        <p:txBody>
          <a:bodyPr anchor="t">
            <a:noAutofit/>
          </a:bodyPr>
          <a:lstStyle>
            <a:lvl1pPr marL="45720" indent="0">
              <a:buNone/>
              <a:defRPr sz="1400" b="0" i="0">
                <a:solidFill>
                  <a:schemeClr val="tx1"/>
                </a:solidFill>
                <a:latin typeface="DM Sans Medium" pitchFamily="50" charset="0"/>
              </a:defRPr>
            </a:lvl1pPr>
            <a:lvl2pPr>
              <a:defRPr sz="3400"/>
            </a:lvl2pPr>
            <a:lvl3pPr>
              <a:defRPr sz="3400"/>
            </a:lvl3pPr>
            <a:lvl4pPr>
              <a:defRPr sz="3400"/>
            </a:lvl4pPr>
            <a:lvl5pPr>
              <a:defRPr sz="3400"/>
            </a:lvl5pPr>
          </a:lstStyle>
          <a:p>
            <a:pPr lvl="0"/>
            <a:r>
              <a:rPr lang="en-US" dirty="0"/>
              <a:t>Title Goes Here (H2*)</a:t>
            </a:r>
          </a:p>
        </p:txBody>
      </p:sp>
      <p:sp>
        <p:nvSpPr>
          <p:cNvPr id="2" name="TextBox 1">
            <a:extLst>
              <a:ext uri="{FF2B5EF4-FFF2-40B4-BE49-F238E27FC236}">
                <a16:creationId xmlns:a16="http://schemas.microsoft.com/office/drawing/2014/main" id="{A115F07F-3D60-CA8F-B171-22499066C029}"/>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Tree>
    <p:extLst>
      <p:ext uri="{BB962C8B-B14F-4D97-AF65-F5344CB8AC3E}">
        <p14:creationId xmlns:p14="http://schemas.microsoft.com/office/powerpoint/2010/main" val="1345739327"/>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guide id="3" pos="480">
          <p15:clr>
            <a:srgbClr val="FBAE40"/>
          </p15:clr>
        </p15:guide>
        <p15:guide id="4" pos="720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Only Dark">
    <p:bg>
      <p:bgPr>
        <a:solidFill>
          <a:srgbClr val="000000"/>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6AC3B210-3ED5-2CDA-A293-D26EF843CFA2}"/>
              </a:ext>
            </a:extLst>
          </p:cNvPr>
          <p:cNvGrpSpPr/>
          <p:nvPr userDrawn="1"/>
        </p:nvGrpSpPr>
        <p:grpSpPr>
          <a:xfrm>
            <a:off x="0" y="-12701"/>
            <a:ext cx="11417300" cy="1297890"/>
            <a:chOff x="0" y="-12701"/>
            <a:chExt cx="11417300" cy="1297890"/>
          </a:xfrm>
        </p:grpSpPr>
        <p:sp>
          <p:nvSpPr>
            <p:cNvPr id="12" name="Process 4">
              <a:extLst>
                <a:ext uri="{FF2B5EF4-FFF2-40B4-BE49-F238E27FC236}">
                  <a16:creationId xmlns:a16="http://schemas.microsoft.com/office/drawing/2014/main" id="{5C61F200-F08C-52EF-1414-906394F7231B}"/>
                </a:ext>
              </a:extLst>
            </p:cNvPr>
            <p:cNvSpPr/>
            <p:nvPr/>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rgbClr val="20004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sp>
          <p:nvSpPr>
            <p:cNvPr id="13" name="Arc 11">
              <a:extLst>
                <a:ext uri="{FF2B5EF4-FFF2-40B4-BE49-F238E27FC236}">
                  <a16:creationId xmlns:a16="http://schemas.microsoft.com/office/drawing/2014/main" id="{D1945B59-603A-97D8-87B1-D498BF4B17AC}"/>
                </a:ext>
              </a:extLst>
            </p:cNvPr>
            <p:cNvSpPr/>
            <p:nvPr/>
          </p:nvSpPr>
          <p:spPr>
            <a:xfrm>
              <a:off x="9266237" y="15189"/>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noFill/>
            <a:ln w="9525" cap="flat" cmpd="sng" algn="ctr">
              <a:solidFill>
                <a:srgbClr val="7519F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sp>
          <p:nvSpPr>
            <p:cNvPr id="16" name="Arc 11">
              <a:extLst>
                <a:ext uri="{FF2B5EF4-FFF2-40B4-BE49-F238E27FC236}">
                  <a16:creationId xmlns:a16="http://schemas.microsoft.com/office/drawing/2014/main" id="{F3708865-5F90-A12F-CD3E-5FE73EC32DA1}"/>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noFill/>
            <a:ln w="9525" cap="flat" cmpd="sng" algn="ctr">
              <a:solidFill>
                <a:srgbClr val="7D76F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grpSp>
      <p:pic>
        <p:nvPicPr>
          <p:cNvPr id="17" name="Graphic 16">
            <a:extLst>
              <a:ext uri="{FF2B5EF4-FFF2-40B4-BE49-F238E27FC236}">
                <a16:creationId xmlns:a16="http://schemas.microsoft.com/office/drawing/2014/main" id="{1459DC6A-B8AC-FE83-FD7A-A1A21F8B60C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10607" y="222069"/>
            <a:ext cx="1318093" cy="323306"/>
          </a:xfrm>
          <a:prstGeom prst="rect">
            <a:avLst/>
          </a:prstGeom>
        </p:spPr>
      </p:pic>
      <p:sp>
        <p:nvSpPr>
          <p:cNvPr id="6" name="TextBox 5">
            <a:extLst>
              <a:ext uri="{FF2B5EF4-FFF2-40B4-BE49-F238E27FC236}">
                <a16:creationId xmlns:a16="http://schemas.microsoft.com/office/drawing/2014/main" id="{B6A98C22-B145-82A5-050A-E9D82E9578F4}"/>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bg1"/>
                </a:solidFill>
                <a:latin typeface="+mn-lt"/>
              </a:rPr>
              <a:t>‹#›</a:t>
            </a:fld>
            <a:endParaRPr lang="en-US" sz="800" b="1" i="0" dirty="0">
              <a:solidFill>
                <a:schemeClr val="bg1"/>
              </a:solidFill>
              <a:latin typeface="+mn-lt"/>
            </a:endParaRPr>
          </a:p>
        </p:txBody>
      </p:sp>
      <p:sp>
        <p:nvSpPr>
          <p:cNvPr id="3" name="Text Placeholder 16">
            <a:extLst>
              <a:ext uri="{FF2B5EF4-FFF2-40B4-BE49-F238E27FC236}">
                <a16:creationId xmlns:a16="http://schemas.microsoft.com/office/drawing/2014/main" id="{B0C65269-30BF-E76B-D092-4ADB8E0757FC}"/>
              </a:ext>
            </a:extLst>
          </p:cNvPr>
          <p:cNvSpPr>
            <a:spLocks noGrp="1"/>
          </p:cNvSpPr>
          <p:nvPr>
            <p:ph type="body" sz="quarter" idx="12" hasCustomPrompt="1"/>
          </p:nvPr>
        </p:nvSpPr>
        <p:spPr>
          <a:xfrm>
            <a:off x="449351" y="398928"/>
            <a:ext cx="8405486" cy="381001"/>
          </a:xfrm>
          <a:prstGeom prst="rect">
            <a:avLst/>
          </a:prstGeom>
        </p:spPr>
        <p:txBody>
          <a:bodyPr anchor="ctr">
            <a:noAutofit/>
          </a:bodyPr>
          <a:lstStyle>
            <a:lvl1pPr marL="45720" indent="0">
              <a:buNone/>
              <a:defRPr sz="2200" b="1" i="0">
                <a:solidFill>
                  <a:schemeClr val="bg1"/>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4" name="TextBox 3">
            <a:extLst>
              <a:ext uri="{FF2B5EF4-FFF2-40B4-BE49-F238E27FC236}">
                <a16:creationId xmlns:a16="http://schemas.microsoft.com/office/drawing/2014/main" id="{AE94179C-40F0-32E8-7B8D-FA9E5C699891}"/>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bg1"/>
                </a:solidFill>
                <a:latin typeface="+mn-lt"/>
              </a:rPr>
              <a:t>©2026 EXTREME NETWORKS, INC. ALL RIGHTS RESERVED.</a:t>
            </a:r>
          </a:p>
        </p:txBody>
      </p:sp>
    </p:spTree>
    <p:extLst>
      <p:ext uri="{BB962C8B-B14F-4D97-AF65-F5344CB8AC3E}">
        <p14:creationId xmlns:p14="http://schemas.microsoft.com/office/powerpoint/2010/main" val="1112817843"/>
      </p:ext>
    </p:extLst>
  </p:cSld>
  <p:clrMapOvr>
    <a:masterClrMapping/>
  </p:clrMapOvr>
  <p:hf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Only Dark Subhead">
    <p:bg>
      <p:bgPr>
        <a:solidFill>
          <a:srgbClr val="000000"/>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E0841A6D-998C-75C8-448B-7F4EED9AC255}"/>
              </a:ext>
            </a:extLst>
          </p:cNvPr>
          <p:cNvGrpSpPr/>
          <p:nvPr userDrawn="1"/>
        </p:nvGrpSpPr>
        <p:grpSpPr>
          <a:xfrm>
            <a:off x="0" y="-12701"/>
            <a:ext cx="11417300" cy="1297890"/>
            <a:chOff x="0" y="-12701"/>
            <a:chExt cx="11417300" cy="1297890"/>
          </a:xfrm>
        </p:grpSpPr>
        <p:sp>
          <p:nvSpPr>
            <p:cNvPr id="12" name="Process 4">
              <a:extLst>
                <a:ext uri="{FF2B5EF4-FFF2-40B4-BE49-F238E27FC236}">
                  <a16:creationId xmlns:a16="http://schemas.microsoft.com/office/drawing/2014/main" id="{27071246-5A9F-378F-D226-D5BE7BA88C8C}"/>
                </a:ext>
              </a:extLst>
            </p:cNvPr>
            <p:cNvSpPr/>
            <p:nvPr/>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rgbClr val="20004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sp>
          <p:nvSpPr>
            <p:cNvPr id="13" name="Arc 11">
              <a:extLst>
                <a:ext uri="{FF2B5EF4-FFF2-40B4-BE49-F238E27FC236}">
                  <a16:creationId xmlns:a16="http://schemas.microsoft.com/office/drawing/2014/main" id="{4C9854ED-B348-19AF-9331-1C2FCEAC180C}"/>
                </a:ext>
              </a:extLst>
            </p:cNvPr>
            <p:cNvSpPr/>
            <p:nvPr/>
          </p:nvSpPr>
          <p:spPr>
            <a:xfrm>
              <a:off x="9266237" y="15189"/>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noFill/>
            <a:ln w="9525" cap="flat" cmpd="sng" algn="ctr">
              <a:solidFill>
                <a:srgbClr val="7519F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sp>
          <p:nvSpPr>
            <p:cNvPr id="14" name="Arc 11">
              <a:extLst>
                <a:ext uri="{FF2B5EF4-FFF2-40B4-BE49-F238E27FC236}">
                  <a16:creationId xmlns:a16="http://schemas.microsoft.com/office/drawing/2014/main" id="{C6AC041A-04C3-2F5B-23AE-2FFA655DA997}"/>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noFill/>
            <a:ln w="9525" cap="flat" cmpd="sng" algn="ctr">
              <a:solidFill>
                <a:srgbClr val="7D76F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grpSp>
      <p:pic>
        <p:nvPicPr>
          <p:cNvPr id="17" name="Graphic 16">
            <a:extLst>
              <a:ext uri="{FF2B5EF4-FFF2-40B4-BE49-F238E27FC236}">
                <a16:creationId xmlns:a16="http://schemas.microsoft.com/office/drawing/2014/main" id="{F315F0DB-3C65-8854-2429-863963EB5E0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10607" y="222069"/>
            <a:ext cx="1318093" cy="323306"/>
          </a:xfrm>
          <a:prstGeom prst="rect">
            <a:avLst/>
          </a:prstGeom>
        </p:spPr>
      </p:pic>
      <p:sp>
        <p:nvSpPr>
          <p:cNvPr id="7" name="TextBox 6">
            <a:extLst>
              <a:ext uri="{FF2B5EF4-FFF2-40B4-BE49-F238E27FC236}">
                <a16:creationId xmlns:a16="http://schemas.microsoft.com/office/drawing/2014/main" id="{9E8AAFED-77FF-A969-E24C-181787E10D8C}"/>
              </a:ext>
            </a:extLst>
          </p:cNvPr>
          <p:cNvSpPr txBox="1"/>
          <p:nvPr userDrawn="1"/>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bg1"/>
                </a:solidFill>
                <a:latin typeface="+mn-lt"/>
              </a:rPr>
              <a:t>‹#›</a:t>
            </a:fld>
            <a:endParaRPr lang="en-US" sz="800" b="1" i="0" dirty="0">
              <a:solidFill>
                <a:schemeClr val="bg1"/>
              </a:solidFill>
              <a:latin typeface="+mn-lt"/>
            </a:endParaRPr>
          </a:p>
        </p:txBody>
      </p:sp>
      <p:sp>
        <p:nvSpPr>
          <p:cNvPr id="2" name="Text Placeholder 16">
            <a:extLst>
              <a:ext uri="{FF2B5EF4-FFF2-40B4-BE49-F238E27FC236}">
                <a16:creationId xmlns:a16="http://schemas.microsoft.com/office/drawing/2014/main" id="{CF98FF38-5C1B-7082-D802-8BC3E6D6E514}"/>
              </a:ext>
            </a:extLst>
          </p:cNvPr>
          <p:cNvSpPr>
            <a:spLocks noGrp="1"/>
          </p:cNvSpPr>
          <p:nvPr>
            <p:ph type="body" sz="quarter" idx="14" hasCustomPrompt="1"/>
          </p:nvPr>
        </p:nvSpPr>
        <p:spPr>
          <a:xfrm>
            <a:off x="449351" y="380998"/>
            <a:ext cx="8260696" cy="381001"/>
          </a:xfrm>
          <a:prstGeom prst="rect">
            <a:avLst/>
          </a:prstGeom>
        </p:spPr>
        <p:txBody>
          <a:bodyPr anchor="b">
            <a:noAutofit/>
          </a:bodyPr>
          <a:lstStyle>
            <a:lvl1pPr marL="45720" indent="0">
              <a:buNone/>
              <a:defRPr sz="2200" b="1" i="0">
                <a:solidFill>
                  <a:schemeClr val="bg1"/>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3" name="Text Placeholder 16">
            <a:extLst>
              <a:ext uri="{FF2B5EF4-FFF2-40B4-BE49-F238E27FC236}">
                <a16:creationId xmlns:a16="http://schemas.microsoft.com/office/drawing/2014/main" id="{380A64DE-2B02-3D75-BBE3-731498C059EA}"/>
              </a:ext>
            </a:extLst>
          </p:cNvPr>
          <p:cNvSpPr>
            <a:spLocks noGrp="1"/>
          </p:cNvSpPr>
          <p:nvPr>
            <p:ph type="body" sz="quarter" idx="15" hasCustomPrompt="1"/>
          </p:nvPr>
        </p:nvSpPr>
        <p:spPr>
          <a:xfrm>
            <a:off x="449351" y="837300"/>
            <a:ext cx="8260696" cy="381001"/>
          </a:xfrm>
          <a:prstGeom prst="rect">
            <a:avLst/>
          </a:prstGeom>
        </p:spPr>
        <p:txBody>
          <a:bodyPr anchor="t">
            <a:noAutofit/>
          </a:bodyPr>
          <a:lstStyle>
            <a:lvl1pPr marL="45720" indent="0">
              <a:buNone/>
              <a:defRPr sz="1400" b="0" i="0">
                <a:solidFill>
                  <a:schemeClr val="bg1"/>
                </a:solidFill>
                <a:latin typeface="DM Sans Medium" pitchFamily="50" charset="0"/>
              </a:defRPr>
            </a:lvl1pPr>
            <a:lvl2pPr>
              <a:defRPr sz="3400"/>
            </a:lvl2pPr>
            <a:lvl3pPr>
              <a:defRPr sz="3400"/>
            </a:lvl3pPr>
            <a:lvl4pPr>
              <a:defRPr sz="3400"/>
            </a:lvl4pPr>
            <a:lvl5pPr>
              <a:defRPr sz="3400"/>
            </a:lvl5pPr>
          </a:lstStyle>
          <a:p>
            <a:pPr lvl="0"/>
            <a:r>
              <a:rPr lang="en-US" dirty="0"/>
              <a:t>Title Goes Here (H2*)</a:t>
            </a:r>
          </a:p>
        </p:txBody>
      </p:sp>
      <p:sp>
        <p:nvSpPr>
          <p:cNvPr id="4" name="TextBox 3">
            <a:extLst>
              <a:ext uri="{FF2B5EF4-FFF2-40B4-BE49-F238E27FC236}">
                <a16:creationId xmlns:a16="http://schemas.microsoft.com/office/drawing/2014/main" id="{9528D3D9-AC5D-3284-FE37-C36AC6940EE5}"/>
              </a:ext>
            </a:extLst>
          </p:cNvPr>
          <p:cNvSpPr txBox="1"/>
          <p:nvPr userDrawn="1"/>
        </p:nvSpPr>
        <p:spPr>
          <a:xfrm>
            <a:off x="9362303" y="6561438"/>
            <a:ext cx="2224217" cy="184666"/>
          </a:xfrm>
          <a:prstGeom prst="rect">
            <a:avLst/>
          </a:prstGeom>
          <a:noFill/>
        </p:spPr>
        <p:txBody>
          <a:bodyPr wrap="square" rtlCol="0">
            <a:spAutoFit/>
          </a:bodyPr>
          <a:lstStyle/>
          <a:p>
            <a:pPr algn="r"/>
            <a:r>
              <a:rPr lang="en-US" sz="600" b="0" i="0" dirty="0">
                <a:solidFill>
                  <a:schemeClr val="bg1"/>
                </a:solidFill>
                <a:latin typeface="+mn-lt"/>
              </a:rPr>
              <a:t>©2026 EXTREME NETWORKS, INC. ALL RIGHTS RESERVED.</a:t>
            </a:r>
          </a:p>
        </p:txBody>
      </p:sp>
    </p:spTree>
    <p:extLst>
      <p:ext uri="{BB962C8B-B14F-4D97-AF65-F5344CB8AC3E}">
        <p14:creationId xmlns:p14="http://schemas.microsoft.com/office/powerpoint/2010/main" val="3965225184"/>
      </p:ext>
    </p:extLst>
  </p:cSld>
  <p:clrMapOvr>
    <a:masterClrMapping/>
  </p:clrMapOvr>
  <p:hf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1_Image Slide Dark">
    <p:spTree>
      <p:nvGrpSpPr>
        <p:cNvPr id="1" name=""/>
        <p:cNvGrpSpPr/>
        <p:nvPr/>
      </p:nvGrpSpPr>
      <p:grpSpPr>
        <a:xfrm>
          <a:off x="0" y="0"/>
          <a:ext cx="0" cy="0"/>
          <a:chOff x="0" y="0"/>
          <a:chExt cx="0" cy="0"/>
        </a:xfrm>
      </p:grpSpPr>
      <p:pic>
        <p:nvPicPr>
          <p:cNvPr id="2" name="Picture 1" descr="A blue and purple circle with a black background  AI-generated content may be incorrect.">
            <a:extLst>
              <a:ext uri="{FF2B5EF4-FFF2-40B4-BE49-F238E27FC236}">
                <a16:creationId xmlns:a16="http://schemas.microsoft.com/office/drawing/2014/main" id="{07FA9FC5-DE1B-DB44-CAAB-EB66A939F1C9}"/>
              </a:ext>
            </a:extLst>
          </p:cNvPr>
          <p:cNvPicPr>
            <a:picLocks/>
          </p:cNvPicPr>
          <p:nvPr/>
        </p:nvPicPr>
        <p:blipFill>
          <a:blip r:embed="rId2" cstate="screen">
            <a:extLst>
              <a:ext uri="{28A0092B-C50C-407E-A947-70E740481C1C}">
                <a14:useLocalDpi xmlns:a14="http://schemas.microsoft.com/office/drawing/2010/main"/>
              </a:ext>
            </a:extLst>
          </a:blip>
          <a:srcRect l="11258" r="-1022"/>
          <a:stretch/>
        </p:blipFill>
        <p:spPr>
          <a:xfrm>
            <a:off x="-1" y="0"/>
            <a:ext cx="12192001" cy="6857999"/>
          </a:xfrm>
          <a:prstGeom prst="rect">
            <a:avLst/>
          </a:prstGeom>
        </p:spPr>
      </p:pic>
      <p:grpSp>
        <p:nvGrpSpPr>
          <p:cNvPr id="20" name="Group 19">
            <a:extLst>
              <a:ext uri="{FF2B5EF4-FFF2-40B4-BE49-F238E27FC236}">
                <a16:creationId xmlns:a16="http://schemas.microsoft.com/office/drawing/2014/main" id="{14D47E39-5FA1-61C1-3283-D10A0BF006BB}"/>
              </a:ext>
            </a:extLst>
          </p:cNvPr>
          <p:cNvGrpSpPr/>
          <p:nvPr/>
        </p:nvGrpSpPr>
        <p:grpSpPr>
          <a:xfrm>
            <a:off x="0" y="-12701"/>
            <a:ext cx="11417300" cy="1275984"/>
            <a:chOff x="0" y="-12701"/>
            <a:chExt cx="11417300" cy="1275984"/>
          </a:xfrm>
        </p:grpSpPr>
        <p:sp>
          <p:nvSpPr>
            <p:cNvPr id="23" name="Process 4">
              <a:extLst>
                <a:ext uri="{FF2B5EF4-FFF2-40B4-BE49-F238E27FC236}">
                  <a16:creationId xmlns:a16="http://schemas.microsoft.com/office/drawing/2014/main" id="{CDE9AE1F-6618-867C-00AF-7D8E35135C5C}"/>
                </a:ext>
              </a:extLst>
            </p:cNvPr>
            <p:cNvSpPr/>
            <p:nvPr/>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mn-lt"/>
              </a:endParaRPr>
            </a:p>
          </p:txBody>
        </p:sp>
        <p:sp>
          <p:nvSpPr>
            <p:cNvPr id="24" name="Arc 11">
              <a:extLst>
                <a:ext uri="{FF2B5EF4-FFF2-40B4-BE49-F238E27FC236}">
                  <a16:creationId xmlns:a16="http://schemas.microsoft.com/office/drawing/2014/main" id="{D22CB70D-71AD-9FC2-0DC8-6EF9742A932E}"/>
                </a:ext>
              </a:extLst>
            </p:cNvPr>
            <p:cNvSpPr/>
            <p:nvPr/>
          </p:nvSpPr>
          <p:spPr>
            <a:xfrm>
              <a:off x="9266237" y="-9525"/>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ln w="9525">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i="0">
                <a:latin typeface="+mn-lt"/>
              </a:endParaRPr>
            </a:p>
          </p:txBody>
        </p:sp>
        <p:sp>
          <p:nvSpPr>
            <p:cNvPr id="25" name="Arc 11">
              <a:extLst>
                <a:ext uri="{FF2B5EF4-FFF2-40B4-BE49-F238E27FC236}">
                  <a16:creationId xmlns:a16="http://schemas.microsoft.com/office/drawing/2014/main" id="{7327C108-420A-CB82-7EC6-236A3BE33A9D}"/>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i="0">
                <a:latin typeface="+mn-lt"/>
              </a:endParaRPr>
            </a:p>
          </p:txBody>
        </p:sp>
      </p:grpSp>
      <p:pic>
        <p:nvPicPr>
          <p:cNvPr id="26" name="Graphic 25">
            <a:extLst>
              <a:ext uri="{FF2B5EF4-FFF2-40B4-BE49-F238E27FC236}">
                <a16:creationId xmlns:a16="http://schemas.microsoft.com/office/drawing/2014/main" id="{6AF25461-D80C-F874-9F5B-545DE30FFC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10607" y="222069"/>
            <a:ext cx="1318093" cy="323306"/>
          </a:xfrm>
          <a:prstGeom prst="rect">
            <a:avLst/>
          </a:prstGeom>
        </p:spPr>
      </p:pic>
      <p:sp>
        <p:nvSpPr>
          <p:cNvPr id="7" name="TextBox 6">
            <a:extLst>
              <a:ext uri="{FF2B5EF4-FFF2-40B4-BE49-F238E27FC236}">
                <a16:creationId xmlns:a16="http://schemas.microsoft.com/office/drawing/2014/main" id="{0135DF34-9C4A-CAFF-BDF1-575DE6F82837}"/>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tx1"/>
                </a:solidFill>
                <a:latin typeface="+mn-lt"/>
              </a:rPr>
              <a:t>‹#›</a:t>
            </a:fld>
            <a:endParaRPr lang="en-US" sz="800" b="1" i="0" dirty="0">
              <a:solidFill>
                <a:schemeClr val="tx1"/>
              </a:solidFill>
              <a:latin typeface="+mn-lt"/>
            </a:endParaRPr>
          </a:p>
        </p:txBody>
      </p:sp>
      <p:sp>
        <p:nvSpPr>
          <p:cNvPr id="8" name="Content Placeholder 11">
            <a:extLst>
              <a:ext uri="{FF2B5EF4-FFF2-40B4-BE49-F238E27FC236}">
                <a16:creationId xmlns:a16="http://schemas.microsoft.com/office/drawing/2014/main" id="{22DA9AD3-1148-C766-DF61-658234D99906}"/>
              </a:ext>
            </a:extLst>
          </p:cNvPr>
          <p:cNvSpPr>
            <a:spLocks noGrp="1"/>
          </p:cNvSpPr>
          <p:nvPr>
            <p:ph sz="quarter" idx="18"/>
          </p:nvPr>
        </p:nvSpPr>
        <p:spPr>
          <a:xfrm>
            <a:off x="522514" y="2006930"/>
            <a:ext cx="3313216" cy="4097008"/>
          </a:xfrm>
        </p:spPr>
        <p:txBody>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16">
            <a:extLst>
              <a:ext uri="{FF2B5EF4-FFF2-40B4-BE49-F238E27FC236}">
                <a16:creationId xmlns:a16="http://schemas.microsoft.com/office/drawing/2014/main" id="{99F095D7-7DED-7866-24D1-5C021F6A9491}"/>
              </a:ext>
            </a:extLst>
          </p:cNvPr>
          <p:cNvSpPr>
            <a:spLocks noGrp="1"/>
          </p:cNvSpPr>
          <p:nvPr>
            <p:ph type="body" sz="quarter" idx="12" hasCustomPrompt="1"/>
          </p:nvPr>
        </p:nvSpPr>
        <p:spPr>
          <a:xfrm>
            <a:off x="449351" y="398928"/>
            <a:ext cx="8405486" cy="381001"/>
          </a:xfrm>
          <a:prstGeom prst="rect">
            <a:avLst/>
          </a:prstGeom>
        </p:spPr>
        <p:txBody>
          <a:bodyPr anchor="ctr">
            <a:noAutofit/>
          </a:bodyPr>
          <a:lstStyle>
            <a:lvl1pPr marL="45720" indent="0">
              <a:buNone/>
              <a:defRPr sz="2200" b="1" i="0">
                <a:solidFill>
                  <a:srgbClr val="440099"/>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3" name="TextBox 2">
            <a:extLst>
              <a:ext uri="{FF2B5EF4-FFF2-40B4-BE49-F238E27FC236}">
                <a16:creationId xmlns:a16="http://schemas.microsoft.com/office/drawing/2014/main" id="{1C31A3F2-A24F-2649-12DD-1B23D167C26B}"/>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Tree>
    <p:extLst>
      <p:ext uri="{BB962C8B-B14F-4D97-AF65-F5344CB8AC3E}">
        <p14:creationId xmlns:p14="http://schemas.microsoft.com/office/powerpoint/2010/main" val="1608670109"/>
      </p:ext>
    </p:extLst>
  </p:cSld>
  <p:clrMapOvr>
    <a:masterClrMapping/>
  </p:clrMapOvr>
  <p:hf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2_Image Slide Dark">
    <p:bg>
      <p:bgPr>
        <a:solidFill>
          <a:srgbClr val="000000"/>
        </a:solidFill>
        <a:effectLst/>
      </p:bgPr>
    </p:bg>
    <p:spTree>
      <p:nvGrpSpPr>
        <p:cNvPr id="1" name=""/>
        <p:cNvGrpSpPr/>
        <p:nvPr/>
      </p:nvGrpSpPr>
      <p:grpSpPr>
        <a:xfrm>
          <a:off x="0" y="0"/>
          <a:ext cx="0" cy="0"/>
          <a:chOff x="0" y="0"/>
          <a:chExt cx="0" cy="0"/>
        </a:xfrm>
      </p:grpSpPr>
      <p:pic>
        <p:nvPicPr>
          <p:cNvPr id="10" name="Picture 9" descr="A purple circle with a black background  AI-generated content may be incorrect.">
            <a:extLst>
              <a:ext uri="{FF2B5EF4-FFF2-40B4-BE49-F238E27FC236}">
                <a16:creationId xmlns:a16="http://schemas.microsoft.com/office/drawing/2014/main" id="{AF8DD579-3146-311F-7C79-E7252BC3CAC0}"/>
              </a:ext>
            </a:extLst>
          </p:cNvPr>
          <p:cNvPicPr>
            <a:picLocks noChangeAspect="1"/>
          </p:cNvPicPr>
          <p:nvPr/>
        </p:nvPicPr>
        <p:blipFill>
          <a:blip r:embed="rId2"/>
          <a:stretch>
            <a:fillRect/>
          </a:stretch>
        </p:blipFill>
        <p:spPr>
          <a:xfrm>
            <a:off x="-1" y="419373"/>
            <a:ext cx="12192001" cy="6426200"/>
          </a:xfrm>
          <a:prstGeom prst="rect">
            <a:avLst/>
          </a:prstGeom>
        </p:spPr>
      </p:pic>
      <p:grpSp>
        <p:nvGrpSpPr>
          <p:cNvPr id="18" name="Group 17">
            <a:extLst>
              <a:ext uri="{FF2B5EF4-FFF2-40B4-BE49-F238E27FC236}">
                <a16:creationId xmlns:a16="http://schemas.microsoft.com/office/drawing/2014/main" id="{9908FFD5-9B86-CD66-EF08-A07CF2DF25E3}"/>
              </a:ext>
            </a:extLst>
          </p:cNvPr>
          <p:cNvGrpSpPr/>
          <p:nvPr/>
        </p:nvGrpSpPr>
        <p:grpSpPr>
          <a:xfrm>
            <a:off x="0" y="-12701"/>
            <a:ext cx="11417300" cy="1297890"/>
            <a:chOff x="0" y="-12701"/>
            <a:chExt cx="11417300" cy="1297890"/>
          </a:xfrm>
        </p:grpSpPr>
        <p:sp>
          <p:nvSpPr>
            <p:cNvPr id="19" name="Process 4">
              <a:extLst>
                <a:ext uri="{FF2B5EF4-FFF2-40B4-BE49-F238E27FC236}">
                  <a16:creationId xmlns:a16="http://schemas.microsoft.com/office/drawing/2014/main" id="{B4223F0A-2B9A-A57F-3C48-4FCDDEEE18CC}"/>
                </a:ext>
              </a:extLst>
            </p:cNvPr>
            <p:cNvSpPr/>
            <p:nvPr/>
          </p:nvSpPr>
          <p:spPr>
            <a:xfrm>
              <a:off x="0" y="0"/>
              <a:ext cx="11125526" cy="126328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 name="connsiteX0" fmla="*/ 0 w 12479"/>
                <a:gd name="connsiteY0" fmla="*/ 0 h 10000"/>
                <a:gd name="connsiteX1" fmla="*/ 10000 w 12479"/>
                <a:gd name="connsiteY1" fmla="*/ 0 h 10000"/>
                <a:gd name="connsiteX2" fmla="*/ 12479 w 12479"/>
                <a:gd name="connsiteY2" fmla="*/ 9975 h 10000"/>
                <a:gd name="connsiteX3" fmla="*/ 0 w 12479"/>
                <a:gd name="connsiteY3" fmla="*/ 10000 h 10000"/>
                <a:gd name="connsiteX4" fmla="*/ 0 w 1247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9" h="10000">
                  <a:moveTo>
                    <a:pt x="0" y="0"/>
                  </a:moveTo>
                  <a:lnTo>
                    <a:pt x="10000" y="0"/>
                  </a:lnTo>
                  <a:cubicBezTo>
                    <a:pt x="10858" y="2998"/>
                    <a:pt x="11685" y="6298"/>
                    <a:pt x="12479" y="9975"/>
                  </a:cubicBezTo>
                  <a:lnTo>
                    <a:pt x="0" y="10000"/>
                  </a:lnTo>
                  <a:lnTo>
                    <a:pt x="0" y="0"/>
                  </a:lnTo>
                  <a:close/>
                </a:path>
              </a:pathLst>
            </a:custGeom>
            <a:solidFill>
              <a:srgbClr val="20004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sp>
          <p:nvSpPr>
            <p:cNvPr id="20" name="Arc 11">
              <a:extLst>
                <a:ext uri="{FF2B5EF4-FFF2-40B4-BE49-F238E27FC236}">
                  <a16:creationId xmlns:a16="http://schemas.microsoft.com/office/drawing/2014/main" id="{17284A32-0235-8B68-E0CB-AC137B0B8E85}"/>
                </a:ext>
              </a:extLst>
            </p:cNvPr>
            <p:cNvSpPr/>
            <p:nvPr/>
          </p:nvSpPr>
          <p:spPr>
            <a:xfrm>
              <a:off x="9266237" y="15189"/>
              <a:ext cx="2151063" cy="1270000"/>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Lst>
              <a:ahLst/>
              <a:cxnLst>
                <a:cxn ang="0">
                  <a:pos x="connsiteX0" y="connsiteY0"/>
                </a:cxn>
                <a:cxn ang="0">
                  <a:pos x="connsiteX1" y="connsiteY1"/>
                </a:cxn>
              </a:cxnLst>
              <a:rect l="l" t="t" r="r" b="b"/>
              <a:pathLst>
                <a:path w="2151063" h="1270000" stroke="0" extrusionOk="0">
                  <a:moveTo>
                    <a:pt x="1085850" y="9525"/>
                  </a:moveTo>
                  <a:cubicBezTo>
                    <a:pt x="1674151" y="9525"/>
                    <a:pt x="2151063" y="292403"/>
                    <a:pt x="2151063" y="641350"/>
                  </a:cubicBezTo>
                  <a:lnTo>
                    <a:pt x="1085851" y="641350"/>
                  </a:lnTo>
                  <a:cubicBezTo>
                    <a:pt x="1085851" y="430742"/>
                    <a:pt x="1085850" y="220133"/>
                    <a:pt x="1085850" y="9525"/>
                  </a:cubicBezTo>
                  <a:close/>
                </a:path>
                <a:path w="2151063" h="1270000" fill="none">
                  <a:moveTo>
                    <a:pt x="0" y="0"/>
                  </a:moveTo>
                  <a:cubicBezTo>
                    <a:pt x="635926" y="304800"/>
                    <a:pt x="1627188" y="879778"/>
                    <a:pt x="2151063" y="1270000"/>
                  </a:cubicBezTo>
                </a:path>
              </a:pathLst>
            </a:custGeom>
            <a:noFill/>
            <a:ln w="9525" cap="flat" cmpd="sng" algn="ctr">
              <a:solidFill>
                <a:srgbClr val="7519F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sp>
          <p:nvSpPr>
            <p:cNvPr id="23" name="Arc 11">
              <a:extLst>
                <a:ext uri="{FF2B5EF4-FFF2-40B4-BE49-F238E27FC236}">
                  <a16:creationId xmlns:a16="http://schemas.microsoft.com/office/drawing/2014/main" id="{615DDA3D-15BD-67FA-504E-02ADC6E1668C}"/>
                </a:ext>
              </a:extLst>
            </p:cNvPr>
            <p:cNvSpPr/>
            <p:nvPr/>
          </p:nvSpPr>
          <p:spPr>
            <a:xfrm>
              <a:off x="7886110" y="-12701"/>
              <a:ext cx="2487613" cy="1273175"/>
            </a:xfrm>
            <a:custGeom>
              <a:avLst/>
              <a:gdLst>
                <a:gd name="connsiteX0" fmla="*/ 1065212 w 2130425"/>
                <a:gd name="connsiteY0" fmla="*/ 0 h 1263649"/>
                <a:gd name="connsiteX1" fmla="*/ 2130425 w 2130425"/>
                <a:gd name="connsiteY1" fmla="*/ 631825 h 1263649"/>
                <a:gd name="connsiteX2" fmla="*/ 1065213 w 2130425"/>
                <a:gd name="connsiteY2" fmla="*/ 631825 h 1263649"/>
                <a:gd name="connsiteX3" fmla="*/ 1065212 w 2130425"/>
                <a:gd name="connsiteY3" fmla="*/ 0 h 1263649"/>
                <a:gd name="connsiteX0" fmla="*/ 1065212 w 2130425"/>
                <a:gd name="connsiteY0" fmla="*/ 0 h 1263649"/>
                <a:gd name="connsiteX1" fmla="*/ 2130425 w 2130425"/>
                <a:gd name="connsiteY1" fmla="*/ 631825 h 1263649"/>
                <a:gd name="connsiteX0" fmla="*/ 1063625 w 2128838"/>
                <a:gd name="connsiteY0" fmla="*/ 0 h 631825"/>
                <a:gd name="connsiteX1" fmla="*/ 2128838 w 2128838"/>
                <a:gd name="connsiteY1" fmla="*/ 631825 h 631825"/>
                <a:gd name="connsiteX2" fmla="*/ 1063626 w 2128838"/>
                <a:gd name="connsiteY2" fmla="*/ 631825 h 631825"/>
                <a:gd name="connsiteX3" fmla="*/ 1063625 w 2128838"/>
                <a:gd name="connsiteY3" fmla="*/ 0 h 631825"/>
                <a:gd name="connsiteX0" fmla="*/ 0 w 2128838"/>
                <a:gd name="connsiteY0" fmla="*/ 3175 h 631825"/>
                <a:gd name="connsiteX1" fmla="*/ 2128838 w 2128838"/>
                <a:gd name="connsiteY1" fmla="*/ 631825 h 63182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63625 w 2128838"/>
                <a:gd name="connsiteY0" fmla="*/ 0 h 1260475"/>
                <a:gd name="connsiteX1" fmla="*/ 2128838 w 2128838"/>
                <a:gd name="connsiteY1" fmla="*/ 631825 h 1260475"/>
                <a:gd name="connsiteX2" fmla="*/ 1063626 w 2128838"/>
                <a:gd name="connsiteY2" fmla="*/ 631825 h 1260475"/>
                <a:gd name="connsiteX3" fmla="*/ 1063625 w 2128838"/>
                <a:gd name="connsiteY3" fmla="*/ 0 h 1260475"/>
                <a:gd name="connsiteX0" fmla="*/ 0 w 2128838"/>
                <a:gd name="connsiteY0" fmla="*/ 3175 h 1260475"/>
                <a:gd name="connsiteX1" fmla="*/ 2128838 w 2128838"/>
                <a:gd name="connsiteY1" fmla="*/ 1260475 h 1260475"/>
                <a:gd name="connsiteX0" fmla="*/ 1085850 w 2151063"/>
                <a:gd name="connsiteY0" fmla="*/ 9525 h 1270000"/>
                <a:gd name="connsiteX1" fmla="*/ 2151063 w 2151063"/>
                <a:gd name="connsiteY1" fmla="*/ 641350 h 1270000"/>
                <a:gd name="connsiteX2" fmla="*/ 1085851 w 2151063"/>
                <a:gd name="connsiteY2" fmla="*/ 641350 h 1270000"/>
                <a:gd name="connsiteX3" fmla="*/ 1085850 w 2151063"/>
                <a:gd name="connsiteY3" fmla="*/ 9525 h 1270000"/>
                <a:gd name="connsiteX0" fmla="*/ 0 w 2151063"/>
                <a:gd name="connsiteY0" fmla="*/ 0 h 1270000"/>
                <a:gd name="connsiteX1" fmla="*/ 2151063 w 2151063"/>
                <a:gd name="connsiteY1" fmla="*/ 1270000 h 127000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406525 w 2471738"/>
                <a:gd name="connsiteY0" fmla="*/ 3175 h 1263650"/>
                <a:gd name="connsiteX1" fmla="*/ 2471738 w 2471738"/>
                <a:gd name="connsiteY1" fmla="*/ 635000 h 1263650"/>
                <a:gd name="connsiteX2" fmla="*/ 1406526 w 2471738"/>
                <a:gd name="connsiteY2" fmla="*/ 635000 h 1263650"/>
                <a:gd name="connsiteX3" fmla="*/ 1406525 w 2471738"/>
                <a:gd name="connsiteY3" fmla="*/ 3175 h 1263650"/>
                <a:gd name="connsiteX0" fmla="*/ 0 w 2471738"/>
                <a:gd name="connsiteY0" fmla="*/ 0 h 1263650"/>
                <a:gd name="connsiteX1" fmla="*/ 2471738 w 2471738"/>
                <a:gd name="connsiteY1" fmla="*/ 1263650 h 1263650"/>
                <a:gd name="connsiteX0" fmla="*/ 1381125 w 2471738"/>
                <a:gd name="connsiteY0" fmla="*/ 0 h 1273175"/>
                <a:gd name="connsiteX1" fmla="*/ 2471738 w 2471738"/>
                <a:gd name="connsiteY1" fmla="*/ 644525 h 1273175"/>
                <a:gd name="connsiteX2" fmla="*/ 1406526 w 2471738"/>
                <a:gd name="connsiteY2" fmla="*/ 644525 h 1273175"/>
                <a:gd name="connsiteX3" fmla="*/ 1381125 w 2471738"/>
                <a:gd name="connsiteY3" fmla="*/ 0 h 1273175"/>
                <a:gd name="connsiteX0" fmla="*/ 0 w 2471738"/>
                <a:gd name="connsiteY0" fmla="*/ 9525 h 1273175"/>
                <a:gd name="connsiteX1" fmla="*/ 2471738 w 2471738"/>
                <a:gd name="connsiteY1" fmla="*/ 1273175 h 1273175"/>
                <a:gd name="connsiteX0" fmla="*/ 1397000 w 2487613"/>
                <a:gd name="connsiteY0" fmla="*/ 0 h 1273175"/>
                <a:gd name="connsiteX1" fmla="*/ 2487613 w 2487613"/>
                <a:gd name="connsiteY1" fmla="*/ 644525 h 1273175"/>
                <a:gd name="connsiteX2" fmla="*/ 1422401 w 2487613"/>
                <a:gd name="connsiteY2" fmla="*/ 644525 h 1273175"/>
                <a:gd name="connsiteX3" fmla="*/ 1397000 w 2487613"/>
                <a:gd name="connsiteY3" fmla="*/ 0 h 1273175"/>
                <a:gd name="connsiteX0" fmla="*/ 0 w 2487613"/>
                <a:gd name="connsiteY0" fmla="*/ 3175 h 1273175"/>
                <a:gd name="connsiteX1" fmla="*/ 2487613 w 2487613"/>
                <a:gd name="connsiteY1" fmla="*/ 1273175 h 1273175"/>
              </a:gdLst>
              <a:ahLst/>
              <a:cxnLst>
                <a:cxn ang="0">
                  <a:pos x="connsiteX0" y="connsiteY0"/>
                </a:cxn>
                <a:cxn ang="0">
                  <a:pos x="connsiteX1" y="connsiteY1"/>
                </a:cxn>
              </a:cxnLst>
              <a:rect l="l" t="t" r="r" b="b"/>
              <a:pathLst>
                <a:path w="2487613" h="1273175" stroke="0" extrusionOk="0">
                  <a:moveTo>
                    <a:pt x="1397000" y="0"/>
                  </a:moveTo>
                  <a:cubicBezTo>
                    <a:pt x="1985301" y="0"/>
                    <a:pt x="2487613" y="295578"/>
                    <a:pt x="2487613" y="644525"/>
                  </a:cubicBezTo>
                  <a:lnTo>
                    <a:pt x="1422401" y="644525"/>
                  </a:lnTo>
                  <a:cubicBezTo>
                    <a:pt x="1422401" y="433917"/>
                    <a:pt x="1397000" y="210608"/>
                    <a:pt x="1397000" y="0"/>
                  </a:cubicBezTo>
                  <a:close/>
                </a:path>
                <a:path w="2487613" h="1273175" fill="none">
                  <a:moveTo>
                    <a:pt x="0" y="3175"/>
                  </a:moveTo>
                  <a:cubicBezTo>
                    <a:pt x="661326" y="269875"/>
                    <a:pt x="1744663" y="800403"/>
                    <a:pt x="2487613" y="1273175"/>
                  </a:cubicBezTo>
                </a:path>
              </a:pathLst>
            </a:custGeom>
            <a:noFill/>
            <a:ln w="9525" cap="flat" cmpd="sng" algn="ctr">
              <a:solidFill>
                <a:srgbClr val="7D76F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n-lt"/>
                <a:ea typeface="+mn-ea"/>
                <a:cs typeface="+mn-cs"/>
              </a:endParaRPr>
            </a:p>
          </p:txBody>
        </p:sp>
      </p:grpSp>
      <p:pic>
        <p:nvPicPr>
          <p:cNvPr id="24" name="Graphic 23">
            <a:extLst>
              <a:ext uri="{FF2B5EF4-FFF2-40B4-BE49-F238E27FC236}">
                <a16:creationId xmlns:a16="http://schemas.microsoft.com/office/drawing/2014/main" id="{51B0FB3A-678B-F428-E77F-26163BA0CD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10607" y="222069"/>
            <a:ext cx="1318093" cy="323306"/>
          </a:xfrm>
          <a:prstGeom prst="rect">
            <a:avLst/>
          </a:prstGeom>
        </p:spPr>
      </p:pic>
      <p:sp>
        <p:nvSpPr>
          <p:cNvPr id="6" name="TextBox 5">
            <a:extLst>
              <a:ext uri="{FF2B5EF4-FFF2-40B4-BE49-F238E27FC236}">
                <a16:creationId xmlns:a16="http://schemas.microsoft.com/office/drawing/2014/main" id="{CE07C5A7-F69E-3B80-5E2E-21DAE47175C7}"/>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bg1"/>
                </a:solidFill>
                <a:latin typeface="+mn-lt"/>
              </a:rPr>
              <a:t>‹#›</a:t>
            </a:fld>
            <a:endParaRPr lang="en-US" sz="800" b="1" i="0" dirty="0">
              <a:solidFill>
                <a:schemeClr val="bg1"/>
              </a:solidFill>
              <a:latin typeface="+mn-lt"/>
            </a:endParaRPr>
          </a:p>
        </p:txBody>
      </p:sp>
      <p:sp>
        <p:nvSpPr>
          <p:cNvPr id="7" name="Content Placeholder 11">
            <a:extLst>
              <a:ext uri="{FF2B5EF4-FFF2-40B4-BE49-F238E27FC236}">
                <a16:creationId xmlns:a16="http://schemas.microsoft.com/office/drawing/2014/main" id="{824BFE1D-FFA6-0D0F-06C7-0A9FFD899C32}"/>
              </a:ext>
            </a:extLst>
          </p:cNvPr>
          <p:cNvSpPr>
            <a:spLocks noGrp="1"/>
          </p:cNvSpPr>
          <p:nvPr>
            <p:ph sz="quarter" idx="18"/>
          </p:nvPr>
        </p:nvSpPr>
        <p:spPr>
          <a:xfrm>
            <a:off x="522514" y="2018804"/>
            <a:ext cx="3515096" cy="4085133"/>
          </a:xfrm>
        </p:spPr>
        <p:txBody>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16">
            <a:extLst>
              <a:ext uri="{FF2B5EF4-FFF2-40B4-BE49-F238E27FC236}">
                <a16:creationId xmlns:a16="http://schemas.microsoft.com/office/drawing/2014/main" id="{9F23819C-FD63-7FFB-F426-25853376DC9A}"/>
              </a:ext>
            </a:extLst>
          </p:cNvPr>
          <p:cNvSpPr>
            <a:spLocks noGrp="1"/>
          </p:cNvSpPr>
          <p:nvPr>
            <p:ph type="body" sz="quarter" idx="12" hasCustomPrompt="1"/>
          </p:nvPr>
        </p:nvSpPr>
        <p:spPr>
          <a:xfrm>
            <a:off x="449351" y="398928"/>
            <a:ext cx="8405486" cy="381001"/>
          </a:xfrm>
          <a:prstGeom prst="rect">
            <a:avLst/>
          </a:prstGeom>
        </p:spPr>
        <p:txBody>
          <a:bodyPr anchor="ctr">
            <a:noAutofit/>
          </a:bodyPr>
          <a:lstStyle>
            <a:lvl1pPr marL="45720" indent="0">
              <a:buNone/>
              <a:defRPr sz="2200" b="1" i="0">
                <a:solidFill>
                  <a:schemeClr val="bg1"/>
                </a:solidFill>
                <a:latin typeface="+mj-lt"/>
              </a:defRPr>
            </a:lvl1pPr>
            <a:lvl2pPr>
              <a:defRPr sz="3400"/>
            </a:lvl2pPr>
            <a:lvl3pPr>
              <a:defRPr sz="3400"/>
            </a:lvl3pPr>
            <a:lvl4pPr>
              <a:defRPr sz="3400"/>
            </a:lvl4pPr>
            <a:lvl5pPr>
              <a:defRPr sz="3400"/>
            </a:lvl5pPr>
          </a:lstStyle>
          <a:p>
            <a:pPr lvl="0"/>
            <a:r>
              <a:rPr lang="en-US" dirty="0"/>
              <a:t>Title Goes Here (H1*)</a:t>
            </a:r>
          </a:p>
        </p:txBody>
      </p:sp>
      <p:sp>
        <p:nvSpPr>
          <p:cNvPr id="3" name="TextBox 2">
            <a:extLst>
              <a:ext uri="{FF2B5EF4-FFF2-40B4-BE49-F238E27FC236}">
                <a16:creationId xmlns:a16="http://schemas.microsoft.com/office/drawing/2014/main" id="{E1511912-CB1A-C0F8-FADA-1A4D8B016EE1}"/>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bg1"/>
                </a:solidFill>
                <a:latin typeface="+mn-lt"/>
              </a:rPr>
              <a:t>©2026 EXTREME NETWORKS, INC. ALL RIGHTS RESERVED.</a:t>
            </a:r>
          </a:p>
        </p:txBody>
      </p:sp>
    </p:spTree>
    <p:extLst>
      <p:ext uri="{BB962C8B-B14F-4D97-AF65-F5344CB8AC3E}">
        <p14:creationId xmlns:p14="http://schemas.microsoft.com/office/powerpoint/2010/main" val="143167674"/>
      </p:ext>
    </p:extLst>
  </p:cSld>
  <p:clrMapOvr>
    <a:masterClrMapping/>
  </p:clrMapOvr>
  <p:hf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4_Light-No-title">
    <p:bg>
      <p:bgRef idx="1001">
        <a:schemeClr val="bg1"/>
      </p:bgRef>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E22C323B-8A4F-97D6-820F-8936C922E52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10607" y="222069"/>
            <a:ext cx="1318093" cy="323306"/>
          </a:xfrm>
          <a:prstGeom prst="rect">
            <a:avLst/>
          </a:prstGeom>
        </p:spPr>
      </p:pic>
      <p:sp>
        <p:nvSpPr>
          <p:cNvPr id="13" name="TextBox 12">
            <a:extLst>
              <a:ext uri="{FF2B5EF4-FFF2-40B4-BE49-F238E27FC236}">
                <a16:creationId xmlns:a16="http://schemas.microsoft.com/office/drawing/2014/main" id="{96C9CEB5-C53F-3911-38E6-983CC64F34CA}"/>
              </a:ext>
            </a:extLst>
          </p:cNvPr>
          <p:cNvSpPr txBox="1"/>
          <p:nvPr/>
        </p:nvSpPr>
        <p:spPr>
          <a:xfrm>
            <a:off x="11528854" y="6536202"/>
            <a:ext cx="374823" cy="215444"/>
          </a:xfrm>
          <a:prstGeom prst="rect">
            <a:avLst/>
          </a:prstGeom>
          <a:noFill/>
        </p:spPr>
        <p:txBody>
          <a:bodyPr wrap="square" rtlCol="0">
            <a:spAutoFit/>
          </a:bodyPr>
          <a:lstStyle/>
          <a:p>
            <a:pPr algn="r"/>
            <a:fld id="{4D173BAC-2D4A-1041-958B-8C29CE0F6A24}" type="slidenum">
              <a:rPr lang="en-US" sz="800" b="1" i="0" smtClean="0">
                <a:solidFill>
                  <a:schemeClr val="tx1"/>
                </a:solidFill>
                <a:latin typeface="+mn-lt"/>
              </a:rPr>
              <a:t>‹#›</a:t>
            </a:fld>
            <a:endParaRPr lang="en-US" sz="800" b="1" i="0" dirty="0">
              <a:solidFill>
                <a:schemeClr val="tx1"/>
              </a:solidFill>
              <a:latin typeface="+mn-lt"/>
            </a:endParaRPr>
          </a:p>
        </p:txBody>
      </p:sp>
      <p:sp>
        <p:nvSpPr>
          <p:cNvPr id="2" name="TextBox 1">
            <a:extLst>
              <a:ext uri="{FF2B5EF4-FFF2-40B4-BE49-F238E27FC236}">
                <a16:creationId xmlns:a16="http://schemas.microsoft.com/office/drawing/2014/main" id="{20497174-7A0D-D412-B9D7-91A9AD70D06E}"/>
              </a:ext>
            </a:extLst>
          </p:cNvPr>
          <p:cNvSpPr txBox="1"/>
          <p:nvPr/>
        </p:nvSpPr>
        <p:spPr>
          <a:xfrm>
            <a:off x="9362303" y="6561438"/>
            <a:ext cx="2224217" cy="184666"/>
          </a:xfrm>
          <a:prstGeom prst="rect">
            <a:avLst/>
          </a:prstGeom>
          <a:noFill/>
        </p:spPr>
        <p:txBody>
          <a:bodyPr wrap="square" rtlCol="0">
            <a:spAutoFit/>
          </a:bodyPr>
          <a:lstStyle/>
          <a:p>
            <a:pPr algn="r"/>
            <a:r>
              <a:rPr lang="en-US" sz="600" b="0" i="0" dirty="0">
                <a:solidFill>
                  <a:schemeClr val="tx1"/>
                </a:solidFill>
                <a:latin typeface="+mn-lt"/>
              </a:rPr>
              <a:t>©2026 EXTREME NETWORKS, INC. ALL RIGHTS RESERVED.</a:t>
            </a:r>
          </a:p>
        </p:txBody>
      </p:sp>
    </p:spTree>
    <p:extLst>
      <p:ext uri="{BB962C8B-B14F-4D97-AF65-F5344CB8AC3E}">
        <p14:creationId xmlns:p14="http://schemas.microsoft.com/office/powerpoint/2010/main" val="3344455142"/>
      </p:ext>
    </p:extLst>
  </p:cSld>
  <p:clrMapOvr>
    <a:overrideClrMapping bg1="lt1" tx1="dk1" bg2="lt2" tx2="dk2" accent1="accent1" accent2="accent2" accent3="accent3" accent4="accent4" accent5="accent5" accent6="accent6" hlink="hlink" folHlink="folHlink"/>
  </p:clrMapOvr>
  <p:hf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End">
    <p:bg>
      <p:bgRef idx="1001">
        <a:schemeClr val="bg1"/>
      </p:bgRef>
    </p:bg>
    <p:spTree>
      <p:nvGrpSpPr>
        <p:cNvPr id="1" name=""/>
        <p:cNvGrpSpPr/>
        <p:nvPr/>
      </p:nvGrpSpPr>
      <p:grpSpPr>
        <a:xfrm>
          <a:off x="0" y="0"/>
          <a:ext cx="0" cy="0"/>
          <a:chOff x="0" y="0"/>
          <a:chExt cx="0" cy="0"/>
        </a:xfrm>
      </p:grpSpPr>
      <p:pic>
        <p:nvPicPr>
          <p:cNvPr id="6" name="Picture 5" descr="A black circle with purple border  AI-generated content may be incorrect.">
            <a:extLst>
              <a:ext uri="{FF2B5EF4-FFF2-40B4-BE49-F238E27FC236}">
                <a16:creationId xmlns:a16="http://schemas.microsoft.com/office/drawing/2014/main" id="{2D662A1D-1A4D-6A6B-0011-205214E7E86B}"/>
              </a:ext>
            </a:extLst>
          </p:cNvPr>
          <p:cNvPicPr>
            <a:picLocks noGrp="1" noRot="1" noChangeAspect="1" noMove="1" noResize="1" noEditPoints="1" noAdjustHandles="1" noChangeArrowheads="1" noChangeShapeType="1" noCrop="1"/>
          </p:cNvPicPr>
          <p:nvPr/>
        </p:nvPicPr>
        <p:blipFill>
          <a:blip r:embed="rId2"/>
          <a:stretch>
            <a:fillRect/>
          </a:stretch>
        </p:blipFill>
        <p:spPr>
          <a:xfrm>
            <a:off x="0" y="0"/>
            <a:ext cx="12192000" cy="6858000"/>
          </a:xfrm>
          <a:prstGeom prst="rect">
            <a:avLst/>
          </a:prstGeom>
        </p:spPr>
      </p:pic>
      <p:pic>
        <p:nvPicPr>
          <p:cNvPr id="11" name="Graphic 10">
            <a:extLst>
              <a:ext uri="{FF2B5EF4-FFF2-40B4-BE49-F238E27FC236}">
                <a16:creationId xmlns:a16="http://schemas.microsoft.com/office/drawing/2014/main" id="{3A796EBE-B2D0-5C11-1F6A-ED0B98A8D06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56697" y="2732567"/>
            <a:ext cx="5678608" cy="1392866"/>
          </a:xfrm>
          <a:prstGeom prst="rect">
            <a:avLst/>
          </a:prstGeom>
        </p:spPr>
      </p:pic>
    </p:spTree>
    <p:extLst>
      <p:ext uri="{BB962C8B-B14F-4D97-AF65-F5344CB8AC3E}">
        <p14:creationId xmlns:p14="http://schemas.microsoft.com/office/powerpoint/2010/main" val="231650701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06B99A1-DB39-CB9F-4720-719B28A6B23E}"/>
              </a:ext>
            </a:extLst>
          </p:cNvPr>
          <p:cNvSpPr>
            <a:spLocks noGrp="1"/>
          </p:cNvSpPr>
          <p:nvPr>
            <p:ph type="title"/>
          </p:nvPr>
        </p:nvSpPr>
        <p:spPr>
          <a:xfrm>
            <a:off x="838200" y="365125"/>
            <a:ext cx="10515600" cy="1325563"/>
          </a:xfrm>
          <a:prstGeom prst="rect">
            <a:avLst/>
          </a:prstGeom>
        </p:spPr>
        <p:txBody>
          <a:bodyPr vert="horz" lIns="0" tIns="0" rIns="0" bIns="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97E45FD-3D6B-9F2E-EA17-D10FF79E8CEC}"/>
              </a:ext>
            </a:extLst>
          </p:cNvPr>
          <p:cNvSpPr>
            <a:spLocks noGrp="1"/>
          </p:cNvSpPr>
          <p:nvPr>
            <p:ph type="body" idx="1"/>
          </p:nvPr>
        </p:nvSpPr>
        <p:spPr>
          <a:xfrm>
            <a:off x="838200" y="1825625"/>
            <a:ext cx="10515600"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66B84E-ACE5-BCD8-60D4-2DF8E5719A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mn-lt"/>
              </a:defRPr>
            </a:lvl1pPr>
          </a:lstStyle>
          <a:p>
            <a:fld id="{F1474781-E90D-0944-ACF3-3AC4743D98A2}" type="datetimeFigureOut">
              <a:rPr lang="en-US" smtClean="0"/>
              <a:pPr/>
              <a:t>6/9/26</a:t>
            </a:fld>
            <a:endParaRPr lang="en-US" dirty="0"/>
          </a:p>
        </p:txBody>
      </p:sp>
      <p:sp>
        <p:nvSpPr>
          <p:cNvPr id="5" name="Footer Placeholder 4">
            <a:extLst>
              <a:ext uri="{FF2B5EF4-FFF2-40B4-BE49-F238E27FC236}">
                <a16:creationId xmlns:a16="http://schemas.microsoft.com/office/drawing/2014/main" id="{1C3B8A1C-CE30-785D-FBF3-5426EBB646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mn-lt"/>
              </a:defRPr>
            </a:lvl1pPr>
          </a:lstStyle>
          <a:p>
            <a:endParaRPr lang="en-US"/>
          </a:p>
        </p:txBody>
      </p:sp>
      <p:sp>
        <p:nvSpPr>
          <p:cNvPr id="6" name="Slide Number Placeholder 5">
            <a:extLst>
              <a:ext uri="{FF2B5EF4-FFF2-40B4-BE49-F238E27FC236}">
                <a16:creationId xmlns:a16="http://schemas.microsoft.com/office/drawing/2014/main" id="{15E20086-7864-35D1-3C78-1A62DDC949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n-lt"/>
              </a:defRPr>
            </a:lvl1pPr>
          </a:lstStyle>
          <a:p>
            <a:fld id="{EEC8D1DE-E7D2-274F-A5DC-3E26BEFAED3B}" type="slidenum">
              <a:rPr lang="en-US" smtClean="0"/>
              <a:pPr/>
              <a:t>‹#›</a:t>
            </a:fld>
            <a:endParaRPr lang="en-US"/>
          </a:p>
        </p:txBody>
      </p:sp>
    </p:spTree>
    <p:extLst>
      <p:ext uri="{BB962C8B-B14F-4D97-AF65-F5344CB8AC3E}">
        <p14:creationId xmlns:p14="http://schemas.microsoft.com/office/powerpoint/2010/main" val="4143289606"/>
      </p:ext>
    </p:extLst>
  </p:cSld>
  <p:clrMap bg1="lt1" tx1="dk1" bg2="lt2" tx2="dk2" accent1="accent1" accent2="accent2" accent3="accent3" accent4="accent4" accent5="accent5" accent6="accent6" hlink="hlink" folHlink="folHlink"/>
  <p:sldLayoutIdLst>
    <p:sldLayoutId id="2147483897" r:id="rId1"/>
    <p:sldLayoutId id="2147483898" r:id="rId2"/>
    <p:sldLayoutId id="2147483899" r:id="rId3"/>
    <p:sldLayoutId id="2147483900" r:id="rId4"/>
    <p:sldLayoutId id="2147483901" r:id="rId5"/>
    <p:sldLayoutId id="2147483902" r:id="rId6"/>
    <p:sldLayoutId id="2147483903" r:id="rId7"/>
    <p:sldLayoutId id="2147483904" r:id="rId8"/>
    <p:sldLayoutId id="2147483905" r:id="rId9"/>
    <p:sldLayoutId id="2147483906" r:id="rId10"/>
    <p:sldLayoutId id="2147483907" r:id="rId11"/>
    <p:sldLayoutId id="2147483908" r:id="rId12"/>
    <p:sldLayoutId id="2147483909" r:id="rId13"/>
    <p:sldLayoutId id="2147483910" r:id="rId14"/>
    <p:sldLayoutId id="2147483911" r:id="rId15"/>
    <p:sldLayoutId id="2147483912" r:id="rId16"/>
    <p:sldLayoutId id="2147483913" r:id="rId17"/>
    <p:sldLayoutId id="2147483915" r:id="rId18"/>
    <p:sldLayoutId id="2147483916" r:id="rId19"/>
    <p:sldLayoutId id="2147483917" r:id="rId20"/>
    <p:sldLayoutId id="2147483918" r:id="rId21"/>
    <p:sldLayoutId id="2147483919" r:id="rId22"/>
    <p:sldLayoutId id="2147483920" r:id="rId23"/>
    <p:sldLayoutId id="2147483921" r:id="rId24"/>
    <p:sldLayoutId id="2147483922" r:id="rId25"/>
    <p:sldLayoutId id="2147483923" r:id="rId26"/>
    <p:sldLayoutId id="2147483924" r:id="rId27"/>
    <p:sldLayoutId id="2147483925" r:id="rId28"/>
    <p:sldLayoutId id="2147483926" r:id="rId29"/>
    <p:sldLayoutId id="2147483927" r:id="rId30"/>
    <p:sldLayoutId id="2147483928" r:id="rId31"/>
    <p:sldLayoutId id="2147483929" r:id="rId32"/>
    <p:sldLayoutId id="2147483930" r:id="rId33"/>
    <p:sldLayoutId id="2147483931" r:id="rId34"/>
    <p:sldLayoutId id="2147483932" r:id="rId35"/>
    <p:sldLayoutId id="2147483933" r:id="rId36"/>
    <p:sldLayoutId id="2147483934" r:id="rId37"/>
    <p:sldLayoutId id="2147483935" r:id="rId38"/>
    <p:sldLayoutId id="2147483936" r:id="rId39"/>
    <p:sldLayoutId id="2147483937" r:id="rId40"/>
    <p:sldLayoutId id="2147483938" r:id="rId41"/>
    <p:sldLayoutId id="2147483939" r:id="rId42"/>
    <p:sldLayoutId id="2147483940" r:id="rId43"/>
    <p:sldLayoutId id="2147483941" r:id="rId44"/>
    <p:sldLayoutId id="2147483942" r:id="rId45"/>
    <p:sldLayoutId id="2147483943" r:id="rId46"/>
    <p:sldLayoutId id="2147483944" r:id="rId47"/>
    <p:sldLayoutId id="2147483945" r:id="rId48"/>
    <p:sldLayoutId id="2147483946" r:id="rId49"/>
    <p:sldLayoutId id="2147483947" r:id="rId50"/>
    <p:sldLayoutId id="2147483948" r:id="rId51"/>
    <p:sldLayoutId id="2147483949" r:id="rId52"/>
    <p:sldLayoutId id="2147483950" r:id="rId53"/>
    <p:sldLayoutId id="2147483951" r:id="rId54"/>
    <p:sldLayoutId id="2147483952" r:id="rId55"/>
    <p:sldLayoutId id="2147483953" r:id="rId56"/>
    <p:sldLayoutId id="2147483954" r:id="rId57"/>
    <p:sldLayoutId id="2147483955" r:id="rId58"/>
    <p:sldLayoutId id="2147483956" r:id="rId59"/>
    <p:sldLayoutId id="2147483957" r:id="rId60"/>
    <p:sldLayoutId id="2147483959" r:id="rId61"/>
  </p:sldLayoutIdLst>
  <p:txStyles>
    <p:titleStyle>
      <a:lvl1pPr algn="l" defTabSz="914400" rtl="0" eaLnBrk="1" latinLnBrk="0" hangingPunct="1">
        <a:lnSpc>
          <a:spcPct val="90000"/>
        </a:lnSpc>
        <a:spcBef>
          <a:spcPct val="0"/>
        </a:spcBef>
        <a:buNone/>
        <a:defRPr lang="en-US" sz="4400" kern="1200" dirty="0">
          <a:solidFill>
            <a:schemeClr val="tx1"/>
          </a:solidFill>
          <a:latin typeface="+mj-lt"/>
          <a:ea typeface="+mj-ea"/>
          <a:cs typeface="+mj-cs"/>
        </a:defRPr>
      </a:lvl1pPr>
    </p:titleStyle>
    <p:bodyStyle>
      <a:lvl1pPr marL="45720" indent="0" algn="l" defTabSz="914400" rtl="0" eaLnBrk="1" latinLnBrk="0" hangingPunct="1">
        <a:lnSpc>
          <a:spcPct val="100000"/>
        </a:lnSpc>
        <a:spcBef>
          <a:spcPts val="0"/>
        </a:spcBef>
        <a:spcAft>
          <a:spcPts val="200"/>
        </a:spcAft>
        <a:buFont typeface="DM Sans" panose="020B0604020202020204" pitchFamily="34" charset="0"/>
        <a:buNone/>
        <a:defRPr sz="1300" kern="1200">
          <a:solidFill>
            <a:schemeClr val="tx1"/>
          </a:solidFill>
          <a:latin typeface="+mn-lt"/>
          <a:ea typeface="+mn-ea"/>
          <a:cs typeface="+mn-cs"/>
        </a:defRPr>
      </a:lvl1pPr>
      <a:lvl2pPr marL="457200" indent="-182880" algn="l" defTabSz="914400" rtl="0" eaLnBrk="1" latinLnBrk="0" hangingPunct="1">
        <a:lnSpc>
          <a:spcPct val="100000"/>
        </a:lnSpc>
        <a:spcBef>
          <a:spcPts val="0"/>
        </a:spcBef>
        <a:spcAft>
          <a:spcPts val="200"/>
        </a:spcAft>
        <a:buFont typeface="DM Sans" panose="020B0604020202020204" pitchFamily="34" charset="0"/>
        <a:buChar char="•"/>
        <a:defRPr sz="1300" kern="1200">
          <a:solidFill>
            <a:schemeClr val="tx1"/>
          </a:solidFill>
          <a:latin typeface="+mn-lt"/>
          <a:ea typeface="+mn-ea"/>
          <a:cs typeface="+mn-cs"/>
        </a:defRPr>
      </a:lvl2pPr>
      <a:lvl3pPr marL="685800" indent="-182880" algn="l" defTabSz="914400" rtl="0" eaLnBrk="1" latinLnBrk="0" hangingPunct="1">
        <a:lnSpc>
          <a:spcPct val="100000"/>
        </a:lnSpc>
        <a:spcBef>
          <a:spcPts val="0"/>
        </a:spcBef>
        <a:spcAft>
          <a:spcPts val="200"/>
        </a:spcAft>
        <a:buFont typeface="DM Sans" panose="020B0604020202020204" pitchFamily="34" charset="0"/>
        <a:buChar char="•"/>
        <a:defRPr sz="1300" kern="1200">
          <a:solidFill>
            <a:schemeClr val="tx1"/>
          </a:solidFill>
          <a:latin typeface="+mn-lt"/>
          <a:ea typeface="+mn-ea"/>
          <a:cs typeface="+mn-cs"/>
        </a:defRPr>
      </a:lvl3pPr>
      <a:lvl4pPr marL="914400" indent="-182880" algn="l" defTabSz="914400" rtl="0" eaLnBrk="1" latinLnBrk="0" hangingPunct="1">
        <a:lnSpc>
          <a:spcPct val="100000"/>
        </a:lnSpc>
        <a:spcBef>
          <a:spcPts val="0"/>
        </a:spcBef>
        <a:spcAft>
          <a:spcPts val="200"/>
        </a:spcAft>
        <a:buFont typeface="DM Sans" panose="020B0604020202020204" pitchFamily="34" charset="0"/>
        <a:buChar char="•"/>
        <a:defRPr sz="1300" kern="1200">
          <a:solidFill>
            <a:schemeClr val="tx1"/>
          </a:solidFill>
          <a:latin typeface="+mn-lt"/>
          <a:ea typeface="+mn-ea"/>
          <a:cs typeface="+mn-cs"/>
        </a:defRPr>
      </a:lvl4pPr>
      <a:lvl5pPr marL="1143000" indent="-182880" algn="l" defTabSz="914400" rtl="0" eaLnBrk="1" latinLnBrk="0" hangingPunct="1">
        <a:lnSpc>
          <a:spcPct val="100000"/>
        </a:lnSpc>
        <a:spcBef>
          <a:spcPts val="0"/>
        </a:spcBef>
        <a:spcAft>
          <a:spcPts val="200"/>
        </a:spcAft>
        <a:buFont typeface="DM Sans"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DM Sans"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theme/theme1.xml><?xml version="1.0" encoding="utf-8"?>
<a:theme xmlns:a="http://schemas.openxmlformats.org/drawingml/2006/main" name="Master Extreme Networks PPT Template">
  <a:themeElements>
    <a:clrScheme name="Extreme">
      <a:dk1>
        <a:srgbClr val="000000"/>
      </a:dk1>
      <a:lt1>
        <a:srgbClr val="FFFFFF"/>
      </a:lt1>
      <a:dk2>
        <a:srgbClr val="20004C"/>
      </a:dk2>
      <a:lt2>
        <a:srgbClr val="E5E5E5"/>
      </a:lt2>
      <a:accent1>
        <a:srgbClr val="5B059C"/>
      </a:accent1>
      <a:accent2>
        <a:srgbClr val="7D76F2"/>
      </a:accent2>
      <a:accent3>
        <a:srgbClr val="9CE0F1"/>
      </a:accent3>
      <a:accent4>
        <a:srgbClr val="7519F9"/>
      </a:accent4>
      <a:accent5>
        <a:srgbClr val="240691"/>
      </a:accent5>
      <a:accent6>
        <a:srgbClr val="0F82F3"/>
      </a:accent6>
      <a:hlink>
        <a:srgbClr val="FE8DEE"/>
      </a:hlink>
      <a:folHlink>
        <a:srgbClr val="CB71C0"/>
      </a:folHlink>
    </a:clrScheme>
    <a:fontScheme name="Extreme">
      <a:majorFont>
        <a:latin typeface="DM Sans"/>
        <a:ea typeface=""/>
        <a:cs typeface=""/>
      </a:majorFont>
      <a:minorFont>
        <a:latin typeface="DM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300" dirty="0"/>
        </a:defPPr>
      </a:lstStyle>
    </a:txDef>
  </a:objectDefaults>
  <a:extraClrSchemeLst/>
  <a:custClrLst>
    <a:custClr name="Indigo">
      <a:srgbClr val="20004C"/>
    </a:custClr>
    <a:custClr name="Purple">
      <a:srgbClr val="5B059C"/>
    </a:custClr>
    <a:custClr name="Violet">
      <a:srgbClr val="7519F9"/>
    </a:custClr>
    <a:custClr name="Steel">
      <a:srgbClr val="7D76F2"/>
    </a:custClr>
    <a:custClr name="Cobalt">
      <a:srgbClr val="240691"/>
    </a:custClr>
    <a:custClr name="Royal">
      <a:srgbClr val="0F82F4"/>
    </a:custClr>
    <a:custClr name="Teal">
      <a:srgbClr val="9CE0F1"/>
    </a:custClr>
    <a:custClr name="Fuscia">
      <a:srgbClr val="FE8DEE"/>
    </a:custClr>
    <a:custClr name="Amber">
      <a:srgbClr val="FFC000"/>
    </a:custClr>
    <a:custClr name="Emerald">
      <a:srgbClr val="00B050"/>
    </a:custClr>
  </a:custClrLst>
  <a:extLst>
    <a:ext uri="{05A4C25C-085E-4340-85A3-A5531E510DB2}">
      <thm15:themeFamily xmlns:thm15="http://schemas.microsoft.com/office/thememl/2012/main" name="Extreme Corp" id="{88D68A0B-B1C3-564D-8666-B94B7B84196D}" vid="{9745CCF4-C161-0641-BF57-91F78023F1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DM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font script="Geor" typeface="Sylfaen"/>
        <a:font script="Armn" typeface="DM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B272939-AB30-944F-A6EE-3EFA56D0CFC4}">
  <we:reference id="WA200010001" version="1.0.0.1" store="Omex" storeType="OMEX"/>
  <we:alternateReferences>
    <we:reference id="WA200010001" version="1.0.0.1" store="WA200010001" storeType="OMEX"/>
  </we:alternateReferences>
  <we:properties>
    <we:property name="claude.fileId" value="&quot;ed6ba8c5-2610-45df-ad4f-06101c6fc8e1&quot;"/>
  </we:properties>
  <we:bindings/>
  <we:snapshot xmlns:r="http://schemas.openxmlformats.org/officeDocument/2006/relationships"/>
</we:webextension>
</file>

<file path=customXml/_rels/item1.xml.rels><?xml version="1.0" encoding="UTF-8"?><Relationships xmlns="http://schemas.openxmlformats.org/package/2006/relationships"><Relationship Id="rId1" Type="http://schemas.openxmlformats.org/officeDocument/2006/relationships/customXmlProps" Target="itemProps1.xml"/></Relationships>
</file>

<file path=customXml/_rels/item2.xml.rels><?xml version="1.0" encoding="UTF-8"?><Relationships xmlns="http://schemas.openxmlformats.org/package/2006/relationships"><Relationship Id="rId1" Type="http://schemas.openxmlformats.org/officeDocument/2006/relationships/customXmlProps" Target="itemProps2.xml"/></Relationships>
</file>

<file path=customXml/_rels/item3.xml.rels><?xml version="1.0" encoding="UTF-8"?><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c148cb07-23e5-4d7f-9600-e430712698c1" xsi:nil="true"/>
    <lcf76f155ced4ddcb4097134ff3c332f xmlns="e069777a-6ab2-4b7e-8168-d6aeeb22beb1">
      <Terms xmlns="http://schemas.microsoft.com/office/infopath/2007/PartnerControls"/>
    </lcf76f155ced4ddcb4097134ff3c332f>
    <Note xmlns="e069777a-6ab2-4b7e-8168-d6aeeb22beb1" xsi:nil="true"/>
    <AdditionalInfo xmlns="e069777a-6ab2-4b7e-8168-d6aeeb22beb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587215E415B3A40A1FB5913110639D4" ma:contentTypeVersion="21" ma:contentTypeDescription="Create a new document." ma:contentTypeScope="" ma:versionID="c64e57420e11ae26c851541169be5b01">
  <xsd:schema xmlns:xsd="http://www.w3.org/2001/XMLSchema" xmlns:xs="http://www.w3.org/2001/XMLSchema" xmlns:p="http://schemas.microsoft.com/office/2006/metadata/properties" xmlns:ns2="e069777a-6ab2-4b7e-8168-d6aeeb22beb1" xmlns:ns3="c148cb07-23e5-4d7f-9600-e430712698c1" targetNamespace="http://schemas.microsoft.com/office/2006/metadata/properties" ma:root="true" ma:fieldsID="7f9a4f98e85be3bdd5413a8c5de1529a" ns2:_="" ns3:_="">
    <xsd:import namespace="e069777a-6ab2-4b7e-8168-d6aeeb22beb1"/>
    <xsd:import namespace="c148cb07-23e5-4d7f-9600-e430712698c1"/>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LengthInSeconds" minOccurs="0"/>
                <xsd:element ref="ns2:MediaServiceLocation" minOccurs="0"/>
                <xsd:element ref="ns2:AdditionalInfo" minOccurs="0"/>
                <xsd:element ref="ns2:Note"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69777a-6ab2-4b7e-8168-d6aeeb22be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AdditionalInfo" ma:index="21" nillable="true" ma:displayName="Additional Info" ma:description="The last element with Cristian was the best, as he talked about music and tech, and how learning one affects the other.  " ma:format="Dropdown" ma:internalName="AdditionalInfo">
      <xsd:simpleType>
        <xsd:restriction base="dms:Note">
          <xsd:maxLength value="255"/>
        </xsd:restriction>
      </xsd:simpleType>
    </xsd:element>
    <xsd:element name="Note" ma:index="22" nillable="true" ma:displayName="Comments" ma:format="Dropdown" ma:internalName="Note">
      <xsd:simpleType>
        <xsd:restriction base="dms:Text">
          <xsd:maxLength value="255"/>
        </xsd:restrictio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13c0e211-03aa-4bd6-8230-25cc4e19612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148cb07-23e5-4d7f-9600-e430712698c1"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7c5c230c-f89c-44c5-9d71-7c004a7be238}" ma:internalName="TaxCatchAll" ma:showField="CatchAllData" ma:web="c148cb07-23e5-4d7f-9600-e430712698c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C34AB21-EA63-4EAE-8DE5-2D7DF14BD975}">
  <ds:schemaRefs>
    <ds:schemaRef ds:uri="http://schemas.openxmlformats.org/package/2006/metadata/core-properties"/>
    <ds:schemaRef ds:uri="http://purl.org/dc/dcmitype/"/>
    <ds:schemaRef ds:uri="e069777a-6ab2-4b7e-8168-d6aeeb22beb1"/>
    <ds:schemaRef ds:uri="http://www.w3.org/XML/1998/namespace"/>
    <ds:schemaRef ds:uri="http://purl.org/dc/terms/"/>
    <ds:schemaRef ds:uri="c148cb07-23e5-4d7f-9600-e430712698c1"/>
    <ds:schemaRef ds:uri="http://schemas.microsoft.com/office/2006/documentManagement/types"/>
    <ds:schemaRef ds:uri="http://schemas.microsoft.com/office/infopath/2007/PartnerControls"/>
    <ds:schemaRef ds:uri="http://schemas.microsoft.com/office/2006/metadata/properties"/>
    <ds:schemaRef ds:uri="http://purl.org/dc/elements/1.1/"/>
  </ds:schemaRefs>
</ds:datastoreItem>
</file>

<file path=customXml/itemProps2.xml><?xml version="1.0" encoding="utf-8"?>
<ds:datastoreItem xmlns:ds="http://schemas.openxmlformats.org/officeDocument/2006/customXml" ds:itemID="{BFE3313C-9DC4-4AEF-9AE6-EE5858AC4C57}">
  <ds:schemaRefs>
    <ds:schemaRef ds:uri="http://schemas.microsoft.com/sharepoint/v3/contenttype/forms"/>
  </ds:schemaRefs>
</ds:datastoreItem>
</file>

<file path=customXml/itemProps3.xml><?xml version="1.0" encoding="utf-8"?>
<ds:datastoreItem xmlns:ds="http://schemas.openxmlformats.org/officeDocument/2006/customXml" ds:itemID="{53012000-8831-4151-9DBE-91C70ED5D2B2}">
  <ds:schemaRefs>
    <ds:schemaRef ds:uri="c148cb07-23e5-4d7f-9600-e430712698c1"/>
    <ds:schemaRef ds:uri="e069777a-6ab2-4b7e-8168-d6aeeb22beb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fc8c2bf6-914d-4c1f-b352-46a9adb87030}" enabled="0" method="" siteId="{fc8c2bf6-914d-4c1f-b352-46a9adb87030}" removed="1"/>
</clbl:labelList>
</file>

<file path=docProps/app.xml><?xml version="1.0" encoding="utf-8"?>
<Properties xmlns="http://schemas.openxmlformats.org/officeDocument/2006/extended-properties" xmlns:vt="http://schemas.openxmlformats.org/officeDocument/2006/docPropsVTypes">
  <Template>Master Extreme Networks PPT Template</Template>
  <TotalTime>133</TotalTime>
  <Words>540</Words>
  <Application>Microsoft Macintosh PowerPoint</Application>
  <PresentationFormat>Widescreen</PresentationFormat>
  <Paragraphs>96</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Montserrat</vt:lpstr>
      <vt:lpstr>Arial</vt:lpstr>
      <vt:lpstr>DM Sans</vt:lpstr>
      <vt:lpstr>DM Sans Medium</vt:lpstr>
      <vt:lpstr>Master Extreme Networks PPT Template</vt:lpstr>
      <vt:lpstr>Claude API Usage Report May 2026</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Niroop Radhakrishnan</dc:creator>
  <cp:lastModifiedBy>Niroop Radhakrishnan</cp:lastModifiedBy>
  <cp:revision>5</cp:revision>
  <dcterms:created xsi:type="dcterms:W3CDTF">2026-04-01T03:29:03Z</dcterms:created>
  <dcterms:modified xsi:type="dcterms:W3CDTF">2026-06-10T00:33:00Z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0x0101003587215E415B3A40A1FB5913110639D4</vt:lpwstr>
  </property>
  <property fmtid="{D5CDD505-2E9C-101B-9397-08002B2CF9AE}" pid="3" name="MediaServiceImageTags">
    <vt:lpwstr/>
  </property>
</Properties>
</file>